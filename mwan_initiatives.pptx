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ags/tag14.xml" ContentType="application/vnd.openxmlformats-officedocument.presentationml.tags+xml"/>
  <Override PartName="/ppt/notesSlides/notesSlide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2.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3.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1"/>
  </p:notesMasterIdLst>
  <p:sldIdLst>
    <p:sldId id="2147474378" r:id="rId5"/>
    <p:sldId id="2147483359" r:id="rId6"/>
    <p:sldId id="2147483346" r:id="rId7"/>
    <p:sldId id="2147483344" r:id="rId8"/>
    <p:sldId id="2147474379" r:id="rId9"/>
    <p:sldId id="2147483348" r:id="rId10"/>
    <p:sldId id="2147473961" r:id="rId11"/>
    <p:sldId id="2147483355" r:id="rId12"/>
    <p:sldId id="2147483380" r:id="rId13"/>
    <p:sldId id="2147483383" r:id="rId14"/>
    <p:sldId id="2147474408" r:id="rId15"/>
    <p:sldId id="2147483381" r:id="rId16"/>
    <p:sldId id="2147483382" r:id="rId17"/>
    <p:sldId id="2147483345" r:id="rId18"/>
    <p:sldId id="2147474397" r:id="rId19"/>
    <p:sldId id="2147474398" r:id="rId20"/>
    <p:sldId id="2147474399" r:id="rId21"/>
    <p:sldId id="2147474401" r:id="rId22"/>
    <p:sldId id="2147474403" r:id="rId23"/>
    <p:sldId id="2147474402" r:id="rId24"/>
    <p:sldId id="2147474405" r:id="rId25"/>
    <p:sldId id="2147483350" r:id="rId26"/>
    <p:sldId id="2147474393" r:id="rId27"/>
    <p:sldId id="2147483349" r:id="rId28"/>
    <p:sldId id="2147483352" r:id="rId29"/>
    <p:sldId id="340" r:id="rId30"/>
  </p:sldIdLst>
  <p:sldSz cx="12192000" cy="6858000"/>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92283A-43C2-4090-8D74-D4F10392D1D7}">
          <p14:sldIdLst>
            <p14:sldId id="2147474378"/>
            <p14:sldId id="2147483359"/>
          </p14:sldIdLst>
        </p14:section>
        <p14:section name="UoS" id="{918AF3E3-9A0C-4EE6-B96E-966BE123088B}">
          <p14:sldIdLst>
            <p14:sldId id="2147483346"/>
            <p14:sldId id="2147483344"/>
            <p14:sldId id="2147474379"/>
            <p14:sldId id="2147483348"/>
          </p14:sldIdLst>
        </p14:section>
        <p14:section name="مميزات إستراتيجي أند" id="{1882409E-E73C-45E0-A0A2-64A473820C82}">
          <p14:sldIdLst>
            <p14:sldId id="2147473961"/>
            <p14:sldId id="2147483355"/>
            <p14:sldId id="2147483380"/>
            <p14:sldId id="2147483383"/>
            <p14:sldId id="2147474408"/>
            <p14:sldId id="2147483381"/>
            <p14:sldId id="2147483382"/>
          </p14:sldIdLst>
        </p14:section>
        <p14:section name="Approach and Timeline" id="{16D7A999-6360-4ADD-9524-BCD0F4715DF7}">
          <p14:sldIdLst>
            <p14:sldId id="2147483345"/>
            <p14:sldId id="2147474397"/>
            <p14:sldId id="2147474398"/>
            <p14:sldId id="2147474399"/>
            <p14:sldId id="2147474401"/>
            <p14:sldId id="2147474403"/>
            <p14:sldId id="2147474402"/>
            <p14:sldId id="2147474405"/>
            <p14:sldId id="2147483350"/>
          </p14:sldIdLst>
        </p14:section>
        <p14:section name="Team and CVs" id="{7B001988-987F-451E-8729-8CEEEF0DDA84}">
          <p14:sldIdLst>
            <p14:sldId id="2147474393"/>
            <p14:sldId id="2147483349"/>
            <p14:sldId id="2147483352"/>
          </p14:sldIdLst>
        </p14:section>
        <p14:section name="Qualifications" id="{ACAC525C-452E-4AE0-981F-7B59CF9CD3E1}">
          <p14:sldIdLst>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AE2E2"/>
    <a:srgbClr val="FAE5E8"/>
    <a:srgbClr val="F7DBE0"/>
    <a:srgbClr val="F5CACA"/>
    <a:srgbClr val="F4C9C9"/>
    <a:srgbClr val="7D7D7D"/>
    <a:srgbClr val="C8C8C8"/>
    <a:srgbClr val="BCBCBC"/>
    <a:srgbClr val="A320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AB2B21-DF53-4205-86FE-DB448DBA1331}" v="1699" dt="2023-07-31T05:32:41.187"/>
    <p1510:client id="{12030B98-FF57-4F38-8733-C0DC5C4D5BC7}" v="2794" vWet="2796" dt="2023-07-31T11:30:09.391"/>
    <p1510:client id="{8D3D1118-51B1-4360-8B9B-B1DC55680C25}" v="25487" dt="2023-07-31T18:07:28.4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24C0D-F3A7-415E-A9C1-DED9F4BB56D1}" type="datetimeFigureOut">
              <a:rPr lang="en-GB" smtClean="0"/>
              <a:t>03/08/2023</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CB3CB-E0DD-4681-9E95-6D3D1B90CCFB}" type="slidenum">
              <a:rPr lang="en-GB" smtClean="0"/>
              <a:t>‹#›</a:t>
            </a:fld>
            <a:endParaRPr lang="en-GB" dirty="0"/>
          </a:p>
        </p:txBody>
      </p:sp>
    </p:spTree>
    <p:extLst>
      <p:ext uri="{BB962C8B-B14F-4D97-AF65-F5344CB8AC3E}">
        <p14:creationId xmlns:p14="http://schemas.microsoft.com/office/powerpoint/2010/main" val="2682905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407B46F0-DD71-409E-9276-FAD7B94BF61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37E51240-494A-460C-921D-5A372B2E8466}"/>
              </a:ext>
            </a:extLst>
          </p:cNvPr>
          <p:cNvSpPr>
            <a:spLocks noGrp="1"/>
          </p:cNvSpPr>
          <p:nvPr>
            <p:ph type="body" idx="1"/>
          </p:nvPr>
        </p:nvSpPr>
        <p:spPr/>
        <p:txBody>
          <a:bodyPr/>
          <a:lstStyle/>
          <a:p>
            <a:pPr defTabSz="806674" eaLnBrk="1" fontAlgn="auto" hangingPunct="1">
              <a:spcBef>
                <a:spcPts val="0"/>
              </a:spcBef>
              <a:spcAft>
                <a:spcPts val="0"/>
              </a:spcAft>
              <a:defRPr/>
            </a:pPr>
            <a:endParaRPr lang="en-US" sz="1059" dirty="0"/>
          </a:p>
        </p:txBody>
      </p:sp>
      <p:sp>
        <p:nvSpPr>
          <p:cNvPr id="75780" name="Slide Number Placeholder 3">
            <a:extLst>
              <a:ext uri="{FF2B5EF4-FFF2-40B4-BE49-F238E27FC236}">
                <a16:creationId xmlns:a16="http://schemas.microsoft.com/office/drawing/2014/main" id="{58954236-49DC-478A-8A24-6ABC0320C94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65200">
              <a:defRPr sz="900">
                <a:solidFill>
                  <a:schemeClr val="tx1"/>
                </a:solidFill>
                <a:latin typeface="Arial" panose="020B0604020202020204" pitchFamily="34" charset="0"/>
              </a:defRPr>
            </a:lvl1pPr>
            <a:lvl2pPr marL="742950" indent="-285750" defTabSz="965200">
              <a:defRPr sz="900">
                <a:solidFill>
                  <a:schemeClr val="tx1"/>
                </a:solidFill>
                <a:latin typeface="Arial" panose="020B0604020202020204" pitchFamily="34" charset="0"/>
              </a:defRPr>
            </a:lvl2pPr>
            <a:lvl3pPr marL="1143000" indent="-228600" defTabSz="965200">
              <a:defRPr sz="900">
                <a:solidFill>
                  <a:schemeClr val="tx1"/>
                </a:solidFill>
                <a:latin typeface="Arial" panose="020B0604020202020204" pitchFamily="34" charset="0"/>
              </a:defRPr>
            </a:lvl3pPr>
            <a:lvl4pPr marL="1600200" indent="-228600" defTabSz="965200">
              <a:defRPr sz="900">
                <a:solidFill>
                  <a:schemeClr val="tx1"/>
                </a:solidFill>
                <a:latin typeface="Arial" panose="020B0604020202020204" pitchFamily="34" charset="0"/>
              </a:defRPr>
            </a:lvl4pPr>
            <a:lvl5pPr marL="2057400" indent="-228600" defTabSz="965200">
              <a:defRPr sz="900">
                <a:solidFill>
                  <a:schemeClr val="tx1"/>
                </a:solidFill>
                <a:latin typeface="Arial" panose="020B0604020202020204" pitchFamily="34" charset="0"/>
              </a:defRPr>
            </a:lvl5pPr>
            <a:lvl6pPr marL="2514600" indent="-228600" defTabSz="965200" eaLnBrk="0" fontAlgn="base" hangingPunct="0">
              <a:spcBef>
                <a:spcPct val="0"/>
              </a:spcBef>
              <a:spcAft>
                <a:spcPct val="0"/>
              </a:spcAft>
              <a:defRPr sz="900">
                <a:solidFill>
                  <a:schemeClr val="tx1"/>
                </a:solidFill>
                <a:latin typeface="Arial" panose="020B0604020202020204" pitchFamily="34" charset="0"/>
              </a:defRPr>
            </a:lvl6pPr>
            <a:lvl7pPr marL="2971800" indent="-228600" defTabSz="965200" eaLnBrk="0" fontAlgn="base" hangingPunct="0">
              <a:spcBef>
                <a:spcPct val="0"/>
              </a:spcBef>
              <a:spcAft>
                <a:spcPct val="0"/>
              </a:spcAft>
              <a:defRPr sz="900">
                <a:solidFill>
                  <a:schemeClr val="tx1"/>
                </a:solidFill>
                <a:latin typeface="Arial" panose="020B0604020202020204" pitchFamily="34" charset="0"/>
              </a:defRPr>
            </a:lvl7pPr>
            <a:lvl8pPr marL="3429000" indent="-228600" defTabSz="965200" eaLnBrk="0" fontAlgn="base" hangingPunct="0">
              <a:spcBef>
                <a:spcPct val="0"/>
              </a:spcBef>
              <a:spcAft>
                <a:spcPct val="0"/>
              </a:spcAft>
              <a:defRPr sz="900">
                <a:solidFill>
                  <a:schemeClr val="tx1"/>
                </a:solidFill>
                <a:latin typeface="Arial" panose="020B0604020202020204" pitchFamily="34" charset="0"/>
              </a:defRPr>
            </a:lvl8pPr>
            <a:lvl9pPr marL="3886200" indent="-228600" defTabSz="965200"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965200" rtl="0" eaLnBrk="1" fontAlgn="base" latinLnBrk="0" hangingPunct="1">
              <a:lnSpc>
                <a:spcPct val="100000"/>
              </a:lnSpc>
              <a:spcBef>
                <a:spcPct val="0"/>
              </a:spcBef>
              <a:spcAft>
                <a:spcPct val="0"/>
              </a:spcAft>
              <a:buClrTx/>
              <a:buSzTx/>
              <a:buFont typeface="Arial" panose="020B0604020202020204" pitchFamily="34" charset="0"/>
              <a:buNone/>
              <a:tabLst/>
              <a:defRPr/>
            </a:pPr>
            <a:fld id="{C56D1979-5C35-41D2-B6A0-79789A40CC7E}" type="slidenum">
              <a:rPr kumimoji="0" lang="en-GB" altLang="en-US" sz="13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pPr marL="0" marR="0" lvl="0" indent="0" algn="r" defTabSz="965200" rtl="0" eaLnBrk="1" fontAlgn="base" latinLnBrk="0" hangingPunct="1">
                <a:lnSpc>
                  <a:spcPct val="100000"/>
                </a:lnSpc>
                <a:spcBef>
                  <a:spcPct val="0"/>
                </a:spcBef>
                <a:spcAft>
                  <a:spcPct val="0"/>
                </a:spcAft>
                <a:buClrTx/>
                <a:buSzTx/>
                <a:buFont typeface="Arial" panose="020B0604020202020204" pitchFamily="34" charset="0"/>
                <a:buNone/>
                <a:tabLst/>
                <a:defRPr/>
              </a:pPr>
              <a:t>2</a:t>
            </a:fld>
            <a:endParaRPr kumimoji="0" lang="en-GB" altLang="en-US" sz="13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120825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CCB3CB-E0DD-4681-9E95-6D3D1B90CCF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3999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DCCB3CB-E0DD-4681-9E95-6D3D1B90CCFB}" type="slidenum">
              <a:rPr lang="en-GB" smtClean="0"/>
              <a:t>23</a:t>
            </a:fld>
            <a:endParaRPr lang="en-GB" dirty="0"/>
          </a:p>
        </p:txBody>
      </p:sp>
    </p:spTree>
    <p:extLst>
      <p:ext uri="{BB962C8B-B14F-4D97-AF65-F5344CB8AC3E}">
        <p14:creationId xmlns:p14="http://schemas.microsoft.com/office/powerpoint/2010/main" val="34162261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7" Type="http://schemas.openxmlformats.org/officeDocument/2006/relationships/image" Target="../media/image4.emf"/><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5.emf"/></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12.xml"/><Relationship Id="rId7" Type="http://schemas.openxmlformats.org/officeDocument/2006/relationships/image" Target="../media/image4.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6.emf"/></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 White" userDrawn="1">
  <p:cSld name="Title Only - White">
    <p:spTree>
      <p:nvGrpSpPr>
        <p:cNvPr id="1" name="Shape 78"/>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336207-BC1D-49AF-A16A-D5C5D82EF16C}"/>
              </a:ext>
            </a:extLst>
          </p:cNvPr>
          <p:cNvGraphicFramePr>
            <a:graphicFrameLocks noChangeAspect="1"/>
          </p:cNvGraphicFramePr>
          <p:nvPr userDrawn="1">
            <p:custDataLst>
              <p:tags r:id="rId1"/>
            </p:custDataLst>
            <p:extLst>
              <p:ext uri="{D42A27DB-BD31-4B8C-83A1-F6EECF244321}">
                <p14:modId xmlns:p14="http://schemas.microsoft.com/office/powerpoint/2010/main" val="151068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 name="Object 1" hidden="1">
                        <a:extLst>
                          <a:ext uri="{FF2B5EF4-FFF2-40B4-BE49-F238E27FC236}">
                            <a16:creationId xmlns:a16="http://schemas.microsoft.com/office/drawing/2014/main" id="{17336207-BC1D-49AF-A16A-D5C5D82EF1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9" name="Google Shape;79;p130"/>
          <p:cNvSpPr txBox="1">
            <a:spLocks noGrp="1"/>
          </p:cNvSpPr>
          <p:nvPr>
            <p:ph type="title"/>
          </p:nvPr>
        </p:nvSpPr>
        <p:spPr>
          <a:xfrm>
            <a:off x="442913" y="384048"/>
            <a:ext cx="11306175" cy="841248"/>
          </a:xfrm>
          <a:prstGeom prst="rect">
            <a:avLst/>
          </a:prstGeom>
        </p:spPr>
        <p:txBody>
          <a:bodyPr vert="horz" lIns="0" tIns="0" rIns="0" bIns="0" rtlCol="0" anchor="t" anchorCtr="0">
            <a:noAutofit/>
          </a:bodyPr>
          <a:lstStyle>
            <a:lvl1pPr>
              <a:defRPr lang="en-GB" kern="1200" baseline="0" noProof="0" dirty="0">
                <a:solidFill>
                  <a:schemeClr val="tx1"/>
                </a:solidFill>
                <a:latin typeface="Georgia" panose="02040502050405020303" pitchFamily="18" charset="0"/>
                <a:ea typeface="+mj-ea"/>
                <a:cs typeface="+mj-cs"/>
              </a:defRPr>
            </a:lvl1pPr>
          </a:lstStyle>
          <a:p>
            <a:pPr lvl="0" defTabSz="898900" eaLnBrk="1" latinLnBrk="0" hangingPunct="1">
              <a:lnSpc>
                <a:spcPts val="3300"/>
              </a:lnSpc>
              <a:spcBef>
                <a:spcPct val="0"/>
              </a:spcBef>
            </a:pPr>
            <a:endParaRPr/>
          </a:p>
        </p:txBody>
      </p:sp>
      <p:sp>
        <p:nvSpPr>
          <p:cNvPr id="80" name="Google Shape;80;p130"/>
          <p:cNvSpPr txBox="1">
            <a:spLocks noGrp="1"/>
          </p:cNvSpPr>
          <p:nvPr>
            <p:ph type="subTitle" idx="1"/>
          </p:nvPr>
        </p:nvSpPr>
        <p:spPr>
          <a:xfrm>
            <a:off x="442913" y="1276212"/>
            <a:ext cx="11306173" cy="320177"/>
          </a:xfrm>
          <a:prstGeom prst="rect">
            <a:avLst/>
          </a:prstGeom>
          <a:noFill/>
          <a:ln>
            <a:noFill/>
          </a:ln>
        </p:spPr>
        <p:txBody>
          <a:bodyPr spcFirstLastPara="1" wrap="square" lIns="0" tIns="0" rIns="0" bIns="0" anchor="t" anchorCtr="0">
            <a:noAutofit/>
          </a:bodyPr>
          <a:lstStyle>
            <a:lvl1pPr marL="0" lvl="0" indent="0" algn="l">
              <a:lnSpc>
                <a:spcPct val="100000"/>
              </a:lnSpc>
              <a:spcBef>
                <a:spcPts val="0"/>
              </a:spcBef>
              <a:spcAft>
                <a:spcPts val="0"/>
              </a:spcAft>
              <a:buClr>
                <a:schemeClr val="dk2"/>
              </a:buClr>
              <a:buSzPts val="1800"/>
              <a:buNone/>
              <a:defRPr sz="1800" b="1">
                <a:solidFill>
                  <a:schemeClr val="dk2"/>
                </a:solidFill>
              </a:defRPr>
            </a:lvl1pPr>
            <a:lvl2pPr lvl="1" algn="l">
              <a:lnSpc>
                <a:spcPct val="100000"/>
              </a:lnSpc>
              <a:spcBef>
                <a:spcPts val="0"/>
              </a:spcBef>
              <a:spcAft>
                <a:spcPts val="0"/>
              </a:spcAft>
              <a:buClr>
                <a:schemeClr val="dk2"/>
              </a:buClr>
              <a:buSzPts val="1800"/>
              <a:buNone/>
              <a:defRPr sz="1800" b="1">
                <a:solidFill>
                  <a:schemeClr val="dk2"/>
                </a:solidFill>
              </a:defRPr>
            </a:lvl2pPr>
            <a:lvl3pPr lvl="2" algn="l">
              <a:lnSpc>
                <a:spcPct val="100000"/>
              </a:lnSpc>
              <a:spcBef>
                <a:spcPts val="0"/>
              </a:spcBef>
              <a:spcAft>
                <a:spcPts val="0"/>
              </a:spcAft>
              <a:buClr>
                <a:schemeClr val="dk2"/>
              </a:buClr>
              <a:buSzPts val="1800"/>
              <a:buNone/>
              <a:defRPr sz="1800" b="1">
                <a:solidFill>
                  <a:schemeClr val="dk2"/>
                </a:solidFill>
              </a:defRPr>
            </a:lvl3pPr>
            <a:lvl4pPr lvl="3" algn="l">
              <a:lnSpc>
                <a:spcPct val="100000"/>
              </a:lnSpc>
              <a:spcBef>
                <a:spcPts val="0"/>
              </a:spcBef>
              <a:spcAft>
                <a:spcPts val="0"/>
              </a:spcAft>
              <a:buClr>
                <a:schemeClr val="dk2"/>
              </a:buClr>
              <a:buSzPts val="1800"/>
              <a:buNone/>
              <a:defRPr sz="1800" b="1">
                <a:solidFill>
                  <a:schemeClr val="dk2"/>
                </a:solidFill>
              </a:defRPr>
            </a:lvl4pPr>
            <a:lvl5pPr lvl="4" algn="l">
              <a:lnSpc>
                <a:spcPct val="100000"/>
              </a:lnSpc>
              <a:spcBef>
                <a:spcPts val="0"/>
              </a:spcBef>
              <a:spcAft>
                <a:spcPts val="0"/>
              </a:spcAft>
              <a:buClr>
                <a:schemeClr val="dk2"/>
              </a:buClr>
              <a:buSzPts val="1800"/>
              <a:buNone/>
              <a:defRPr sz="1800" b="1">
                <a:solidFill>
                  <a:schemeClr val="dk2"/>
                </a:solidFill>
              </a:defRPr>
            </a:lvl5pPr>
            <a:lvl6pPr lvl="5" algn="l">
              <a:lnSpc>
                <a:spcPct val="100000"/>
              </a:lnSpc>
              <a:spcBef>
                <a:spcPts val="0"/>
              </a:spcBef>
              <a:spcAft>
                <a:spcPts val="0"/>
              </a:spcAft>
              <a:buClr>
                <a:schemeClr val="dk2"/>
              </a:buClr>
              <a:buSzPts val="1800"/>
              <a:buNone/>
              <a:defRPr sz="1800" b="1">
                <a:solidFill>
                  <a:schemeClr val="dk2"/>
                </a:solidFill>
              </a:defRPr>
            </a:lvl6pPr>
            <a:lvl7pPr lvl="6" algn="l">
              <a:lnSpc>
                <a:spcPct val="100000"/>
              </a:lnSpc>
              <a:spcBef>
                <a:spcPts val="0"/>
              </a:spcBef>
              <a:spcAft>
                <a:spcPts val="0"/>
              </a:spcAft>
              <a:buClr>
                <a:schemeClr val="dk2"/>
              </a:buClr>
              <a:buSzPts val="1800"/>
              <a:buNone/>
              <a:defRPr sz="1800" b="1">
                <a:solidFill>
                  <a:schemeClr val="dk2"/>
                </a:solidFill>
              </a:defRPr>
            </a:lvl7pPr>
            <a:lvl8pPr lvl="7" algn="l">
              <a:lnSpc>
                <a:spcPct val="100000"/>
              </a:lnSpc>
              <a:spcBef>
                <a:spcPts val="0"/>
              </a:spcBef>
              <a:spcAft>
                <a:spcPts val="0"/>
              </a:spcAft>
              <a:buClr>
                <a:schemeClr val="dk2"/>
              </a:buClr>
              <a:buSzPts val="1800"/>
              <a:buNone/>
              <a:defRPr sz="1800" b="1">
                <a:solidFill>
                  <a:schemeClr val="dk2"/>
                </a:solidFill>
              </a:defRPr>
            </a:lvl8pPr>
            <a:lvl9pPr lvl="8" algn="l">
              <a:lnSpc>
                <a:spcPct val="100000"/>
              </a:lnSpc>
              <a:spcBef>
                <a:spcPts val="0"/>
              </a:spcBef>
              <a:spcAft>
                <a:spcPts val="0"/>
              </a:spcAft>
              <a:buClr>
                <a:schemeClr val="dk2"/>
              </a:buClr>
              <a:buSzPts val="1800"/>
              <a:buNone/>
              <a:defRPr sz="1800" b="1">
                <a:solidFill>
                  <a:schemeClr val="dk2"/>
                </a:solidFill>
              </a:defRPr>
            </a:lvl9pPr>
          </a:lstStyle>
          <a:p>
            <a:endParaRPr/>
          </a:p>
        </p:txBody>
      </p:sp>
      <p:sp>
        <p:nvSpPr>
          <p:cNvPr id="81" name="Google Shape;81;p130"/>
          <p:cNvSpPr txBox="1">
            <a:spLocks noGrp="1"/>
          </p:cNvSpPr>
          <p:nvPr>
            <p:ph type="ftr" idx="11"/>
          </p:nvPr>
        </p:nvSpPr>
        <p:spPr>
          <a:xfrm>
            <a:off x="442912" y="6355080"/>
            <a:ext cx="1764792" cy="1371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2" name="Google Shape;82;p130"/>
          <p:cNvSpPr txBox="1">
            <a:spLocks noGrp="1"/>
          </p:cNvSpPr>
          <p:nvPr>
            <p:ph type="body" idx="2"/>
          </p:nvPr>
        </p:nvSpPr>
        <p:spPr>
          <a:xfrm>
            <a:off x="2432304" y="6355077"/>
            <a:ext cx="7315200" cy="274322"/>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Clr>
                <a:schemeClr val="dk1"/>
              </a:buClr>
              <a:buSzPts val="750"/>
              <a:buFont typeface="Arial"/>
              <a:buNone/>
              <a:defRPr sz="750"/>
            </a:lvl1pPr>
            <a:lvl2pPr marL="914400" lvl="1" indent="-228600" algn="l">
              <a:lnSpc>
                <a:spcPct val="100000"/>
              </a:lnSpc>
              <a:spcBef>
                <a:spcPts val="0"/>
              </a:spcBef>
              <a:spcAft>
                <a:spcPts val="0"/>
              </a:spcAft>
              <a:buClr>
                <a:schemeClr val="dk1"/>
              </a:buClr>
              <a:buSzPts val="750"/>
              <a:buFont typeface="Arial"/>
              <a:buNone/>
              <a:defRPr sz="750"/>
            </a:lvl2pPr>
            <a:lvl3pPr marL="1371600" lvl="2" indent="-228600" algn="l">
              <a:lnSpc>
                <a:spcPct val="100000"/>
              </a:lnSpc>
              <a:spcBef>
                <a:spcPts val="0"/>
              </a:spcBef>
              <a:spcAft>
                <a:spcPts val="0"/>
              </a:spcAft>
              <a:buClr>
                <a:schemeClr val="dk1"/>
              </a:buClr>
              <a:buSzPts val="750"/>
              <a:buFont typeface="Arial"/>
              <a:buNone/>
              <a:defRPr sz="750"/>
            </a:lvl3pPr>
            <a:lvl4pPr marL="1828800" lvl="3" indent="-228600" algn="l">
              <a:lnSpc>
                <a:spcPct val="100000"/>
              </a:lnSpc>
              <a:spcBef>
                <a:spcPts val="0"/>
              </a:spcBef>
              <a:spcAft>
                <a:spcPts val="0"/>
              </a:spcAft>
              <a:buClr>
                <a:schemeClr val="dk1"/>
              </a:buClr>
              <a:buSzPts val="750"/>
              <a:buFont typeface="Arial"/>
              <a:buNone/>
              <a:defRPr sz="750"/>
            </a:lvl4pPr>
            <a:lvl5pPr marL="2286000" lvl="4" indent="-228600" algn="l">
              <a:lnSpc>
                <a:spcPct val="100000"/>
              </a:lnSpc>
              <a:spcBef>
                <a:spcPts val="0"/>
              </a:spcBef>
              <a:spcAft>
                <a:spcPts val="0"/>
              </a:spcAft>
              <a:buClr>
                <a:schemeClr val="dk1"/>
              </a:buClr>
              <a:buSzPts val="750"/>
              <a:buFont typeface="Arial"/>
              <a:buNone/>
              <a:defRPr sz="750"/>
            </a:lvl5pPr>
            <a:lvl6pPr marL="2743200" lvl="5" indent="-228600" algn="l">
              <a:lnSpc>
                <a:spcPct val="100000"/>
              </a:lnSpc>
              <a:spcBef>
                <a:spcPts val="0"/>
              </a:spcBef>
              <a:spcAft>
                <a:spcPts val="0"/>
              </a:spcAft>
              <a:buClr>
                <a:schemeClr val="dk1"/>
              </a:buClr>
              <a:buSzPts val="750"/>
              <a:buFont typeface="Arial"/>
              <a:buNone/>
              <a:defRPr sz="750"/>
            </a:lvl6pPr>
            <a:lvl7pPr marL="3200400" lvl="6" indent="-228600" algn="l">
              <a:lnSpc>
                <a:spcPct val="100000"/>
              </a:lnSpc>
              <a:spcBef>
                <a:spcPts val="0"/>
              </a:spcBef>
              <a:spcAft>
                <a:spcPts val="0"/>
              </a:spcAft>
              <a:buClr>
                <a:schemeClr val="dk1"/>
              </a:buClr>
              <a:buSzPts val="750"/>
              <a:buFont typeface="Arial"/>
              <a:buNone/>
              <a:defRPr sz="750"/>
            </a:lvl7pPr>
            <a:lvl8pPr marL="3657600" lvl="7" indent="-228600" algn="l">
              <a:lnSpc>
                <a:spcPct val="100000"/>
              </a:lnSpc>
              <a:spcBef>
                <a:spcPts val="0"/>
              </a:spcBef>
              <a:spcAft>
                <a:spcPts val="0"/>
              </a:spcAft>
              <a:buClr>
                <a:schemeClr val="dk1"/>
              </a:buClr>
              <a:buSzPts val="750"/>
              <a:buFont typeface="Arial"/>
              <a:buNone/>
              <a:defRPr sz="750"/>
            </a:lvl8pPr>
            <a:lvl9pPr marL="4114800" lvl="8" indent="-228600" algn="l">
              <a:lnSpc>
                <a:spcPct val="100000"/>
              </a:lnSpc>
              <a:spcBef>
                <a:spcPts val="0"/>
              </a:spcBef>
              <a:spcAft>
                <a:spcPts val="0"/>
              </a:spcAft>
              <a:buClr>
                <a:schemeClr val="dk1"/>
              </a:buClr>
              <a:buSzPts val="750"/>
              <a:buFont typeface="Arial"/>
              <a:buNone/>
              <a:defRPr sz="750"/>
            </a:lvl9pPr>
          </a:lstStyle>
          <a:p>
            <a:endParaRPr/>
          </a:p>
        </p:txBody>
      </p:sp>
      <p:sp>
        <p:nvSpPr>
          <p:cNvPr id="83" name="Google Shape;83;p130"/>
          <p:cNvSpPr txBox="1">
            <a:spLocks noGrp="1"/>
          </p:cNvSpPr>
          <p:nvPr>
            <p:ph type="dt" idx="10"/>
          </p:nvPr>
        </p:nvSpPr>
        <p:spPr>
          <a:xfrm>
            <a:off x="9984296" y="6355080"/>
            <a:ext cx="1764792" cy="137160"/>
          </a:xfrm>
          <a:prstGeom prst="rect">
            <a:avLst/>
          </a:prstGeom>
          <a:noFill/>
          <a:ln>
            <a:noFill/>
          </a:ln>
        </p:spPr>
        <p:txBody>
          <a:bodyPr spcFirstLastPara="1" wrap="square" lIns="0" tIns="0" rIns="0" bIns="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4" name="Google Shape;84;p130"/>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ctr" anchorCtr="0">
            <a:noAutofit/>
          </a:bodyPr>
          <a:lstStyle>
            <a:lvl1pPr marL="0" lvl="0" indent="0" algn="r">
              <a:spcBef>
                <a:spcPts val="0"/>
              </a:spcBef>
              <a:buNone/>
              <a:defRPr sz="750">
                <a:solidFill>
                  <a:schemeClr val="dk1"/>
                </a:solidFill>
                <a:latin typeface="Arial"/>
                <a:ea typeface="Arial"/>
                <a:cs typeface="Arial"/>
                <a:sym typeface="Arial"/>
              </a:defRPr>
            </a:lvl1pPr>
            <a:lvl2pPr marL="0" lvl="1" indent="0" algn="r">
              <a:spcBef>
                <a:spcPts val="0"/>
              </a:spcBef>
              <a:buNone/>
              <a:defRPr sz="750">
                <a:solidFill>
                  <a:schemeClr val="dk1"/>
                </a:solidFill>
                <a:latin typeface="Arial"/>
                <a:ea typeface="Arial"/>
                <a:cs typeface="Arial"/>
                <a:sym typeface="Arial"/>
              </a:defRPr>
            </a:lvl2pPr>
            <a:lvl3pPr marL="0" lvl="2" indent="0" algn="r">
              <a:spcBef>
                <a:spcPts val="0"/>
              </a:spcBef>
              <a:buNone/>
              <a:defRPr sz="750">
                <a:solidFill>
                  <a:schemeClr val="dk1"/>
                </a:solidFill>
                <a:latin typeface="Arial"/>
                <a:ea typeface="Arial"/>
                <a:cs typeface="Arial"/>
                <a:sym typeface="Arial"/>
              </a:defRPr>
            </a:lvl3pPr>
            <a:lvl4pPr marL="0" lvl="3" indent="0" algn="r">
              <a:spcBef>
                <a:spcPts val="0"/>
              </a:spcBef>
              <a:buNone/>
              <a:defRPr sz="750">
                <a:solidFill>
                  <a:schemeClr val="dk1"/>
                </a:solidFill>
                <a:latin typeface="Arial"/>
                <a:ea typeface="Arial"/>
                <a:cs typeface="Arial"/>
                <a:sym typeface="Arial"/>
              </a:defRPr>
            </a:lvl4pPr>
            <a:lvl5pPr marL="0" lvl="4" indent="0" algn="r">
              <a:spcBef>
                <a:spcPts val="0"/>
              </a:spcBef>
              <a:buNone/>
              <a:defRPr sz="750">
                <a:solidFill>
                  <a:schemeClr val="dk1"/>
                </a:solidFill>
                <a:latin typeface="Arial"/>
                <a:ea typeface="Arial"/>
                <a:cs typeface="Arial"/>
                <a:sym typeface="Arial"/>
              </a:defRPr>
            </a:lvl5pPr>
            <a:lvl6pPr marL="0" lvl="5" indent="0" algn="r">
              <a:spcBef>
                <a:spcPts val="0"/>
              </a:spcBef>
              <a:buNone/>
              <a:defRPr sz="750">
                <a:solidFill>
                  <a:schemeClr val="dk1"/>
                </a:solidFill>
                <a:latin typeface="Arial"/>
                <a:ea typeface="Arial"/>
                <a:cs typeface="Arial"/>
                <a:sym typeface="Arial"/>
              </a:defRPr>
            </a:lvl6pPr>
            <a:lvl7pPr marL="0" lvl="6" indent="0" algn="r">
              <a:spcBef>
                <a:spcPts val="0"/>
              </a:spcBef>
              <a:buNone/>
              <a:defRPr sz="750">
                <a:solidFill>
                  <a:schemeClr val="dk1"/>
                </a:solidFill>
                <a:latin typeface="Arial"/>
                <a:ea typeface="Arial"/>
                <a:cs typeface="Arial"/>
                <a:sym typeface="Arial"/>
              </a:defRPr>
            </a:lvl7pPr>
            <a:lvl8pPr marL="0" lvl="7" indent="0" algn="r">
              <a:spcBef>
                <a:spcPts val="0"/>
              </a:spcBef>
              <a:buNone/>
              <a:defRPr sz="750">
                <a:solidFill>
                  <a:schemeClr val="dk1"/>
                </a:solidFill>
                <a:latin typeface="Arial"/>
                <a:ea typeface="Arial"/>
                <a:cs typeface="Arial"/>
                <a:sym typeface="Arial"/>
              </a:defRPr>
            </a:lvl8pPr>
            <a:lvl9pPr marL="0" lvl="8" indent="0" algn="r">
              <a:spcBef>
                <a:spcPts val="0"/>
              </a:spcBef>
              <a:buNone/>
              <a:defRPr sz="75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85" name="Google Shape;85;p130"/>
          <p:cNvSpPr txBox="1"/>
          <p:nvPr/>
        </p:nvSpPr>
        <p:spPr>
          <a:xfrm>
            <a:off x="442912" y="6519672"/>
            <a:ext cx="435977" cy="109728"/>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en-US" sz="750" dirty="0">
                <a:solidFill>
                  <a:schemeClr val="dk1"/>
                </a:solidFill>
                <a:latin typeface="Arial"/>
                <a:ea typeface="Arial"/>
                <a:cs typeface="Arial"/>
                <a:sym typeface="Arial"/>
              </a:rPr>
              <a:t>Strategy&amp;</a:t>
            </a:r>
            <a:endParaRPr dirty="0"/>
          </a:p>
        </p:txBody>
      </p:sp>
    </p:spTree>
    <p:extLst>
      <p:ext uri="{BB962C8B-B14F-4D97-AF65-F5344CB8AC3E}">
        <p14:creationId xmlns:p14="http://schemas.microsoft.com/office/powerpoint/2010/main" val="360853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 Photo Dark - Client">
  <p:cSld name="Title Slide - Photo Dark - Client">
    <p:bg>
      <p:bgPr>
        <a:blipFill>
          <a:blip r:embed="rId2">
            <a:alphaModFix/>
          </a:blip>
          <a:stretch>
            <a:fillRect/>
          </a:stretch>
        </a:blipFill>
        <a:effectLst/>
      </p:bgPr>
    </p:bg>
    <p:spTree>
      <p:nvGrpSpPr>
        <p:cNvPr id="1" name="Shape 313"/>
        <p:cNvGrpSpPr/>
        <p:nvPr/>
      </p:nvGrpSpPr>
      <p:grpSpPr>
        <a:xfrm>
          <a:off x="0" y="0"/>
          <a:ext cx="0" cy="0"/>
          <a:chOff x="0" y="0"/>
          <a:chExt cx="0" cy="0"/>
        </a:xfrm>
      </p:grpSpPr>
      <p:grpSp>
        <p:nvGrpSpPr>
          <p:cNvPr id="314" name="Google Shape;314;p297"/>
          <p:cNvGrpSpPr/>
          <p:nvPr/>
        </p:nvGrpSpPr>
        <p:grpSpPr>
          <a:xfrm>
            <a:off x="0" y="0"/>
            <a:ext cx="12192001" cy="6858000"/>
            <a:chOff x="0" y="0"/>
            <a:chExt cx="12192001" cy="6858000"/>
          </a:xfrm>
        </p:grpSpPr>
        <p:sp>
          <p:nvSpPr>
            <p:cNvPr id="315" name="Google Shape;315;p297"/>
            <p:cNvSpPr/>
            <p:nvPr/>
          </p:nvSpPr>
          <p:spPr>
            <a:xfrm>
              <a:off x="0" y="0"/>
              <a:ext cx="12192001" cy="6858000"/>
            </a:xfrm>
            <a:custGeom>
              <a:avLst/>
              <a:gdLst/>
              <a:ahLst/>
              <a:cxnLst/>
              <a:rect l="l" t="t" r="r" b="b"/>
              <a:pathLst>
                <a:path w="25599" h="14399" extrusionOk="0">
                  <a:moveTo>
                    <a:pt x="22866" y="1924"/>
                  </a:moveTo>
                  <a:lnTo>
                    <a:pt x="22866" y="1924"/>
                  </a:lnTo>
                  <a:cubicBezTo>
                    <a:pt x="22866" y="4186"/>
                    <a:pt x="21457" y="5301"/>
                    <a:pt x="19917" y="6285"/>
                  </a:cubicBezTo>
                  <a:lnTo>
                    <a:pt x="22320" y="9383"/>
                  </a:lnTo>
                  <a:lnTo>
                    <a:pt x="25599" y="6702"/>
                  </a:lnTo>
                  <a:lnTo>
                    <a:pt x="25599" y="0"/>
                  </a:lnTo>
                  <a:lnTo>
                    <a:pt x="22444" y="0"/>
                  </a:lnTo>
                  <a:cubicBezTo>
                    <a:pt x="22718" y="570"/>
                    <a:pt x="22866" y="1223"/>
                    <a:pt x="22866" y="1924"/>
                  </a:cubicBezTo>
                  <a:close/>
                  <a:moveTo>
                    <a:pt x="22135" y="14399"/>
                  </a:moveTo>
                  <a:lnTo>
                    <a:pt x="22135" y="14399"/>
                  </a:lnTo>
                  <a:lnTo>
                    <a:pt x="21685" y="13829"/>
                  </a:lnTo>
                  <a:cubicBezTo>
                    <a:pt x="21459" y="14020"/>
                    <a:pt x="21210" y="14215"/>
                    <a:pt x="20931" y="14399"/>
                  </a:cubicBezTo>
                  <a:lnTo>
                    <a:pt x="22135" y="14399"/>
                  </a:lnTo>
                  <a:close/>
                  <a:moveTo>
                    <a:pt x="12339" y="10418"/>
                  </a:moveTo>
                  <a:lnTo>
                    <a:pt x="12339" y="10418"/>
                  </a:lnTo>
                  <a:cubicBezTo>
                    <a:pt x="12339" y="8024"/>
                    <a:pt x="13815" y="6712"/>
                    <a:pt x="15530" y="5690"/>
                  </a:cubicBezTo>
                  <a:cubicBezTo>
                    <a:pt x="14841" y="4779"/>
                    <a:pt x="14175" y="3740"/>
                    <a:pt x="14175" y="2121"/>
                  </a:cubicBezTo>
                  <a:cubicBezTo>
                    <a:pt x="14175" y="1324"/>
                    <a:pt x="14360" y="609"/>
                    <a:pt x="14687" y="0"/>
                  </a:cubicBezTo>
                  <a:lnTo>
                    <a:pt x="0" y="0"/>
                  </a:lnTo>
                  <a:lnTo>
                    <a:pt x="0" y="14399"/>
                  </a:lnTo>
                  <a:lnTo>
                    <a:pt x="14352" y="14399"/>
                  </a:lnTo>
                  <a:cubicBezTo>
                    <a:pt x="13055" y="13517"/>
                    <a:pt x="12339" y="12085"/>
                    <a:pt x="12339" y="10418"/>
                  </a:cubicBezTo>
                  <a:close/>
                  <a:moveTo>
                    <a:pt x="17356" y="2154"/>
                  </a:moveTo>
                  <a:lnTo>
                    <a:pt x="17356" y="2154"/>
                  </a:lnTo>
                  <a:cubicBezTo>
                    <a:pt x="17356" y="2957"/>
                    <a:pt x="17728" y="3498"/>
                    <a:pt x="18221" y="4115"/>
                  </a:cubicBezTo>
                  <a:cubicBezTo>
                    <a:pt x="19165" y="3560"/>
                    <a:pt x="19783" y="3036"/>
                    <a:pt x="19783" y="2056"/>
                  </a:cubicBezTo>
                  <a:cubicBezTo>
                    <a:pt x="19783" y="1367"/>
                    <a:pt x="19422" y="744"/>
                    <a:pt x="18635" y="744"/>
                  </a:cubicBezTo>
                  <a:cubicBezTo>
                    <a:pt x="17881" y="744"/>
                    <a:pt x="17356" y="1301"/>
                    <a:pt x="17356" y="2154"/>
                  </a:cubicBezTo>
                  <a:close/>
                  <a:moveTo>
                    <a:pt x="25599" y="13611"/>
                  </a:moveTo>
                  <a:lnTo>
                    <a:pt x="25599" y="13611"/>
                  </a:lnTo>
                  <a:lnTo>
                    <a:pt x="25599" y="10608"/>
                  </a:lnTo>
                  <a:lnTo>
                    <a:pt x="24178" y="11778"/>
                  </a:lnTo>
                  <a:lnTo>
                    <a:pt x="25599" y="13611"/>
                  </a:lnTo>
                  <a:close/>
                  <a:moveTo>
                    <a:pt x="15782" y="10320"/>
                  </a:moveTo>
                  <a:lnTo>
                    <a:pt x="15782" y="10320"/>
                  </a:lnTo>
                  <a:cubicBezTo>
                    <a:pt x="15782" y="9172"/>
                    <a:pt x="16307" y="8614"/>
                    <a:pt x="17258" y="7991"/>
                  </a:cubicBezTo>
                  <a:lnTo>
                    <a:pt x="19866" y="11388"/>
                  </a:lnTo>
                  <a:cubicBezTo>
                    <a:pt x="19357" y="11795"/>
                    <a:pt x="18635" y="12254"/>
                    <a:pt x="17750" y="12254"/>
                  </a:cubicBezTo>
                  <a:cubicBezTo>
                    <a:pt x="16700" y="12254"/>
                    <a:pt x="15782" y="11533"/>
                    <a:pt x="15782" y="10320"/>
                  </a:cubicBezTo>
                  <a:close/>
                </a:path>
              </a:pathLst>
            </a:custGeom>
            <a:solidFill>
              <a:srgbClr val="000000">
                <a:alpha val="68627"/>
              </a:srgbClr>
            </a:solidFill>
            <a:ln>
              <a:noFill/>
            </a:ln>
          </p:spPr>
          <p:txBody>
            <a:bodyPr spcFirstLastPara="1" wrap="square" lIns="80675" tIns="40325" rIns="80675" bIns="40325" anchor="t" anchorCtr="0">
              <a:noAutofit/>
            </a:bodyPr>
            <a:lstStyle/>
            <a:p>
              <a:pPr marL="0" marR="0" lvl="0" indent="0" algn="l" rtl="0">
                <a:lnSpc>
                  <a:spcPct val="100000"/>
                </a:lnSpc>
                <a:spcBef>
                  <a:spcPts val="0"/>
                </a:spcBef>
                <a:spcAft>
                  <a:spcPts val="0"/>
                </a:spcAft>
                <a:buClr>
                  <a:srgbClr val="000000"/>
                </a:buClr>
                <a:buSzPts val="857"/>
                <a:buFont typeface="Arial"/>
                <a:buNone/>
              </a:pPr>
              <a:endParaRPr sz="857" b="0" i="0" u="none" strike="noStrike" cap="none" dirty="0">
                <a:solidFill>
                  <a:schemeClr val="dk1"/>
                </a:solidFill>
                <a:latin typeface="Arial"/>
                <a:ea typeface="Arial"/>
                <a:cs typeface="Arial"/>
                <a:sym typeface="Arial"/>
              </a:endParaRPr>
            </a:p>
          </p:txBody>
        </p:sp>
        <p:sp>
          <p:nvSpPr>
            <p:cNvPr id="316" name="Google Shape;316;p297"/>
            <p:cNvSpPr/>
            <p:nvPr/>
          </p:nvSpPr>
          <p:spPr>
            <a:xfrm>
              <a:off x="447675" y="1504950"/>
              <a:ext cx="5473700" cy="9207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9"/>
                <a:buFont typeface="Arial"/>
                <a:buNone/>
              </a:pPr>
              <a:endParaRPr sz="1059" b="0" i="0" u="none" strike="noStrike" cap="none" dirty="0">
                <a:solidFill>
                  <a:schemeClr val="lt1"/>
                </a:solidFill>
                <a:latin typeface="Arial"/>
                <a:ea typeface="Arial"/>
                <a:cs typeface="Arial"/>
                <a:sym typeface="Arial"/>
              </a:endParaRPr>
            </a:p>
          </p:txBody>
        </p:sp>
        <p:grpSp>
          <p:nvGrpSpPr>
            <p:cNvPr id="317" name="Google Shape;317;p297"/>
            <p:cNvGrpSpPr/>
            <p:nvPr/>
          </p:nvGrpSpPr>
          <p:grpSpPr>
            <a:xfrm>
              <a:off x="457199" y="426117"/>
              <a:ext cx="1496699" cy="464131"/>
              <a:chOff x="3638550" y="5445125"/>
              <a:chExt cx="3849688" cy="1193801"/>
            </a:xfrm>
          </p:grpSpPr>
          <p:sp>
            <p:nvSpPr>
              <p:cNvPr id="318" name="Google Shape;318;p297"/>
              <p:cNvSpPr/>
              <p:nvPr/>
            </p:nvSpPr>
            <p:spPr>
              <a:xfrm>
                <a:off x="3638550" y="6369050"/>
                <a:ext cx="169863" cy="204788"/>
              </a:xfrm>
              <a:custGeom>
                <a:avLst/>
                <a:gdLst/>
                <a:ahLst/>
                <a:cxnLst/>
                <a:rect l="l" t="t" r="r" b="b"/>
                <a:pathLst>
                  <a:path w="50" h="60" extrusionOk="0">
                    <a:moveTo>
                      <a:pt x="29" y="0"/>
                    </a:moveTo>
                    <a:cubicBezTo>
                      <a:pt x="36" y="0"/>
                      <a:pt x="40" y="1"/>
                      <a:pt x="43" y="3"/>
                    </a:cubicBezTo>
                    <a:cubicBezTo>
                      <a:pt x="48" y="5"/>
                      <a:pt x="50" y="9"/>
                      <a:pt x="50" y="15"/>
                    </a:cubicBezTo>
                    <a:cubicBezTo>
                      <a:pt x="50" y="28"/>
                      <a:pt x="39" y="37"/>
                      <a:pt x="24" y="37"/>
                    </a:cubicBezTo>
                    <a:cubicBezTo>
                      <a:pt x="22" y="37"/>
                      <a:pt x="22" y="37"/>
                      <a:pt x="18" y="37"/>
                    </a:cubicBezTo>
                    <a:cubicBezTo>
                      <a:pt x="15" y="54"/>
                      <a:pt x="15" y="54"/>
                      <a:pt x="15" y="54"/>
                    </a:cubicBezTo>
                    <a:cubicBezTo>
                      <a:pt x="15" y="56"/>
                      <a:pt x="15" y="56"/>
                      <a:pt x="15" y="56"/>
                    </a:cubicBezTo>
                    <a:cubicBezTo>
                      <a:pt x="21" y="56"/>
                      <a:pt x="21" y="56"/>
                      <a:pt x="21" y="56"/>
                    </a:cubicBezTo>
                    <a:cubicBezTo>
                      <a:pt x="21" y="60"/>
                      <a:pt x="21" y="60"/>
                      <a:pt x="21" y="60"/>
                    </a:cubicBezTo>
                    <a:cubicBezTo>
                      <a:pt x="0" y="60"/>
                      <a:pt x="0" y="60"/>
                      <a:pt x="0" y="60"/>
                    </a:cubicBezTo>
                    <a:cubicBezTo>
                      <a:pt x="0" y="56"/>
                      <a:pt x="0" y="56"/>
                      <a:pt x="0" y="56"/>
                    </a:cubicBezTo>
                    <a:cubicBezTo>
                      <a:pt x="6" y="56"/>
                      <a:pt x="6" y="56"/>
                      <a:pt x="6" y="56"/>
                    </a:cubicBezTo>
                    <a:cubicBezTo>
                      <a:pt x="7" y="54"/>
                      <a:pt x="7" y="54"/>
                      <a:pt x="7" y="54"/>
                    </a:cubicBezTo>
                    <a:cubicBezTo>
                      <a:pt x="17" y="6"/>
                      <a:pt x="17" y="6"/>
                      <a:pt x="17" y="6"/>
                    </a:cubicBezTo>
                    <a:cubicBezTo>
                      <a:pt x="16" y="4"/>
                      <a:pt x="16" y="4"/>
                      <a:pt x="16" y="4"/>
                    </a:cubicBezTo>
                    <a:cubicBezTo>
                      <a:pt x="10" y="4"/>
                      <a:pt x="10" y="4"/>
                      <a:pt x="10" y="4"/>
                    </a:cubicBezTo>
                    <a:cubicBezTo>
                      <a:pt x="10" y="0"/>
                      <a:pt x="10" y="0"/>
                      <a:pt x="10" y="0"/>
                    </a:cubicBezTo>
                    <a:lnTo>
                      <a:pt x="29" y="0"/>
                    </a:lnTo>
                    <a:close/>
                    <a:moveTo>
                      <a:pt x="19" y="33"/>
                    </a:moveTo>
                    <a:cubicBezTo>
                      <a:pt x="20" y="33"/>
                      <a:pt x="21" y="33"/>
                      <a:pt x="22" y="33"/>
                    </a:cubicBezTo>
                    <a:cubicBezTo>
                      <a:pt x="35" y="33"/>
                      <a:pt x="42" y="27"/>
                      <a:pt x="42" y="16"/>
                    </a:cubicBezTo>
                    <a:cubicBezTo>
                      <a:pt x="42" y="8"/>
                      <a:pt x="38" y="4"/>
                      <a:pt x="28" y="4"/>
                    </a:cubicBezTo>
                    <a:cubicBezTo>
                      <a:pt x="27" y="4"/>
                      <a:pt x="27" y="4"/>
                      <a:pt x="24" y="4"/>
                    </a:cubicBezTo>
                    <a:lnTo>
                      <a:pt x="19" y="3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19" name="Google Shape;319;p297"/>
              <p:cNvSpPr/>
              <p:nvPr/>
            </p:nvSpPr>
            <p:spPr>
              <a:xfrm>
                <a:off x="3808413" y="6427788"/>
                <a:ext cx="139700" cy="146050"/>
              </a:xfrm>
              <a:custGeom>
                <a:avLst/>
                <a:gdLst/>
                <a:ahLst/>
                <a:cxnLst/>
                <a:rect l="l" t="t" r="r" b="b"/>
                <a:pathLst>
                  <a:path w="41" h="43" extrusionOk="0">
                    <a:moveTo>
                      <a:pt x="39" y="0"/>
                    </a:moveTo>
                    <a:cubicBezTo>
                      <a:pt x="38" y="2"/>
                      <a:pt x="37" y="6"/>
                      <a:pt x="36" y="13"/>
                    </a:cubicBezTo>
                    <a:cubicBezTo>
                      <a:pt x="32" y="28"/>
                      <a:pt x="32" y="28"/>
                      <a:pt x="32" y="28"/>
                    </a:cubicBezTo>
                    <a:cubicBezTo>
                      <a:pt x="32" y="32"/>
                      <a:pt x="32" y="33"/>
                      <a:pt x="32" y="35"/>
                    </a:cubicBezTo>
                    <a:cubicBezTo>
                      <a:pt x="32" y="37"/>
                      <a:pt x="33" y="38"/>
                      <a:pt x="36" y="38"/>
                    </a:cubicBezTo>
                    <a:cubicBezTo>
                      <a:pt x="37" y="38"/>
                      <a:pt x="38" y="38"/>
                      <a:pt x="41" y="38"/>
                    </a:cubicBezTo>
                    <a:cubicBezTo>
                      <a:pt x="41" y="40"/>
                      <a:pt x="41" y="40"/>
                      <a:pt x="41" y="40"/>
                    </a:cubicBezTo>
                    <a:cubicBezTo>
                      <a:pt x="35" y="43"/>
                      <a:pt x="33" y="43"/>
                      <a:pt x="30" y="43"/>
                    </a:cubicBezTo>
                    <a:cubicBezTo>
                      <a:pt x="27" y="43"/>
                      <a:pt x="25" y="41"/>
                      <a:pt x="25" y="36"/>
                    </a:cubicBezTo>
                    <a:cubicBezTo>
                      <a:pt x="20" y="41"/>
                      <a:pt x="16" y="43"/>
                      <a:pt x="12" y="43"/>
                    </a:cubicBezTo>
                    <a:cubicBezTo>
                      <a:pt x="4" y="43"/>
                      <a:pt x="0" y="37"/>
                      <a:pt x="0" y="28"/>
                    </a:cubicBezTo>
                    <a:cubicBezTo>
                      <a:pt x="0" y="12"/>
                      <a:pt x="11" y="0"/>
                      <a:pt x="24" y="0"/>
                    </a:cubicBezTo>
                    <a:cubicBezTo>
                      <a:pt x="27" y="0"/>
                      <a:pt x="30" y="1"/>
                      <a:pt x="33" y="2"/>
                    </a:cubicBezTo>
                    <a:cubicBezTo>
                      <a:pt x="34" y="0"/>
                      <a:pt x="34" y="0"/>
                      <a:pt x="34" y="0"/>
                    </a:cubicBezTo>
                    <a:lnTo>
                      <a:pt x="39" y="0"/>
                    </a:lnTo>
                    <a:close/>
                    <a:moveTo>
                      <a:pt x="26" y="4"/>
                    </a:moveTo>
                    <a:cubicBezTo>
                      <a:pt x="26" y="3"/>
                      <a:pt x="25" y="3"/>
                      <a:pt x="25" y="3"/>
                    </a:cubicBezTo>
                    <a:cubicBezTo>
                      <a:pt x="15" y="3"/>
                      <a:pt x="7" y="14"/>
                      <a:pt x="7" y="27"/>
                    </a:cubicBezTo>
                    <a:cubicBezTo>
                      <a:pt x="7" y="34"/>
                      <a:pt x="10" y="38"/>
                      <a:pt x="15" y="38"/>
                    </a:cubicBezTo>
                    <a:cubicBezTo>
                      <a:pt x="18" y="38"/>
                      <a:pt x="21" y="37"/>
                      <a:pt x="25" y="32"/>
                    </a:cubicBezTo>
                    <a:cubicBezTo>
                      <a:pt x="30" y="9"/>
                      <a:pt x="30" y="9"/>
                      <a:pt x="30" y="9"/>
                    </a:cubicBezTo>
                    <a:lnTo>
                      <a:pt x="26" y="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0" name="Google Shape;320;p297"/>
              <p:cNvSpPr/>
              <p:nvPr/>
            </p:nvSpPr>
            <p:spPr>
              <a:xfrm>
                <a:off x="3968750" y="6427788"/>
                <a:ext cx="111125" cy="146050"/>
              </a:xfrm>
              <a:custGeom>
                <a:avLst/>
                <a:gdLst/>
                <a:ahLst/>
                <a:cxnLst/>
                <a:rect l="l" t="t" r="r" b="b"/>
                <a:pathLst>
                  <a:path w="33" h="43" extrusionOk="0">
                    <a:moveTo>
                      <a:pt x="15" y="0"/>
                    </a:moveTo>
                    <a:cubicBezTo>
                      <a:pt x="12" y="12"/>
                      <a:pt x="12" y="12"/>
                      <a:pt x="12" y="12"/>
                    </a:cubicBezTo>
                    <a:cubicBezTo>
                      <a:pt x="18" y="4"/>
                      <a:pt x="23" y="0"/>
                      <a:pt x="28" y="0"/>
                    </a:cubicBezTo>
                    <a:cubicBezTo>
                      <a:pt x="31" y="0"/>
                      <a:pt x="33" y="2"/>
                      <a:pt x="33" y="5"/>
                    </a:cubicBezTo>
                    <a:cubicBezTo>
                      <a:pt x="33" y="8"/>
                      <a:pt x="30" y="10"/>
                      <a:pt x="27" y="10"/>
                    </a:cubicBezTo>
                    <a:cubicBezTo>
                      <a:pt x="26" y="10"/>
                      <a:pt x="26" y="10"/>
                      <a:pt x="26" y="10"/>
                    </a:cubicBezTo>
                    <a:cubicBezTo>
                      <a:pt x="24" y="6"/>
                      <a:pt x="24" y="6"/>
                      <a:pt x="24" y="6"/>
                    </a:cubicBezTo>
                    <a:cubicBezTo>
                      <a:pt x="16" y="9"/>
                      <a:pt x="13" y="13"/>
                      <a:pt x="11" y="22"/>
                    </a:cubicBezTo>
                    <a:cubicBezTo>
                      <a:pt x="7" y="43"/>
                      <a:pt x="7" y="43"/>
                      <a:pt x="7" y="43"/>
                    </a:cubicBezTo>
                    <a:cubicBezTo>
                      <a:pt x="0" y="43"/>
                      <a:pt x="0" y="43"/>
                      <a:pt x="0" y="43"/>
                    </a:cubicBezTo>
                    <a:cubicBezTo>
                      <a:pt x="7" y="7"/>
                      <a:pt x="7" y="7"/>
                      <a:pt x="7" y="7"/>
                    </a:cubicBezTo>
                    <a:cubicBezTo>
                      <a:pt x="0" y="5"/>
                      <a:pt x="0" y="5"/>
                      <a:pt x="0" y="5"/>
                    </a:cubicBezTo>
                    <a:cubicBezTo>
                      <a:pt x="0" y="3"/>
                      <a:pt x="0" y="3"/>
                      <a:pt x="0" y="3"/>
                    </a:cubicBezTo>
                    <a:cubicBezTo>
                      <a:pt x="13" y="0"/>
                      <a:pt x="13" y="0"/>
                      <a:pt x="13" y="0"/>
                    </a:cubicBezTo>
                    <a:lnTo>
                      <a:pt x="1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1" name="Google Shape;321;p297"/>
              <p:cNvSpPr/>
              <p:nvPr/>
            </p:nvSpPr>
            <p:spPr>
              <a:xfrm>
                <a:off x="4094163" y="6399213"/>
                <a:ext cx="87313" cy="174625"/>
              </a:xfrm>
              <a:custGeom>
                <a:avLst/>
                <a:gdLst/>
                <a:ahLst/>
                <a:cxnLst/>
                <a:rect l="l" t="t" r="r" b="b"/>
                <a:pathLst>
                  <a:path w="26" h="51" extrusionOk="0">
                    <a:moveTo>
                      <a:pt x="15" y="0"/>
                    </a:moveTo>
                    <a:cubicBezTo>
                      <a:pt x="13" y="10"/>
                      <a:pt x="13" y="10"/>
                      <a:pt x="13" y="10"/>
                    </a:cubicBezTo>
                    <a:cubicBezTo>
                      <a:pt x="26" y="10"/>
                      <a:pt x="26" y="10"/>
                      <a:pt x="26" y="10"/>
                    </a:cubicBezTo>
                    <a:cubicBezTo>
                      <a:pt x="26" y="13"/>
                      <a:pt x="26" y="13"/>
                      <a:pt x="26" y="13"/>
                    </a:cubicBezTo>
                    <a:cubicBezTo>
                      <a:pt x="13" y="13"/>
                      <a:pt x="13" y="13"/>
                      <a:pt x="13" y="13"/>
                    </a:cubicBezTo>
                    <a:cubicBezTo>
                      <a:pt x="8" y="37"/>
                      <a:pt x="8" y="37"/>
                      <a:pt x="8" y="37"/>
                    </a:cubicBezTo>
                    <a:cubicBezTo>
                      <a:pt x="8" y="39"/>
                      <a:pt x="8" y="40"/>
                      <a:pt x="8" y="41"/>
                    </a:cubicBezTo>
                    <a:cubicBezTo>
                      <a:pt x="8" y="44"/>
                      <a:pt x="9" y="46"/>
                      <a:pt x="13" y="46"/>
                    </a:cubicBezTo>
                    <a:cubicBezTo>
                      <a:pt x="15" y="46"/>
                      <a:pt x="18" y="46"/>
                      <a:pt x="21" y="44"/>
                    </a:cubicBezTo>
                    <a:cubicBezTo>
                      <a:pt x="21" y="47"/>
                      <a:pt x="21" y="47"/>
                      <a:pt x="21" y="47"/>
                    </a:cubicBezTo>
                    <a:cubicBezTo>
                      <a:pt x="15" y="50"/>
                      <a:pt x="11" y="51"/>
                      <a:pt x="7" y="51"/>
                    </a:cubicBezTo>
                    <a:cubicBezTo>
                      <a:pt x="3" y="51"/>
                      <a:pt x="0" y="48"/>
                      <a:pt x="0" y="43"/>
                    </a:cubicBezTo>
                    <a:cubicBezTo>
                      <a:pt x="0" y="41"/>
                      <a:pt x="0" y="40"/>
                      <a:pt x="1" y="37"/>
                    </a:cubicBezTo>
                    <a:cubicBezTo>
                      <a:pt x="6" y="13"/>
                      <a:pt x="6" y="13"/>
                      <a:pt x="6" y="13"/>
                    </a:cubicBezTo>
                    <a:cubicBezTo>
                      <a:pt x="0" y="14"/>
                      <a:pt x="0" y="14"/>
                      <a:pt x="0" y="14"/>
                    </a:cubicBezTo>
                    <a:cubicBezTo>
                      <a:pt x="0" y="11"/>
                      <a:pt x="0" y="11"/>
                      <a:pt x="0" y="11"/>
                    </a:cubicBezTo>
                    <a:cubicBezTo>
                      <a:pt x="7" y="8"/>
                      <a:pt x="7" y="8"/>
                      <a:pt x="7" y="8"/>
                    </a:cubicBezTo>
                    <a:cubicBezTo>
                      <a:pt x="11" y="0"/>
                      <a:pt x="11" y="0"/>
                      <a:pt x="11" y="0"/>
                    </a:cubicBezTo>
                    <a:lnTo>
                      <a:pt x="1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2" name="Google Shape;322;p297"/>
              <p:cNvSpPr/>
              <p:nvPr/>
            </p:nvSpPr>
            <p:spPr>
              <a:xfrm>
                <a:off x="4246563" y="6427788"/>
                <a:ext cx="128588" cy="146050"/>
              </a:xfrm>
              <a:custGeom>
                <a:avLst/>
                <a:gdLst/>
                <a:ahLst/>
                <a:cxnLst/>
                <a:rect l="l" t="t" r="r" b="b"/>
                <a:pathLst>
                  <a:path w="38" h="43" extrusionOk="0">
                    <a:moveTo>
                      <a:pt x="38" y="17"/>
                    </a:moveTo>
                    <a:cubicBezTo>
                      <a:pt x="38" y="31"/>
                      <a:pt x="28" y="43"/>
                      <a:pt x="15" y="43"/>
                    </a:cubicBezTo>
                    <a:cubicBezTo>
                      <a:pt x="6" y="43"/>
                      <a:pt x="0" y="37"/>
                      <a:pt x="0" y="27"/>
                    </a:cubicBezTo>
                    <a:cubicBezTo>
                      <a:pt x="0" y="12"/>
                      <a:pt x="10" y="0"/>
                      <a:pt x="23" y="0"/>
                    </a:cubicBezTo>
                    <a:cubicBezTo>
                      <a:pt x="32" y="0"/>
                      <a:pt x="38" y="7"/>
                      <a:pt x="38" y="17"/>
                    </a:cubicBezTo>
                    <a:close/>
                    <a:moveTo>
                      <a:pt x="8" y="26"/>
                    </a:moveTo>
                    <a:cubicBezTo>
                      <a:pt x="8" y="35"/>
                      <a:pt x="11" y="40"/>
                      <a:pt x="16" y="40"/>
                    </a:cubicBezTo>
                    <a:cubicBezTo>
                      <a:pt x="24" y="40"/>
                      <a:pt x="30" y="30"/>
                      <a:pt x="30" y="17"/>
                    </a:cubicBezTo>
                    <a:cubicBezTo>
                      <a:pt x="30" y="8"/>
                      <a:pt x="27" y="4"/>
                      <a:pt x="21" y="4"/>
                    </a:cubicBezTo>
                    <a:cubicBezTo>
                      <a:pt x="14" y="4"/>
                      <a:pt x="8" y="14"/>
                      <a:pt x="8" y="2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3" name="Google Shape;323;p297"/>
              <p:cNvSpPr/>
              <p:nvPr/>
            </p:nvSpPr>
            <p:spPr>
              <a:xfrm>
                <a:off x="4344988" y="6351588"/>
                <a:ext cx="166688" cy="287338"/>
              </a:xfrm>
              <a:custGeom>
                <a:avLst/>
                <a:gdLst/>
                <a:ahLst/>
                <a:cxnLst/>
                <a:rect l="l" t="t" r="r" b="b"/>
                <a:pathLst>
                  <a:path w="49" h="84" extrusionOk="0">
                    <a:moveTo>
                      <a:pt x="37" y="4"/>
                    </a:moveTo>
                    <a:cubicBezTo>
                      <a:pt x="34" y="6"/>
                      <a:pt x="31" y="13"/>
                      <a:pt x="29" y="24"/>
                    </a:cubicBezTo>
                    <a:cubicBezTo>
                      <a:pt x="42" y="24"/>
                      <a:pt x="42" y="24"/>
                      <a:pt x="42" y="24"/>
                    </a:cubicBezTo>
                    <a:cubicBezTo>
                      <a:pt x="42" y="28"/>
                      <a:pt x="42" y="28"/>
                      <a:pt x="42" y="28"/>
                    </a:cubicBezTo>
                    <a:cubicBezTo>
                      <a:pt x="29" y="28"/>
                      <a:pt x="29" y="28"/>
                      <a:pt x="29" y="28"/>
                    </a:cubicBezTo>
                    <a:cubicBezTo>
                      <a:pt x="25" y="53"/>
                      <a:pt x="25" y="53"/>
                      <a:pt x="25" y="53"/>
                    </a:cubicBezTo>
                    <a:cubicBezTo>
                      <a:pt x="24" y="63"/>
                      <a:pt x="22" y="68"/>
                      <a:pt x="19" y="73"/>
                    </a:cubicBezTo>
                    <a:cubicBezTo>
                      <a:pt x="14" y="80"/>
                      <a:pt x="9" y="84"/>
                      <a:pt x="5" y="84"/>
                    </a:cubicBezTo>
                    <a:cubicBezTo>
                      <a:pt x="2" y="84"/>
                      <a:pt x="0" y="82"/>
                      <a:pt x="0" y="79"/>
                    </a:cubicBezTo>
                    <a:cubicBezTo>
                      <a:pt x="0" y="77"/>
                      <a:pt x="0" y="76"/>
                      <a:pt x="2" y="75"/>
                    </a:cubicBezTo>
                    <a:cubicBezTo>
                      <a:pt x="11" y="78"/>
                      <a:pt x="11" y="78"/>
                      <a:pt x="11" y="78"/>
                    </a:cubicBezTo>
                    <a:cubicBezTo>
                      <a:pt x="15" y="74"/>
                      <a:pt x="16" y="69"/>
                      <a:pt x="18" y="54"/>
                    </a:cubicBezTo>
                    <a:cubicBezTo>
                      <a:pt x="22" y="28"/>
                      <a:pt x="22" y="28"/>
                      <a:pt x="22" y="28"/>
                    </a:cubicBezTo>
                    <a:cubicBezTo>
                      <a:pt x="16" y="29"/>
                      <a:pt x="16" y="29"/>
                      <a:pt x="16" y="29"/>
                    </a:cubicBezTo>
                    <a:cubicBezTo>
                      <a:pt x="16" y="26"/>
                      <a:pt x="16" y="26"/>
                      <a:pt x="16" y="26"/>
                    </a:cubicBezTo>
                    <a:cubicBezTo>
                      <a:pt x="23" y="23"/>
                      <a:pt x="23" y="23"/>
                      <a:pt x="23" y="23"/>
                    </a:cubicBezTo>
                    <a:cubicBezTo>
                      <a:pt x="26" y="9"/>
                      <a:pt x="33" y="0"/>
                      <a:pt x="41" y="0"/>
                    </a:cubicBezTo>
                    <a:cubicBezTo>
                      <a:pt x="45" y="0"/>
                      <a:pt x="49" y="2"/>
                      <a:pt x="49" y="5"/>
                    </a:cubicBezTo>
                    <a:cubicBezTo>
                      <a:pt x="49" y="8"/>
                      <a:pt x="47" y="9"/>
                      <a:pt x="44" y="10"/>
                    </a:cubicBezTo>
                    <a:lnTo>
                      <a:pt x="37" y="4"/>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4" name="Google Shape;324;p297"/>
              <p:cNvSpPr/>
              <p:nvPr/>
            </p:nvSpPr>
            <p:spPr>
              <a:xfrm>
                <a:off x="4551363" y="6399213"/>
                <a:ext cx="85725" cy="174625"/>
              </a:xfrm>
              <a:custGeom>
                <a:avLst/>
                <a:gdLst/>
                <a:ahLst/>
                <a:cxnLst/>
                <a:rect l="l" t="t" r="r" b="b"/>
                <a:pathLst>
                  <a:path w="25" h="51" extrusionOk="0">
                    <a:moveTo>
                      <a:pt x="14" y="0"/>
                    </a:moveTo>
                    <a:cubicBezTo>
                      <a:pt x="13" y="10"/>
                      <a:pt x="13" y="10"/>
                      <a:pt x="13" y="10"/>
                    </a:cubicBezTo>
                    <a:cubicBezTo>
                      <a:pt x="25" y="10"/>
                      <a:pt x="25" y="10"/>
                      <a:pt x="25" y="10"/>
                    </a:cubicBezTo>
                    <a:cubicBezTo>
                      <a:pt x="25" y="13"/>
                      <a:pt x="25" y="13"/>
                      <a:pt x="25" y="13"/>
                    </a:cubicBezTo>
                    <a:cubicBezTo>
                      <a:pt x="12" y="13"/>
                      <a:pt x="12" y="13"/>
                      <a:pt x="12" y="13"/>
                    </a:cubicBezTo>
                    <a:cubicBezTo>
                      <a:pt x="7" y="37"/>
                      <a:pt x="7" y="37"/>
                      <a:pt x="7" y="37"/>
                    </a:cubicBezTo>
                    <a:cubicBezTo>
                      <a:pt x="7" y="39"/>
                      <a:pt x="7" y="40"/>
                      <a:pt x="7" y="41"/>
                    </a:cubicBezTo>
                    <a:cubicBezTo>
                      <a:pt x="7" y="44"/>
                      <a:pt x="9" y="46"/>
                      <a:pt x="12" y="46"/>
                    </a:cubicBezTo>
                    <a:cubicBezTo>
                      <a:pt x="14" y="46"/>
                      <a:pt x="17" y="46"/>
                      <a:pt x="20" y="44"/>
                    </a:cubicBezTo>
                    <a:cubicBezTo>
                      <a:pt x="20" y="47"/>
                      <a:pt x="20" y="47"/>
                      <a:pt x="20" y="47"/>
                    </a:cubicBezTo>
                    <a:cubicBezTo>
                      <a:pt x="14" y="50"/>
                      <a:pt x="10" y="51"/>
                      <a:pt x="7" y="51"/>
                    </a:cubicBezTo>
                    <a:cubicBezTo>
                      <a:pt x="2" y="51"/>
                      <a:pt x="0" y="48"/>
                      <a:pt x="0" y="43"/>
                    </a:cubicBezTo>
                    <a:cubicBezTo>
                      <a:pt x="0" y="41"/>
                      <a:pt x="0" y="40"/>
                      <a:pt x="0" y="37"/>
                    </a:cubicBezTo>
                    <a:cubicBezTo>
                      <a:pt x="5" y="13"/>
                      <a:pt x="5" y="13"/>
                      <a:pt x="5" y="13"/>
                    </a:cubicBezTo>
                    <a:cubicBezTo>
                      <a:pt x="0" y="14"/>
                      <a:pt x="0" y="14"/>
                      <a:pt x="0" y="14"/>
                    </a:cubicBezTo>
                    <a:cubicBezTo>
                      <a:pt x="0" y="11"/>
                      <a:pt x="0" y="11"/>
                      <a:pt x="0" y="11"/>
                    </a:cubicBezTo>
                    <a:cubicBezTo>
                      <a:pt x="6" y="8"/>
                      <a:pt x="6" y="8"/>
                      <a:pt x="6" y="8"/>
                    </a:cubicBezTo>
                    <a:cubicBezTo>
                      <a:pt x="10" y="0"/>
                      <a:pt x="10" y="0"/>
                      <a:pt x="10" y="0"/>
                    </a:cubicBezTo>
                    <a:lnTo>
                      <a:pt x="1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5" name="Google Shape;325;p297"/>
              <p:cNvSpPr/>
              <p:nvPr/>
            </p:nvSpPr>
            <p:spPr>
              <a:xfrm>
                <a:off x="4640263" y="6351588"/>
                <a:ext cx="146050" cy="222250"/>
              </a:xfrm>
              <a:custGeom>
                <a:avLst/>
                <a:gdLst/>
                <a:ahLst/>
                <a:cxnLst/>
                <a:rect l="l" t="t" r="r" b="b"/>
                <a:pathLst>
                  <a:path w="43" h="65" extrusionOk="0">
                    <a:moveTo>
                      <a:pt x="21" y="0"/>
                    </a:moveTo>
                    <a:cubicBezTo>
                      <a:pt x="19" y="6"/>
                      <a:pt x="18" y="10"/>
                      <a:pt x="17" y="15"/>
                    </a:cubicBezTo>
                    <a:cubicBezTo>
                      <a:pt x="14" y="30"/>
                      <a:pt x="14" y="30"/>
                      <a:pt x="14" y="30"/>
                    </a:cubicBezTo>
                    <a:cubicBezTo>
                      <a:pt x="22" y="24"/>
                      <a:pt x="27" y="22"/>
                      <a:pt x="31" y="22"/>
                    </a:cubicBezTo>
                    <a:cubicBezTo>
                      <a:pt x="36" y="22"/>
                      <a:pt x="39" y="25"/>
                      <a:pt x="39" y="29"/>
                    </a:cubicBezTo>
                    <a:cubicBezTo>
                      <a:pt x="39" y="31"/>
                      <a:pt x="38" y="33"/>
                      <a:pt x="37" y="37"/>
                    </a:cubicBezTo>
                    <a:cubicBezTo>
                      <a:pt x="34" y="51"/>
                      <a:pt x="34" y="51"/>
                      <a:pt x="34" y="51"/>
                    </a:cubicBezTo>
                    <a:cubicBezTo>
                      <a:pt x="34" y="53"/>
                      <a:pt x="33" y="55"/>
                      <a:pt x="33" y="56"/>
                    </a:cubicBezTo>
                    <a:cubicBezTo>
                      <a:pt x="33" y="59"/>
                      <a:pt x="35" y="61"/>
                      <a:pt x="38" y="61"/>
                    </a:cubicBezTo>
                    <a:cubicBezTo>
                      <a:pt x="39" y="61"/>
                      <a:pt x="41" y="60"/>
                      <a:pt x="43" y="60"/>
                    </a:cubicBezTo>
                    <a:cubicBezTo>
                      <a:pt x="43" y="62"/>
                      <a:pt x="43" y="62"/>
                      <a:pt x="43" y="62"/>
                    </a:cubicBezTo>
                    <a:cubicBezTo>
                      <a:pt x="38" y="64"/>
                      <a:pt x="35" y="65"/>
                      <a:pt x="32" y="65"/>
                    </a:cubicBezTo>
                    <a:cubicBezTo>
                      <a:pt x="28" y="65"/>
                      <a:pt x="26" y="63"/>
                      <a:pt x="26" y="60"/>
                    </a:cubicBezTo>
                    <a:cubicBezTo>
                      <a:pt x="26" y="58"/>
                      <a:pt x="26" y="57"/>
                      <a:pt x="26" y="55"/>
                    </a:cubicBezTo>
                    <a:cubicBezTo>
                      <a:pt x="30" y="39"/>
                      <a:pt x="30" y="39"/>
                      <a:pt x="30" y="39"/>
                    </a:cubicBezTo>
                    <a:cubicBezTo>
                      <a:pt x="31" y="36"/>
                      <a:pt x="31" y="34"/>
                      <a:pt x="31" y="33"/>
                    </a:cubicBezTo>
                    <a:cubicBezTo>
                      <a:pt x="31" y="29"/>
                      <a:pt x="29" y="27"/>
                      <a:pt x="27" y="27"/>
                    </a:cubicBezTo>
                    <a:cubicBezTo>
                      <a:pt x="23" y="27"/>
                      <a:pt x="19" y="30"/>
                      <a:pt x="13" y="35"/>
                    </a:cubicBezTo>
                    <a:cubicBezTo>
                      <a:pt x="8" y="65"/>
                      <a:pt x="8" y="65"/>
                      <a:pt x="8" y="65"/>
                    </a:cubicBezTo>
                    <a:cubicBezTo>
                      <a:pt x="0" y="65"/>
                      <a:pt x="0" y="65"/>
                      <a:pt x="0" y="65"/>
                    </a:cubicBezTo>
                    <a:cubicBezTo>
                      <a:pt x="12" y="6"/>
                      <a:pt x="12" y="6"/>
                      <a:pt x="12" y="6"/>
                    </a:cubicBezTo>
                    <a:cubicBezTo>
                      <a:pt x="4" y="5"/>
                      <a:pt x="4" y="5"/>
                      <a:pt x="4" y="5"/>
                    </a:cubicBezTo>
                    <a:cubicBezTo>
                      <a:pt x="4" y="2"/>
                      <a:pt x="4" y="2"/>
                      <a:pt x="4" y="2"/>
                    </a:cubicBezTo>
                    <a:cubicBezTo>
                      <a:pt x="18" y="0"/>
                      <a:pt x="18" y="0"/>
                      <a:pt x="18" y="0"/>
                    </a:cubicBezTo>
                    <a:lnTo>
                      <a:pt x="21"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6" name="Google Shape;326;p297"/>
              <p:cNvSpPr/>
              <p:nvPr/>
            </p:nvSpPr>
            <p:spPr>
              <a:xfrm>
                <a:off x="4803775" y="6427788"/>
                <a:ext cx="104775" cy="146050"/>
              </a:xfrm>
              <a:custGeom>
                <a:avLst/>
                <a:gdLst/>
                <a:ahLst/>
                <a:cxnLst/>
                <a:rect l="l" t="t" r="r" b="b"/>
                <a:pathLst>
                  <a:path w="31" h="43" extrusionOk="0">
                    <a:moveTo>
                      <a:pt x="30" y="35"/>
                    </a:moveTo>
                    <a:cubicBezTo>
                      <a:pt x="24" y="41"/>
                      <a:pt x="19" y="43"/>
                      <a:pt x="13" y="43"/>
                    </a:cubicBezTo>
                    <a:cubicBezTo>
                      <a:pt x="5" y="43"/>
                      <a:pt x="0" y="37"/>
                      <a:pt x="0" y="27"/>
                    </a:cubicBezTo>
                    <a:cubicBezTo>
                      <a:pt x="0" y="18"/>
                      <a:pt x="4" y="10"/>
                      <a:pt x="11" y="5"/>
                    </a:cubicBezTo>
                    <a:cubicBezTo>
                      <a:pt x="14" y="2"/>
                      <a:pt x="19" y="0"/>
                      <a:pt x="22" y="0"/>
                    </a:cubicBezTo>
                    <a:cubicBezTo>
                      <a:pt x="28" y="0"/>
                      <a:pt x="31" y="4"/>
                      <a:pt x="31" y="9"/>
                    </a:cubicBezTo>
                    <a:cubicBezTo>
                      <a:pt x="31" y="17"/>
                      <a:pt x="23" y="22"/>
                      <a:pt x="7" y="23"/>
                    </a:cubicBezTo>
                    <a:cubicBezTo>
                      <a:pt x="7" y="24"/>
                      <a:pt x="7" y="26"/>
                      <a:pt x="7" y="27"/>
                    </a:cubicBezTo>
                    <a:cubicBezTo>
                      <a:pt x="7" y="34"/>
                      <a:pt x="10" y="38"/>
                      <a:pt x="16" y="38"/>
                    </a:cubicBezTo>
                    <a:cubicBezTo>
                      <a:pt x="20" y="38"/>
                      <a:pt x="25" y="36"/>
                      <a:pt x="30" y="31"/>
                    </a:cubicBezTo>
                    <a:lnTo>
                      <a:pt x="30" y="35"/>
                    </a:lnTo>
                    <a:close/>
                    <a:moveTo>
                      <a:pt x="20" y="17"/>
                    </a:moveTo>
                    <a:cubicBezTo>
                      <a:pt x="23" y="14"/>
                      <a:pt x="25" y="12"/>
                      <a:pt x="25" y="9"/>
                    </a:cubicBezTo>
                    <a:cubicBezTo>
                      <a:pt x="25" y="6"/>
                      <a:pt x="23" y="4"/>
                      <a:pt x="20" y="4"/>
                    </a:cubicBezTo>
                    <a:cubicBezTo>
                      <a:pt x="15" y="4"/>
                      <a:pt x="10" y="10"/>
                      <a:pt x="8" y="20"/>
                    </a:cubicBezTo>
                    <a:cubicBezTo>
                      <a:pt x="13" y="20"/>
                      <a:pt x="17" y="19"/>
                      <a:pt x="20"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7" name="Google Shape;327;p297"/>
              <p:cNvSpPr/>
              <p:nvPr/>
            </p:nvSpPr>
            <p:spPr>
              <a:xfrm>
                <a:off x="4976813" y="6369050"/>
                <a:ext cx="169863" cy="204788"/>
              </a:xfrm>
              <a:custGeom>
                <a:avLst/>
                <a:gdLst/>
                <a:ahLst/>
                <a:cxnLst/>
                <a:rect l="l" t="t" r="r" b="b"/>
                <a:pathLst>
                  <a:path w="50" h="60" extrusionOk="0">
                    <a:moveTo>
                      <a:pt x="28" y="0"/>
                    </a:moveTo>
                    <a:cubicBezTo>
                      <a:pt x="36" y="0"/>
                      <a:pt x="40" y="1"/>
                      <a:pt x="43" y="3"/>
                    </a:cubicBezTo>
                    <a:cubicBezTo>
                      <a:pt x="48" y="5"/>
                      <a:pt x="50" y="9"/>
                      <a:pt x="50" y="15"/>
                    </a:cubicBezTo>
                    <a:cubicBezTo>
                      <a:pt x="50" y="28"/>
                      <a:pt x="39" y="37"/>
                      <a:pt x="23" y="37"/>
                    </a:cubicBezTo>
                    <a:cubicBezTo>
                      <a:pt x="22" y="37"/>
                      <a:pt x="21" y="37"/>
                      <a:pt x="18" y="37"/>
                    </a:cubicBezTo>
                    <a:cubicBezTo>
                      <a:pt x="14" y="54"/>
                      <a:pt x="14" y="54"/>
                      <a:pt x="14" y="54"/>
                    </a:cubicBezTo>
                    <a:cubicBezTo>
                      <a:pt x="15" y="56"/>
                      <a:pt x="15" y="56"/>
                      <a:pt x="15" y="56"/>
                    </a:cubicBezTo>
                    <a:cubicBezTo>
                      <a:pt x="21" y="56"/>
                      <a:pt x="21" y="56"/>
                      <a:pt x="21" y="56"/>
                    </a:cubicBezTo>
                    <a:cubicBezTo>
                      <a:pt x="21" y="60"/>
                      <a:pt x="21" y="60"/>
                      <a:pt x="21" y="60"/>
                    </a:cubicBezTo>
                    <a:cubicBezTo>
                      <a:pt x="0" y="60"/>
                      <a:pt x="0" y="60"/>
                      <a:pt x="0" y="60"/>
                    </a:cubicBezTo>
                    <a:cubicBezTo>
                      <a:pt x="0" y="56"/>
                      <a:pt x="0" y="56"/>
                      <a:pt x="0" y="56"/>
                    </a:cubicBezTo>
                    <a:cubicBezTo>
                      <a:pt x="5" y="56"/>
                      <a:pt x="5" y="56"/>
                      <a:pt x="5" y="56"/>
                    </a:cubicBezTo>
                    <a:cubicBezTo>
                      <a:pt x="7" y="54"/>
                      <a:pt x="7" y="54"/>
                      <a:pt x="7" y="54"/>
                    </a:cubicBezTo>
                    <a:cubicBezTo>
                      <a:pt x="16" y="6"/>
                      <a:pt x="16" y="6"/>
                      <a:pt x="16" y="6"/>
                    </a:cubicBezTo>
                    <a:cubicBezTo>
                      <a:pt x="15" y="4"/>
                      <a:pt x="15" y="4"/>
                      <a:pt x="15" y="4"/>
                    </a:cubicBezTo>
                    <a:cubicBezTo>
                      <a:pt x="10" y="4"/>
                      <a:pt x="10" y="4"/>
                      <a:pt x="10" y="4"/>
                    </a:cubicBezTo>
                    <a:cubicBezTo>
                      <a:pt x="10" y="0"/>
                      <a:pt x="10" y="0"/>
                      <a:pt x="10" y="0"/>
                    </a:cubicBezTo>
                    <a:lnTo>
                      <a:pt x="28" y="0"/>
                    </a:lnTo>
                    <a:close/>
                    <a:moveTo>
                      <a:pt x="18" y="33"/>
                    </a:moveTo>
                    <a:cubicBezTo>
                      <a:pt x="20" y="33"/>
                      <a:pt x="21" y="33"/>
                      <a:pt x="22" y="33"/>
                    </a:cubicBezTo>
                    <a:cubicBezTo>
                      <a:pt x="35" y="33"/>
                      <a:pt x="42" y="27"/>
                      <a:pt x="42" y="16"/>
                    </a:cubicBezTo>
                    <a:cubicBezTo>
                      <a:pt x="42" y="8"/>
                      <a:pt x="37" y="4"/>
                      <a:pt x="28" y="4"/>
                    </a:cubicBezTo>
                    <a:cubicBezTo>
                      <a:pt x="27" y="4"/>
                      <a:pt x="27" y="4"/>
                      <a:pt x="24" y="4"/>
                    </a:cubicBezTo>
                    <a:lnTo>
                      <a:pt x="18" y="33"/>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8" name="Google Shape;328;p297"/>
              <p:cNvSpPr/>
              <p:nvPr/>
            </p:nvSpPr>
            <p:spPr>
              <a:xfrm>
                <a:off x="5156200" y="6427788"/>
                <a:ext cx="206375" cy="146050"/>
              </a:xfrm>
              <a:custGeom>
                <a:avLst/>
                <a:gdLst/>
                <a:ahLst/>
                <a:cxnLst/>
                <a:rect l="l" t="t" r="r" b="b"/>
                <a:pathLst>
                  <a:path w="61" h="43" extrusionOk="0">
                    <a:moveTo>
                      <a:pt x="13" y="0"/>
                    </a:moveTo>
                    <a:cubicBezTo>
                      <a:pt x="15" y="35"/>
                      <a:pt x="15" y="35"/>
                      <a:pt x="15" y="35"/>
                    </a:cubicBezTo>
                    <a:cubicBezTo>
                      <a:pt x="25" y="16"/>
                      <a:pt x="27" y="12"/>
                      <a:pt x="31" y="2"/>
                    </a:cubicBezTo>
                    <a:cubicBezTo>
                      <a:pt x="37" y="1"/>
                      <a:pt x="37" y="1"/>
                      <a:pt x="37" y="1"/>
                    </a:cubicBezTo>
                    <a:cubicBezTo>
                      <a:pt x="37" y="12"/>
                      <a:pt x="38" y="21"/>
                      <a:pt x="39" y="36"/>
                    </a:cubicBezTo>
                    <a:cubicBezTo>
                      <a:pt x="41" y="33"/>
                      <a:pt x="42" y="32"/>
                      <a:pt x="43" y="30"/>
                    </a:cubicBezTo>
                    <a:cubicBezTo>
                      <a:pt x="48" y="23"/>
                      <a:pt x="52" y="17"/>
                      <a:pt x="53" y="12"/>
                    </a:cubicBezTo>
                    <a:cubicBezTo>
                      <a:pt x="52" y="2"/>
                      <a:pt x="52" y="2"/>
                      <a:pt x="52" y="2"/>
                    </a:cubicBezTo>
                    <a:cubicBezTo>
                      <a:pt x="53" y="1"/>
                      <a:pt x="54" y="0"/>
                      <a:pt x="56" y="0"/>
                    </a:cubicBezTo>
                    <a:cubicBezTo>
                      <a:pt x="59" y="0"/>
                      <a:pt x="61" y="2"/>
                      <a:pt x="61" y="5"/>
                    </a:cubicBezTo>
                    <a:cubicBezTo>
                      <a:pt x="61" y="11"/>
                      <a:pt x="56" y="19"/>
                      <a:pt x="38" y="43"/>
                    </a:cubicBezTo>
                    <a:cubicBezTo>
                      <a:pt x="33" y="43"/>
                      <a:pt x="33" y="43"/>
                      <a:pt x="33" y="43"/>
                    </a:cubicBezTo>
                    <a:cubicBezTo>
                      <a:pt x="31" y="12"/>
                      <a:pt x="31" y="12"/>
                      <a:pt x="31" y="12"/>
                    </a:cubicBezTo>
                    <a:cubicBezTo>
                      <a:pt x="27" y="20"/>
                      <a:pt x="23" y="26"/>
                      <a:pt x="14" y="43"/>
                    </a:cubicBezTo>
                    <a:cubicBezTo>
                      <a:pt x="8" y="43"/>
                      <a:pt x="8" y="43"/>
                      <a:pt x="8" y="43"/>
                    </a:cubicBezTo>
                    <a:cubicBezTo>
                      <a:pt x="9" y="41"/>
                      <a:pt x="9" y="41"/>
                      <a:pt x="9" y="41"/>
                    </a:cubicBezTo>
                    <a:cubicBezTo>
                      <a:pt x="7" y="6"/>
                      <a:pt x="7" y="6"/>
                      <a:pt x="7" y="6"/>
                    </a:cubicBezTo>
                    <a:cubicBezTo>
                      <a:pt x="0" y="5"/>
                      <a:pt x="0" y="5"/>
                      <a:pt x="0" y="5"/>
                    </a:cubicBezTo>
                    <a:cubicBezTo>
                      <a:pt x="0" y="3"/>
                      <a:pt x="0" y="3"/>
                      <a:pt x="0" y="3"/>
                    </a:cubicBezTo>
                    <a:cubicBezTo>
                      <a:pt x="10" y="0"/>
                      <a:pt x="10" y="0"/>
                      <a:pt x="10" y="0"/>
                    </a:cubicBezTo>
                    <a:lnTo>
                      <a:pt x="13"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29" name="Google Shape;329;p297"/>
              <p:cNvSpPr/>
              <p:nvPr/>
            </p:nvSpPr>
            <p:spPr>
              <a:xfrm>
                <a:off x="5373688" y="6365875"/>
                <a:ext cx="173038" cy="211138"/>
              </a:xfrm>
              <a:custGeom>
                <a:avLst/>
                <a:gdLst/>
                <a:ahLst/>
                <a:cxnLst/>
                <a:rect l="l" t="t" r="r" b="b"/>
                <a:pathLst>
                  <a:path w="51" h="62" extrusionOk="0">
                    <a:moveTo>
                      <a:pt x="49" y="17"/>
                    </a:moveTo>
                    <a:cubicBezTo>
                      <a:pt x="45" y="17"/>
                      <a:pt x="45" y="17"/>
                      <a:pt x="45" y="17"/>
                    </a:cubicBezTo>
                    <a:cubicBezTo>
                      <a:pt x="45" y="9"/>
                      <a:pt x="45" y="9"/>
                      <a:pt x="45" y="9"/>
                    </a:cubicBezTo>
                    <a:cubicBezTo>
                      <a:pt x="44" y="7"/>
                      <a:pt x="44" y="7"/>
                      <a:pt x="44" y="7"/>
                    </a:cubicBezTo>
                    <a:cubicBezTo>
                      <a:pt x="41" y="5"/>
                      <a:pt x="39" y="5"/>
                      <a:pt x="35" y="5"/>
                    </a:cubicBezTo>
                    <a:cubicBezTo>
                      <a:pt x="20" y="5"/>
                      <a:pt x="9" y="19"/>
                      <a:pt x="9" y="38"/>
                    </a:cubicBezTo>
                    <a:cubicBezTo>
                      <a:pt x="9" y="50"/>
                      <a:pt x="15" y="57"/>
                      <a:pt x="27" y="57"/>
                    </a:cubicBezTo>
                    <a:cubicBezTo>
                      <a:pt x="29" y="57"/>
                      <a:pt x="31" y="57"/>
                      <a:pt x="34" y="56"/>
                    </a:cubicBezTo>
                    <a:cubicBezTo>
                      <a:pt x="36" y="55"/>
                      <a:pt x="36" y="55"/>
                      <a:pt x="36" y="55"/>
                    </a:cubicBezTo>
                    <a:cubicBezTo>
                      <a:pt x="40" y="45"/>
                      <a:pt x="40" y="45"/>
                      <a:pt x="40" y="45"/>
                    </a:cubicBezTo>
                    <a:cubicBezTo>
                      <a:pt x="44" y="45"/>
                      <a:pt x="44" y="45"/>
                      <a:pt x="44" y="45"/>
                    </a:cubicBezTo>
                    <a:cubicBezTo>
                      <a:pt x="41" y="59"/>
                      <a:pt x="41" y="59"/>
                      <a:pt x="41" y="59"/>
                    </a:cubicBezTo>
                    <a:cubicBezTo>
                      <a:pt x="34" y="61"/>
                      <a:pt x="29" y="62"/>
                      <a:pt x="24" y="62"/>
                    </a:cubicBezTo>
                    <a:cubicBezTo>
                      <a:pt x="9" y="62"/>
                      <a:pt x="0" y="52"/>
                      <a:pt x="0" y="37"/>
                    </a:cubicBezTo>
                    <a:cubicBezTo>
                      <a:pt x="0" y="17"/>
                      <a:pt x="16" y="0"/>
                      <a:pt x="35" y="0"/>
                    </a:cubicBezTo>
                    <a:cubicBezTo>
                      <a:pt x="40" y="0"/>
                      <a:pt x="45" y="1"/>
                      <a:pt x="51" y="3"/>
                    </a:cubicBezTo>
                    <a:lnTo>
                      <a:pt x="49" y="17"/>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0" name="Google Shape;330;p297"/>
              <p:cNvSpPr/>
              <p:nvPr/>
            </p:nvSpPr>
            <p:spPr>
              <a:xfrm>
                <a:off x="5611813" y="6427788"/>
                <a:ext cx="146050" cy="146050"/>
              </a:xfrm>
              <a:custGeom>
                <a:avLst/>
                <a:gdLst/>
                <a:ahLst/>
                <a:cxnLst/>
                <a:rect l="l" t="t" r="r" b="b"/>
                <a:pathLst>
                  <a:path w="43" h="43" extrusionOk="0">
                    <a:moveTo>
                      <a:pt x="15" y="0"/>
                    </a:moveTo>
                    <a:cubicBezTo>
                      <a:pt x="14" y="9"/>
                      <a:pt x="14" y="9"/>
                      <a:pt x="14" y="9"/>
                    </a:cubicBezTo>
                    <a:cubicBezTo>
                      <a:pt x="22" y="2"/>
                      <a:pt x="26" y="0"/>
                      <a:pt x="31" y="0"/>
                    </a:cubicBezTo>
                    <a:cubicBezTo>
                      <a:pt x="35" y="0"/>
                      <a:pt x="38" y="3"/>
                      <a:pt x="38" y="7"/>
                    </a:cubicBezTo>
                    <a:cubicBezTo>
                      <a:pt x="38" y="9"/>
                      <a:pt x="38" y="10"/>
                      <a:pt x="37" y="15"/>
                    </a:cubicBezTo>
                    <a:cubicBezTo>
                      <a:pt x="34" y="29"/>
                      <a:pt x="34" y="29"/>
                      <a:pt x="34" y="29"/>
                    </a:cubicBezTo>
                    <a:cubicBezTo>
                      <a:pt x="33" y="32"/>
                      <a:pt x="33" y="33"/>
                      <a:pt x="33" y="34"/>
                    </a:cubicBezTo>
                    <a:cubicBezTo>
                      <a:pt x="33" y="37"/>
                      <a:pt x="35" y="39"/>
                      <a:pt x="38" y="39"/>
                    </a:cubicBezTo>
                    <a:cubicBezTo>
                      <a:pt x="39" y="39"/>
                      <a:pt x="40" y="38"/>
                      <a:pt x="43" y="38"/>
                    </a:cubicBezTo>
                    <a:cubicBezTo>
                      <a:pt x="43" y="40"/>
                      <a:pt x="43" y="40"/>
                      <a:pt x="43" y="40"/>
                    </a:cubicBezTo>
                    <a:cubicBezTo>
                      <a:pt x="37" y="43"/>
                      <a:pt x="35" y="43"/>
                      <a:pt x="32" y="43"/>
                    </a:cubicBezTo>
                    <a:cubicBezTo>
                      <a:pt x="28" y="43"/>
                      <a:pt x="26" y="41"/>
                      <a:pt x="26" y="38"/>
                    </a:cubicBezTo>
                    <a:cubicBezTo>
                      <a:pt x="26" y="37"/>
                      <a:pt x="26" y="35"/>
                      <a:pt x="26" y="33"/>
                    </a:cubicBezTo>
                    <a:cubicBezTo>
                      <a:pt x="30" y="17"/>
                      <a:pt x="30" y="17"/>
                      <a:pt x="30" y="17"/>
                    </a:cubicBezTo>
                    <a:cubicBezTo>
                      <a:pt x="31" y="15"/>
                      <a:pt x="31" y="12"/>
                      <a:pt x="31" y="11"/>
                    </a:cubicBezTo>
                    <a:cubicBezTo>
                      <a:pt x="31" y="7"/>
                      <a:pt x="29" y="5"/>
                      <a:pt x="26" y="5"/>
                    </a:cubicBezTo>
                    <a:cubicBezTo>
                      <a:pt x="23" y="5"/>
                      <a:pt x="19" y="8"/>
                      <a:pt x="13" y="13"/>
                    </a:cubicBezTo>
                    <a:cubicBezTo>
                      <a:pt x="8" y="43"/>
                      <a:pt x="8" y="43"/>
                      <a:pt x="8" y="43"/>
                    </a:cubicBezTo>
                    <a:cubicBezTo>
                      <a:pt x="0" y="43"/>
                      <a:pt x="0" y="43"/>
                      <a:pt x="0" y="43"/>
                    </a:cubicBezTo>
                    <a:cubicBezTo>
                      <a:pt x="7" y="7"/>
                      <a:pt x="7" y="7"/>
                      <a:pt x="7" y="7"/>
                    </a:cubicBezTo>
                    <a:cubicBezTo>
                      <a:pt x="0" y="5"/>
                      <a:pt x="0" y="5"/>
                      <a:pt x="0" y="5"/>
                    </a:cubicBezTo>
                    <a:cubicBezTo>
                      <a:pt x="0" y="3"/>
                      <a:pt x="0" y="3"/>
                      <a:pt x="0" y="3"/>
                    </a:cubicBezTo>
                    <a:cubicBezTo>
                      <a:pt x="13" y="0"/>
                      <a:pt x="13" y="0"/>
                      <a:pt x="13" y="0"/>
                    </a:cubicBezTo>
                    <a:lnTo>
                      <a:pt x="1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1" name="Google Shape;331;p297"/>
              <p:cNvSpPr/>
              <p:nvPr/>
            </p:nvSpPr>
            <p:spPr>
              <a:xfrm>
                <a:off x="5773738" y="6427788"/>
                <a:ext cx="106363" cy="146050"/>
              </a:xfrm>
              <a:custGeom>
                <a:avLst/>
                <a:gdLst/>
                <a:ahLst/>
                <a:cxnLst/>
                <a:rect l="l" t="t" r="r" b="b"/>
                <a:pathLst>
                  <a:path w="31" h="43" extrusionOk="0">
                    <a:moveTo>
                      <a:pt x="30" y="35"/>
                    </a:moveTo>
                    <a:cubicBezTo>
                      <a:pt x="24" y="41"/>
                      <a:pt x="19" y="43"/>
                      <a:pt x="13" y="43"/>
                    </a:cubicBezTo>
                    <a:cubicBezTo>
                      <a:pt x="5" y="43"/>
                      <a:pt x="0" y="37"/>
                      <a:pt x="0" y="27"/>
                    </a:cubicBezTo>
                    <a:cubicBezTo>
                      <a:pt x="0" y="18"/>
                      <a:pt x="4" y="10"/>
                      <a:pt x="10" y="5"/>
                    </a:cubicBezTo>
                    <a:cubicBezTo>
                      <a:pt x="14" y="2"/>
                      <a:pt x="18" y="0"/>
                      <a:pt x="22" y="0"/>
                    </a:cubicBezTo>
                    <a:cubicBezTo>
                      <a:pt x="27" y="0"/>
                      <a:pt x="31" y="4"/>
                      <a:pt x="31" y="9"/>
                    </a:cubicBezTo>
                    <a:cubicBezTo>
                      <a:pt x="31" y="17"/>
                      <a:pt x="22" y="22"/>
                      <a:pt x="7" y="23"/>
                    </a:cubicBezTo>
                    <a:cubicBezTo>
                      <a:pt x="7" y="24"/>
                      <a:pt x="7" y="26"/>
                      <a:pt x="7" y="27"/>
                    </a:cubicBezTo>
                    <a:cubicBezTo>
                      <a:pt x="7" y="34"/>
                      <a:pt x="10" y="38"/>
                      <a:pt x="16" y="38"/>
                    </a:cubicBezTo>
                    <a:cubicBezTo>
                      <a:pt x="20" y="38"/>
                      <a:pt x="24" y="36"/>
                      <a:pt x="30" y="31"/>
                    </a:cubicBezTo>
                    <a:lnTo>
                      <a:pt x="30" y="35"/>
                    </a:lnTo>
                    <a:close/>
                    <a:moveTo>
                      <a:pt x="19" y="17"/>
                    </a:moveTo>
                    <a:cubicBezTo>
                      <a:pt x="23" y="14"/>
                      <a:pt x="25" y="12"/>
                      <a:pt x="25" y="9"/>
                    </a:cubicBezTo>
                    <a:cubicBezTo>
                      <a:pt x="25" y="6"/>
                      <a:pt x="23" y="4"/>
                      <a:pt x="20" y="4"/>
                    </a:cubicBezTo>
                    <a:cubicBezTo>
                      <a:pt x="15" y="4"/>
                      <a:pt x="10" y="10"/>
                      <a:pt x="7" y="20"/>
                    </a:cubicBezTo>
                    <a:cubicBezTo>
                      <a:pt x="13" y="20"/>
                      <a:pt x="16" y="19"/>
                      <a:pt x="19" y="17"/>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2" name="Google Shape;332;p297"/>
              <p:cNvSpPr/>
              <p:nvPr/>
            </p:nvSpPr>
            <p:spPr>
              <a:xfrm>
                <a:off x="5902325" y="6399213"/>
                <a:ext cx="88900" cy="174625"/>
              </a:xfrm>
              <a:custGeom>
                <a:avLst/>
                <a:gdLst/>
                <a:ahLst/>
                <a:cxnLst/>
                <a:rect l="l" t="t" r="r" b="b"/>
                <a:pathLst>
                  <a:path w="26" h="51" extrusionOk="0">
                    <a:moveTo>
                      <a:pt x="15" y="0"/>
                    </a:moveTo>
                    <a:cubicBezTo>
                      <a:pt x="13" y="10"/>
                      <a:pt x="13" y="10"/>
                      <a:pt x="13" y="10"/>
                    </a:cubicBezTo>
                    <a:cubicBezTo>
                      <a:pt x="26" y="10"/>
                      <a:pt x="26" y="10"/>
                      <a:pt x="26" y="10"/>
                    </a:cubicBezTo>
                    <a:cubicBezTo>
                      <a:pt x="26" y="13"/>
                      <a:pt x="26" y="13"/>
                      <a:pt x="26" y="13"/>
                    </a:cubicBezTo>
                    <a:cubicBezTo>
                      <a:pt x="13" y="13"/>
                      <a:pt x="13" y="13"/>
                      <a:pt x="13" y="13"/>
                    </a:cubicBezTo>
                    <a:cubicBezTo>
                      <a:pt x="8" y="37"/>
                      <a:pt x="8" y="37"/>
                      <a:pt x="8" y="37"/>
                    </a:cubicBezTo>
                    <a:cubicBezTo>
                      <a:pt x="8" y="39"/>
                      <a:pt x="8" y="40"/>
                      <a:pt x="8" y="41"/>
                    </a:cubicBezTo>
                    <a:cubicBezTo>
                      <a:pt x="8" y="44"/>
                      <a:pt x="9" y="46"/>
                      <a:pt x="13" y="46"/>
                    </a:cubicBezTo>
                    <a:cubicBezTo>
                      <a:pt x="15" y="46"/>
                      <a:pt x="18" y="46"/>
                      <a:pt x="21" y="44"/>
                    </a:cubicBezTo>
                    <a:cubicBezTo>
                      <a:pt x="21" y="47"/>
                      <a:pt x="21" y="47"/>
                      <a:pt x="21" y="47"/>
                    </a:cubicBezTo>
                    <a:cubicBezTo>
                      <a:pt x="15" y="50"/>
                      <a:pt x="11" y="51"/>
                      <a:pt x="7" y="51"/>
                    </a:cubicBezTo>
                    <a:cubicBezTo>
                      <a:pt x="3" y="51"/>
                      <a:pt x="0" y="48"/>
                      <a:pt x="0" y="43"/>
                    </a:cubicBezTo>
                    <a:cubicBezTo>
                      <a:pt x="0" y="41"/>
                      <a:pt x="1" y="40"/>
                      <a:pt x="1" y="37"/>
                    </a:cubicBezTo>
                    <a:cubicBezTo>
                      <a:pt x="6" y="13"/>
                      <a:pt x="6" y="13"/>
                      <a:pt x="6" y="13"/>
                    </a:cubicBezTo>
                    <a:cubicBezTo>
                      <a:pt x="0" y="14"/>
                      <a:pt x="0" y="14"/>
                      <a:pt x="0" y="14"/>
                    </a:cubicBezTo>
                    <a:cubicBezTo>
                      <a:pt x="0" y="11"/>
                      <a:pt x="0" y="11"/>
                      <a:pt x="0" y="11"/>
                    </a:cubicBezTo>
                    <a:cubicBezTo>
                      <a:pt x="7" y="8"/>
                      <a:pt x="7" y="8"/>
                      <a:pt x="7" y="8"/>
                    </a:cubicBezTo>
                    <a:cubicBezTo>
                      <a:pt x="11" y="0"/>
                      <a:pt x="11" y="0"/>
                      <a:pt x="11" y="0"/>
                    </a:cubicBezTo>
                    <a:lnTo>
                      <a:pt x="1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3" name="Google Shape;333;p297"/>
              <p:cNvSpPr/>
              <p:nvPr/>
            </p:nvSpPr>
            <p:spPr>
              <a:xfrm>
                <a:off x="6000750" y="6427788"/>
                <a:ext cx="204788" cy="146050"/>
              </a:xfrm>
              <a:custGeom>
                <a:avLst/>
                <a:gdLst/>
                <a:ahLst/>
                <a:cxnLst/>
                <a:rect l="l" t="t" r="r" b="b"/>
                <a:pathLst>
                  <a:path w="60" h="43" extrusionOk="0">
                    <a:moveTo>
                      <a:pt x="13" y="0"/>
                    </a:moveTo>
                    <a:cubicBezTo>
                      <a:pt x="15" y="35"/>
                      <a:pt x="15" y="35"/>
                      <a:pt x="15" y="35"/>
                    </a:cubicBezTo>
                    <a:cubicBezTo>
                      <a:pt x="25" y="16"/>
                      <a:pt x="27" y="12"/>
                      <a:pt x="31" y="2"/>
                    </a:cubicBezTo>
                    <a:cubicBezTo>
                      <a:pt x="37" y="1"/>
                      <a:pt x="37" y="1"/>
                      <a:pt x="37" y="1"/>
                    </a:cubicBezTo>
                    <a:cubicBezTo>
                      <a:pt x="37" y="12"/>
                      <a:pt x="38" y="21"/>
                      <a:pt x="39" y="36"/>
                    </a:cubicBezTo>
                    <a:cubicBezTo>
                      <a:pt x="41" y="33"/>
                      <a:pt x="42" y="32"/>
                      <a:pt x="43" y="30"/>
                    </a:cubicBezTo>
                    <a:cubicBezTo>
                      <a:pt x="48" y="23"/>
                      <a:pt x="52" y="17"/>
                      <a:pt x="53" y="12"/>
                    </a:cubicBezTo>
                    <a:cubicBezTo>
                      <a:pt x="51" y="2"/>
                      <a:pt x="51" y="2"/>
                      <a:pt x="51" y="2"/>
                    </a:cubicBezTo>
                    <a:cubicBezTo>
                      <a:pt x="53" y="1"/>
                      <a:pt x="54" y="0"/>
                      <a:pt x="56" y="0"/>
                    </a:cubicBezTo>
                    <a:cubicBezTo>
                      <a:pt x="59" y="0"/>
                      <a:pt x="60" y="2"/>
                      <a:pt x="60" y="5"/>
                    </a:cubicBezTo>
                    <a:cubicBezTo>
                      <a:pt x="60" y="11"/>
                      <a:pt x="56" y="19"/>
                      <a:pt x="38" y="43"/>
                    </a:cubicBezTo>
                    <a:cubicBezTo>
                      <a:pt x="33" y="43"/>
                      <a:pt x="33" y="43"/>
                      <a:pt x="33" y="43"/>
                    </a:cubicBezTo>
                    <a:cubicBezTo>
                      <a:pt x="31" y="12"/>
                      <a:pt x="31" y="12"/>
                      <a:pt x="31" y="12"/>
                    </a:cubicBezTo>
                    <a:cubicBezTo>
                      <a:pt x="27" y="20"/>
                      <a:pt x="23" y="26"/>
                      <a:pt x="14" y="43"/>
                    </a:cubicBezTo>
                    <a:cubicBezTo>
                      <a:pt x="8" y="43"/>
                      <a:pt x="8" y="43"/>
                      <a:pt x="8" y="43"/>
                    </a:cubicBezTo>
                    <a:cubicBezTo>
                      <a:pt x="9" y="41"/>
                      <a:pt x="9" y="41"/>
                      <a:pt x="9" y="41"/>
                    </a:cubicBezTo>
                    <a:cubicBezTo>
                      <a:pt x="6" y="6"/>
                      <a:pt x="6" y="6"/>
                      <a:pt x="6" y="6"/>
                    </a:cubicBezTo>
                    <a:cubicBezTo>
                      <a:pt x="0" y="5"/>
                      <a:pt x="0" y="5"/>
                      <a:pt x="0" y="5"/>
                    </a:cubicBezTo>
                    <a:cubicBezTo>
                      <a:pt x="0" y="3"/>
                      <a:pt x="0" y="3"/>
                      <a:pt x="0" y="3"/>
                    </a:cubicBezTo>
                    <a:cubicBezTo>
                      <a:pt x="10" y="0"/>
                      <a:pt x="10" y="0"/>
                      <a:pt x="10" y="0"/>
                    </a:cubicBezTo>
                    <a:lnTo>
                      <a:pt x="13"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4" name="Google Shape;334;p297"/>
              <p:cNvSpPr/>
              <p:nvPr/>
            </p:nvSpPr>
            <p:spPr>
              <a:xfrm>
                <a:off x="6208713" y="6427788"/>
                <a:ext cx="128588" cy="146050"/>
              </a:xfrm>
              <a:custGeom>
                <a:avLst/>
                <a:gdLst/>
                <a:ahLst/>
                <a:cxnLst/>
                <a:rect l="l" t="t" r="r" b="b"/>
                <a:pathLst>
                  <a:path w="38" h="43" extrusionOk="0">
                    <a:moveTo>
                      <a:pt x="38" y="17"/>
                    </a:moveTo>
                    <a:cubicBezTo>
                      <a:pt x="38" y="31"/>
                      <a:pt x="28" y="43"/>
                      <a:pt x="15" y="43"/>
                    </a:cubicBezTo>
                    <a:cubicBezTo>
                      <a:pt x="6" y="43"/>
                      <a:pt x="0" y="37"/>
                      <a:pt x="0" y="27"/>
                    </a:cubicBezTo>
                    <a:cubicBezTo>
                      <a:pt x="0" y="12"/>
                      <a:pt x="10" y="0"/>
                      <a:pt x="23" y="0"/>
                    </a:cubicBezTo>
                    <a:cubicBezTo>
                      <a:pt x="32" y="0"/>
                      <a:pt x="38" y="7"/>
                      <a:pt x="38" y="17"/>
                    </a:cubicBezTo>
                    <a:close/>
                    <a:moveTo>
                      <a:pt x="8" y="26"/>
                    </a:moveTo>
                    <a:cubicBezTo>
                      <a:pt x="8" y="35"/>
                      <a:pt x="11" y="40"/>
                      <a:pt x="16" y="40"/>
                    </a:cubicBezTo>
                    <a:cubicBezTo>
                      <a:pt x="24" y="40"/>
                      <a:pt x="30" y="30"/>
                      <a:pt x="30" y="17"/>
                    </a:cubicBezTo>
                    <a:cubicBezTo>
                      <a:pt x="30" y="8"/>
                      <a:pt x="27" y="4"/>
                      <a:pt x="22" y="4"/>
                    </a:cubicBezTo>
                    <a:cubicBezTo>
                      <a:pt x="14" y="4"/>
                      <a:pt x="8" y="14"/>
                      <a:pt x="8" y="26"/>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5" name="Google Shape;335;p297"/>
              <p:cNvSpPr/>
              <p:nvPr/>
            </p:nvSpPr>
            <p:spPr>
              <a:xfrm>
                <a:off x="6354763" y="6427788"/>
                <a:ext cx="111125" cy="146050"/>
              </a:xfrm>
              <a:custGeom>
                <a:avLst/>
                <a:gdLst/>
                <a:ahLst/>
                <a:cxnLst/>
                <a:rect l="l" t="t" r="r" b="b"/>
                <a:pathLst>
                  <a:path w="33" h="43" extrusionOk="0">
                    <a:moveTo>
                      <a:pt x="15" y="0"/>
                    </a:moveTo>
                    <a:cubicBezTo>
                      <a:pt x="12" y="12"/>
                      <a:pt x="12" y="12"/>
                      <a:pt x="12" y="12"/>
                    </a:cubicBezTo>
                    <a:cubicBezTo>
                      <a:pt x="19" y="4"/>
                      <a:pt x="23" y="0"/>
                      <a:pt x="28" y="0"/>
                    </a:cubicBezTo>
                    <a:cubicBezTo>
                      <a:pt x="31" y="0"/>
                      <a:pt x="33" y="2"/>
                      <a:pt x="33" y="5"/>
                    </a:cubicBezTo>
                    <a:cubicBezTo>
                      <a:pt x="33" y="8"/>
                      <a:pt x="30" y="10"/>
                      <a:pt x="27" y="10"/>
                    </a:cubicBezTo>
                    <a:cubicBezTo>
                      <a:pt x="26" y="10"/>
                      <a:pt x="26" y="10"/>
                      <a:pt x="26" y="10"/>
                    </a:cubicBezTo>
                    <a:cubicBezTo>
                      <a:pt x="24" y="6"/>
                      <a:pt x="24" y="6"/>
                      <a:pt x="24" y="6"/>
                    </a:cubicBezTo>
                    <a:cubicBezTo>
                      <a:pt x="16" y="9"/>
                      <a:pt x="13" y="13"/>
                      <a:pt x="11" y="22"/>
                    </a:cubicBezTo>
                    <a:cubicBezTo>
                      <a:pt x="8" y="43"/>
                      <a:pt x="8" y="43"/>
                      <a:pt x="8" y="43"/>
                    </a:cubicBezTo>
                    <a:cubicBezTo>
                      <a:pt x="0" y="43"/>
                      <a:pt x="0" y="43"/>
                      <a:pt x="0" y="43"/>
                    </a:cubicBezTo>
                    <a:cubicBezTo>
                      <a:pt x="8" y="7"/>
                      <a:pt x="8" y="7"/>
                      <a:pt x="8" y="7"/>
                    </a:cubicBezTo>
                    <a:cubicBezTo>
                      <a:pt x="0" y="5"/>
                      <a:pt x="0" y="5"/>
                      <a:pt x="0" y="5"/>
                    </a:cubicBezTo>
                    <a:cubicBezTo>
                      <a:pt x="0" y="3"/>
                      <a:pt x="0" y="3"/>
                      <a:pt x="0" y="3"/>
                    </a:cubicBezTo>
                    <a:cubicBezTo>
                      <a:pt x="13" y="0"/>
                      <a:pt x="13" y="0"/>
                      <a:pt x="13" y="0"/>
                    </a:cubicBezTo>
                    <a:lnTo>
                      <a:pt x="15"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6" name="Google Shape;336;p297"/>
              <p:cNvSpPr/>
              <p:nvPr/>
            </p:nvSpPr>
            <p:spPr>
              <a:xfrm>
                <a:off x="6465888" y="6351588"/>
                <a:ext cx="139700" cy="222250"/>
              </a:xfrm>
              <a:custGeom>
                <a:avLst/>
                <a:gdLst/>
                <a:ahLst/>
                <a:cxnLst/>
                <a:rect l="l" t="t" r="r" b="b"/>
                <a:pathLst>
                  <a:path w="41" h="65" extrusionOk="0">
                    <a:moveTo>
                      <a:pt x="20" y="0"/>
                    </a:moveTo>
                    <a:cubicBezTo>
                      <a:pt x="11" y="44"/>
                      <a:pt x="11" y="44"/>
                      <a:pt x="11" y="44"/>
                    </a:cubicBezTo>
                    <a:cubicBezTo>
                      <a:pt x="27" y="27"/>
                      <a:pt x="27" y="27"/>
                      <a:pt x="27" y="27"/>
                    </a:cubicBezTo>
                    <a:cubicBezTo>
                      <a:pt x="30" y="24"/>
                      <a:pt x="33" y="22"/>
                      <a:pt x="35" y="22"/>
                    </a:cubicBezTo>
                    <a:cubicBezTo>
                      <a:pt x="38" y="22"/>
                      <a:pt x="40" y="24"/>
                      <a:pt x="40" y="27"/>
                    </a:cubicBezTo>
                    <a:cubicBezTo>
                      <a:pt x="40" y="29"/>
                      <a:pt x="39" y="30"/>
                      <a:pt x="35" y="32"/>
                    </a:cubicBezTo>
                    <a:cubicBezTo>
                      <a:pt x="32" y="29"/>
                      <a:pt x="32" y="29"/>
                      <a:pt x="32" y="29"/>
                    </a:cubicBezTo>
                    <a:cubicBezTo>
                      <a:pt x="28" y="31"/>
                      <a:pt x="26" y="33"/>
                      <a:pt x="21" y="38"/>
                    </a:cubicBezTo>
                    <a:cubicBezTo>
                      <a:pt x="25" y="49"/>
                      <a:pt x="26" y="51"/>
                      <a:pt x="29" y="55"/>
                    </a:cubicBezTo>
                    <a:cubicBezTo>
                      <a:pt x="31" y="59"/>
                      <a:pt x="34" y="61"/>
                      <a:pt x="37" y="61"/>
                    </a:cubicBezTo>
                    <a:cubicBezTo>
                      <a:pt x="38" y="61"/>
                      <a:pt x="40" y="61"/>
                      <a:pt x="41" y="60"/>
                    </a:cubicBezTo>
                    <a:cubicBezTo>
                      <a:pt x="41" y="63"/>
                      <a:pt x="41" y="63"/>
                      <a:pt x="41" y="63"/>
                    </a:cubicBezTo>
                    <a:cubicBezTo>
                      <a:pt x="36" y="64"/>
                      <a:pt x="33" y="65"/>
                      <a:pt x="31" y="65"/>
                    </a:cubicBezTo>
                    <a:cubicBezTo>
                      <a:pt x="28" y="65"/>
                      <a:pt x="25" y="63"/>
                      <a:pt x="23" y="58"/>
                    </a:cubicBezTo>
                    <a:cubicBezTo>
                      <a:pt x="15" y="43"/>
                      <a:pt x="15" y="43"/>
                      <a:pt x="15" y="43"/>
                    </a:cubicBezTo>
                    <a:cubicBezTo>
                      <a:pt x="10" y="48"/>
                      <a:pt x="10" y="48"/>
                      <a:pt x="10" y="48"/>
                    </a:cubicBezTo>
                    <a:cubicBezTo>
                      <a:pt x="8" y="65"/>
                      <a:pt x="8" y="65"/>
                      <a:pt x="8" y="65"/>
                    </a:cubicBezTo>
                    <a:cubicBezTo>
                      <a:pt x="0" y="65"/>
                      <a:pt x="0" y="65"/>
                      <a:pt x="0" y="65"/>
                    </a:cubicBezTo>
                    <a:cubicBezTo>
                      <a:pt x="12" y="5"/>
                      <a:pt x="12" y="5"/>
                      <a:pt x="12" y="5"/>
                    </a:cubicBezTo>
                    <a:cubicBezTo>
                      <a:pt x="4" y="5"/>
                      <a:pt x="4" y="5"/>
                      <a:pt x="4" y="5"/>
                    </a:cubicBezTo>
                    <a:cubicBezTo>
                      <a:pt x="4" y="2"/>
                      <a:pt x="4" y="2"/>
                      <a:pt x="4" y="2"/>
                    </a:cubicBezTo>
                    <a:cubicBezTo>
                      <a:pt x="18" y="0"/>
                      <a:pt x="18" y="0"/>
                      <a:pt x="18" y="0"/>
                    </a:cubicBezTo>
                    <a:lnTo>
                      <a:pt x="2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sp>
            <p:nvSpPr>
              <p:cNvPr id="337" name="Google Shape;337;p297"/>
              <p:cNvSpPr/>
              <p:nvPr/>
            </p:nvSpPr>
            <p:spPr>
              <a:xfrm>
                <a:off x="3638550" y="5445125"/>
                <a:ext cx="3849688" cy="822325"/>
              </a:xfrm>
              <a:custGeom>
                <a:avLst/>
                <a:gdLst/>
                <a:ahLst/>
                <a:cxnLst/>
                <a:rect l="l" t="t" r="r" b="b"/>
                <a:pathLst>
                  <a:path w="1134" h="241" extrusionOk="0">
                    <a:moveTo>
                      <a:pt x="750" y="182"/>
                    </a:moveTo>
                    <a:cubicBezTo>
                      <a:pt x="786" y="188"/>
                      <a:pt x="786" y="188"/>
                      <a:pt x="786" y="188"/>
                    </a:cubicBezTo>
                    <a:cubicBezTo>
                      <a:pt x="797" y="190"/>
                      <a:pt x="804" y="194"/>
                      <a:pt x="804" y="203"/>
                    </a:cubicBezTo>
                    <a:cubicBezTo>
                      <a:pt x="804" y="216"/>
                      <a:pt x="793" y="224"/>
                      <a:pt x="778" y="224"/>
                    </a:cubicBezTo>
                    <a:cubicBezTo>
                      <a:pt x="761" y="224"/>
                      <a:pt x="748" y="212"/>
                      <a:pt x="748" y="196"/>
                    </a:cubicBezTo>
                    <a:cubicBezTo>
                      <a:pt x="748" y="192"/>
                      <a:pt x="748" y="187"/>
                      <a:pt x="750" y="182"/>
                    </a:cubicBezTo>
                    <a:close/>
                    <a:moveTo>
                      <a:pt x="423" y="119"/>
                    </a:moveTo>
                    <a:cubicBezTo>
                      <a:pt x="423" y="157"/>
                      <a:pt x="423" y="157"/>
                      <a:pt x="423" y="157"/>
                    </a:cubicBezTo>
                    <a:cubicBezTo>
                      <a:pt x="413" y="161"/>
                      <a:pt x="409" y="162"/>
                      <a:pt x="403" y="162"/>
                    </a:cubicBezTo>
                    <a:cubicBezTo>
                      <a:pt x="392" y="162"/>
                      <a:pt x="385" y="155"/>
                      <a:pt x="385" y="144"/>
                    </a:cubicBezTo>
                    <a:cubicBezTo>
                      <a:pt x="385" y="135"/>
                      <a:pt x="389" y="129"/>
                      <a:pt x="399" y="125"/>
                    </a:cubicBezTo>
                    <a:cubicBezTo>
                      <a:pt x="405" y="122"/>
                      <a:pt x="408" y="122"/>
                      <a:pt x="423" y="119"/>
                    </a:cubicBezTo>
                    <a:close/>
                    <a:moveTo>
                      <a:pt x="1061" y="145"/>
                    </a:moveTo>
                    <a:cubicBezTo>
                      <a:pt x="1055" y="149"/>
                      <a:pt x="1048" y="154"/>
                      <a:pt x="1038" y="154"/>
                    </a:cubicBezTo>
                    <a:cubicBezTo>
                      <a:pt x="1027" y="154"/>
                      <a:pt x="1017" y="147"/>
                      <a:pt x="1017" y="134"/>
                    </a:cubicBezTo>
                    <a:cubicBezTo>
                      <a:pt x="1017" y="122"/>
                      <a:pt x="1023" y="116"/>
                      <a:pt x="1033" y="109"/>
                    </a:cubicBezTo>
                    <a:lnTo>
                      <a:pt x="1061" y="145"/>
                    </a:lnTo>
                    <a:close/>
                    <a:moveTo>
                      <a:pt x="659" y="105"/>
                    </a:moveTo>
                    <a:cubicBezTo>
                      <a:pt x="618" y="105"/>
                      <a:pt x="618" y="105"/>
                      <a:pt x="618" y="105"/>
                    </a:cubicBezTo>
                    <a:cubicBezTo>
                      <a:pt x="619" y="81"/>
                      <a:pt x="625" y="71"/>
                      <a:pt x="639" y="71"/>
                    </a:cubicBezTo>
                    <a:cubicBezTo>
                      <a:pt x="653" y="71"/>
                      <a:pt x="658" y="80"/>
                      <a:pt x="659" y="105"/>
                    </a:cubicBezTo>
                    <a:close/>
                    <a:moveTo>
                      <a:pt x="775" y="129"/>
                    </a:moveTo>
                    <a:cubicBezTo>
                      <a:pt x="764" y="129"/>
                      <a:pt x="757" y="117"/>
                      <a:pt x="757" y="99"/>
                    </a:cubicBezTo>
                    <a:cubicBezTo>
                      <a:pt x="757" y="81"/>
                      <a:pt x="764" y="70"/>
                      <a:pt x="775" y="70"/>
                    </a:cubicBezTo>
                    <a:cubicBezTo>
                      <a:pt x="786" y="70"/>
                      <a:pt x="793" y="80"/>
                      <a:pt x="793" y="97"/>
                    </a:cubicBezTo>
                    <a:cubicBezTo>
                      <a:pt x="793" y="117"/>
                      <a:pt x="786" y="129"/>
                      <a:pt x="775" y="129"/>
                    </a:cubicBezTo>
                    <a:close/>
                    <a:moveTo>
                      <a:pt x="991" y="74"/>
                    </a:moveTo>
                    <a:cubicBezTo>
                      <a:pt x="991" y="62"/>
                      <a:pt x="991" y="62"/>
                      <a:pt x="991" y="62"/>
                    </a:cubicBezTo>
                    <a:cubicBezTo>
                      <a:pt x="937" y="62"/>
                      <a:pt x="937" y="62"/>
                      <a:pt x="937" y="62"/>
                    </a:cubicBezTo>
                    <a:cubicBezTo>
                      <a:pt x="937" y="74"/>
                      <a:pt x="937" y="74"/>
                      <a:pt x="937" y="74"/>
                    </a:cubicBezTo>
                    <a:cubicBezTo>
                      <a:pt x="950" y="77"/>
                      <a:pt x="950" y="77"/>
                      <a:pt x="950" y="77"/>
                    </a:cubicBezTo>
                    <a:cubicBezTo>
                      <a:pt x="953" y="80"/>
                      <a:pt x="953" y="80"/>
                      <a:pt x="953" y="80"/>
                    </a:cubicBezTo>
                    <a:cubicBezTo>
                      <a:pt x="927" y="143"/>
                      <a:pt x="927" y="143"/>
                      <a:pt x="927" y="143"/>
                    </a:cubicBezTo>
                    <a:cubicBezTo>
                      <a:pt x="900" y="80"/>
                      <a:pt x="900" y="80"/>
                      <a:pt x="900" y="80"/>
                    </a:cubicBezTo>
                    <a:cubicBezTo>
                      <a:pt x="902" y="77"/>
                      <a:pt x="902" y="77"/>
                      <a:pt x="902" y="77"/>
                    </a:cubicBezTo>
                    <a:cubicBezTo>
                      <a:pt x="916" y="74"/>
                      <a:pt x="916" y="74"/>
                      <a:pt x="916" y="74"/>
                    </a:cubicBezTo>
                    <a:cubicBezTo>
                      <a:pt x="916" y="62"/>
                      <a:pt x="916" y="62"/>
                      <a:pt x="916" y="62"/>
                    </a:cubicBezTo>
                    <a:cubicBezTo>
                      <a:pt x="808" y="62"/>
                      <a:pt x="808" y="62"/>
                      <a:pt x="808" y="62"/>
                    </a:cubicBezTo>
                    <a:cubicBezTo>
                      <a:pt x="799" y="58"/>
                      <a:pt x="788" y="56"/>
                      <a:pt x="773" y="56"/>
                    </a:cubicBezTo>
                    <a:cubicBezTo>
                      <a:pt x="736" y="56"/>
                      <a:pt x="713" y="73"/>
                      <a:pt x="713" y="100"/>
                    </a:cubicBezTo>
                    <a:cubicBezTo>
                      <a:pt x="713" y="120"/>
                      <a:pt x="722" y="131"/>
                      <a:pt x="746" y="139"/>
                    </a:cubicBezTo>
                    <a:cubicBezTo>
                      <a:pt x="734" y="148"/>
                      <a:pt x="729" y="154"/>
                      <a:pt x="729" y="163"/>
                    </a:cubicBezTo>
                    <a:cubicBezTo>
                      <a:pt x="729" y="168"/>
                      <a:pt x="731" y="171"/>
                      <a:pt x="734" y="178"/>
                    </a:cubicBezTo>
                    <a:cubicBezTo>
                      <a:pt x="717" y="178"/>
                      <a:pt x="707" y="188"/>
                      <a:pt x="707" y="204"/>
                    </a:cubicBezTo>
                    <a:cubicBezTo>
                      <a:pt x="707" y="227"/>
                      <a:pt x="729" y="240"/>
                      <a:pt x="767" y="240"/>
                    </a:cubicBezTo>
                    <a:cubicBezTo>
                      <a:pt x="813" y="240"/>
                      <a:pt x="845" y="220"/>
                      <a:pt x="845" y="193"/>
                    </a:cubicBezTo>
                    <a:cubicBezTo>
                      <a:pt x="845" y="171"/>
                      <a:pt x="827" y="162"/>
                      <a:pt x="773" y="157"/>
                    </a:cubicBezTo>
                    <a:cubicBezTo>
                      <a:pt x="761" y="156"/>
                      <a:pt x="761" y="156"/>
                      <a:pt x="761" y="156"/>
                    </a:cubicBezTo>
                    <a:cubicBezTo>
                      <a:pt x="761" y="153"/>
                      <a:pt x="760" y="150"/>
                      <a:pt x="760" y="148"/>
                    </a:cubicBezTo>
                    <a:cubicBezTo>
                      <a:pt x="760" y="145"/>
                      <a:pt x="761" y="144"/>
                      <a:pt x="761" y="140"/>
                    </a:cubicBezTo>
                    <a:cubicBezTo>
                      <a:pt x="766" y="141"/>
                      <a:pt x="769" y="141"/>
                      <a:pt x="774" y="141"/>
                    </a:cubicBezTo>
                    <a:cubicBezTo>
                      <a:pt x="812" y="141"/>
                      <a:pt x="835" y="125"/>
                      <a:pt x="835" y="99"/>
                    </a:cubicBezTo>
                    <a:cubicBezTo>
                      <a:pt x="835" y="91"/>
                      <a:pt x="833" y="84"/>
                      <a:pt x="829" y="77"/>
                    </a:cubicBezTo>
                    <a:cubicBezTo>
                      <a:pt x="852" y="77"/>
                      <a:pt x="852" y="77"/>
                      <a:pt x="852" y="77"/>
                    </a:cubicBezTo>
                    <a:cubicBezTo>
                      <a:pt x="906" y="191"/>
                      <a:pt x="906" y="191"/>
                      <a:pt x="906" y="191"/>
                    </a:cubicBezTo>
                    <a:cubicBezTo>
                      <a:pt x="901" y="202"/>
                      <a:pt x="895" y="210"/>
                      <a:pt x="890" y="214"/>
                    </a:cubicBezTo>
                    <a:cubicBezTo>
                      <a:pt x="872" y="195"/>
                      <a:pt x="872" y="195"/>
                      <a:pt x="872" y="195"/>
                    </a:cubicBezTo>
                    <a:cubicBezTo>
                      <a:pt x="863" y="198"/>
                      <a:pt x="855" y="209"/>
                      <a:pt x="855" y="220"/>
                    </a:cubicBezTo>
                    <a:cubicBezTo>
                      <a:pt x="855" y="233"/>
                      <a:pt x="864" y="241"/>
                      <a:pt x="876" y="241"/>
                    </a:cubicBezTo>
                    <a:cubicBezTo>
                      <a:pt x="896" y="241"/>
                      <a:pt x="912" y="221"/>
                      <a:pt x="926" y="190"/>
                    </a:cubicBezTo>
                    <a:cubicBezTo>
                      <a:pt x="977" y="77"/>
                      <a:pt x="977" y="77"/>
                      <a:pt x="977" y="77"/>
                    </a:cubicBezTo>
                    <a:lnTo>
                      <a:pt x="991" y="74"/>
                    </a:lnTo>
                    <a:close/>
                    <a:moveTo>
                      <a:pt x="642" y="55"/>
                    </a:moveTo>
                    <a:cubicBezTo>
                      <a:pt x="599" y="55"/>
                      <a:pt x="574" y="81"/>
                      <a:pt x="574" y="122"/>
                    </a:cubicBezTo>
                    <a:cubicBezTo>
                      <a:pt x="574" y="161"/>
                      <a:pt x="598" y="186"/>
                      <a:pt x="642" y="186"/>
                    </a:cubicBezTo>
                    <a:cubicBezTo>
                      <a:pt x="664" y="186"/>
                      <a:pt x="679" y="182"/>
                      <a:pt x="701" y="172"/>
                    </a:cubicBezTo>
                    <a:cubicBezTo>
                      <a:pt x="701" y="148"/>
                      <a:pt x="701" y="148"/>
                      <a:pt x="701" y="148"/>
                    </a:cubicBezTo>
                    <a:cubicBezTo>
                      <a:pt x="683" y="158"/>
                      <a:pt x="671" y="162"/>
                      <a:pt x="655" y="162"/>
                    </a:cubicBezTo>
                    <a:cubicBezTo>
                      <a:pt x="631" y="162"/>
                      <a:pt x="619" y="149"/>
                      <a:pt x="617" y="121"/>
                    </a:cubicBezTo>
                    <a:cubicBezTo>
                      <a:pt x="702" y="121"/>
                      <a:pt x="702" y="121"/>
                      <a:pt x="702" y="121"/>
                    </a:cubicBezTo>
                    <a:cubicBezTo>
                      <a:pt x="702" y="118"/>
                      <a:pt x="702" y="118"/>
                      <a:pt x="702" y="118"/>
                    </a:cubicBezTo>
                    <a:cubicBezTo>
                      <a:pt x="702" y="78"/>
                      <a:pt x="681" y="55"/>
                      <a:pt x="642" y="55"/>
                    </a:cubicBezTo>
                    <a:close/>
                    <a:moveTo>
                      <a:pt x="468" y="170"/>
                    </a:moveTo>
                    <a:cubicBezTo>
                      <a:pt x="466" y="166"/>
                      <a:pt x="466" y="166"/>
                      <a:pt x="466" y="166"/>
                    </a:cubicBezTo>
                    <a:cubicBezTo>
                      <a:pt x="466" y="109"/>
                      <a:pt x="466" y="109"/>
                      <a:pt x="466" y="109"/>
                    </a:cubicBezTo>
                    <a:cubicBezTo>
                      <a:pt x="466" y="84"/>
                      <a:pt x="463" y="77"/>
                      <a:pt x="454" y="68"/>
                    </a:cubicBezTo>
                    <a:cubicBezTo>
                      <a:pt x="445" y="59"/>
                      <a:pt x="430" y="55"/>
                      <a:pt x="410" y="55"/>
                    </a:cubicBezTo>
                    <a:cubicBezTo>
                      <a:pt x="374" y="55"/>
                      <a:pt x="345" y="69"/>
                      <a:pt x="345" y="87"/>
                    </a:cubicBezTo>
                    <a:cubicBezTo>
                      <a:pt x="345" y="94"/>
                      <a:pt x="349" y="97"/>
                      <a:pt x="361" y="97"/>
                    </a:cubicBezTo>
                    <a:cubicBezTo>
                      <a:pt x="391" y="97"/>
                      <a:pt x="391" y="97"/>
                      <a:pt x="391" y="97"/>
                    </a:cubicBezTo>
                    <a:cubicBezTo>
                      <a:pt x="391" y="70"/>
                      <a:pt x="391" y="70"/>
                      <a:pt x="391" y="70"/>
                    </a:cubicBezTo>
                    <a:cubicBezTo>
                      <a:pt x="414" y="70"/>
                      <a:pt x="423" y="77"/>
                      <a:pt x="423" y="95"/>
                    </a:cubicBezTo>
                    <a:cubicBezTo>
                      <a:pt x="423" y="102"/>
                      <a:pt x="423" y="102"/>
                      <a:pt x="423" y="102"/>
                    </a:cubicBezTo>
                    <a:cubicBezTo>
                      <a:pt x="380" y="112"/>
                      <a:pt x="362" y="117"/>
                      <a:pt x="354" y="123"/>
                    </a:cubicBezTo>
                    <a:cubicBezTo>
                      <a:pt x="344" y="130"/>
                      <a:pt x="339" y="140"/>
                      <a:pt x="339" y="153"/>
                    </a:cubicBezTo>
                    <a:cubicBezTo>
                      <a:pt x="339" y="173"/>
                      <a:pt x="354" y="187"/>
                      <a:pt x="376" y="187"/>
                    </a:cubicBezTo>
                    <a:cubicBezTo>
                      <a:pt x="389" y="187"/>
                      <a:pt x="402" y="183"/>
                      <a:pt x="423" y="170"/>
                    </a:cubicBezTo>
                    <a:cubicBezTo>
                      <a:pt x="426" y="184"/>
                      <a:pt x="426" y="184"/>
                      <a:pt x="426" y="184"/>
                    </a:cubicBezTo>
                    <a:cubicBezTo>
                      <a:pt x="483" y="184"/>
                      <a:pt x="483" y="184"/>
                      <a:pt x="483" y="184"/>
                    </a:cubicBezTo>
                    <a:cubicBezTo>
                      <a:pt x="483" y="171"/>
                      <a:pt x="483" y="171"/>
                      <a:pt x="483" y="171"/>
                    </a:cubicBezTo>
                    <a:lnTo>
                      <a:pt x="468" y="170"/>
                    </a:lnTo>
                    <a:close/>
                    <a:moveTo>
                      <a:pt x="314" y="56"/>
                    </a:moveTo>
                    <a:cubicBezTo>
                      <a:pt x="300" y="64"/>
                      <a:pt x="292" y="71"/>
                      <a:pt x="280" y="84"/>
                    </a:cubicBezTo>
                    <a:cubicBezTo>
                      <a:pt x="282" y="55"/>
                      <a:pt x="282" y="55"/>
                      <a:pt x="282" y="55"/>
                    </a:cubicBezTo>
                    <a:cubicBezTo>
                      <a:pt x="267" y="55"/>
                      <a:pt x="267" y="55"/>
                      <a:pt x="267" y="55"/>
                    </a:cubicBezTo>
                    <a:cubicBezTo>
                      <a:pt x="221" y="70"/>
                      <a:pt x="221" y="70"/>
                      <a:pt x="221" y="70"/>
                    </a:cubicBezTo>
                    <a:cubicBezTo>
                      <a:pt x="221" y="82"/>
                      <a:pt x="221" y="82"/>
                      <a:pt x="221" y="82"/>
                    </a:cubicBezTo>
                    <a:cubicBezTo>
                      <a:pt x="239" y="82"/>
                      <a:pt x="239" y="82"/>
                      <a:pt x="239" y="82"/>
                    </a:cubicBezTo>
                    <a:cubicBezTo>
                      <a:pt x="239" y="166"/>
                      <a:pt x="239" y="166"/>
                      <a:pt x="239" y="166"/>
                    </a:cubicBezTo>
                    <a:cubicBezTo>
                      <a:pt x="237" y="170"/>
                      <a:pt x="237" y="170"/>
                      <a:pt x="237" y="170"/>
                    </a:cubicBezTo>
                    <a:cubicBezTo>
                      <a:pt x="223" y="171"/>
                      <a:pt x="223" y="171"/>
                      <a:pt x="223" y="171"/>
                    </a:cubicBezTo>
                    <a:cubicBezTo>
                      <a:pt x="223" y="184"/>
                      <a:pt x="223" y="184"/>
                      <a:pt x="223" y="184"/>
                    </a:cubicBezTo>
                    <a:cubicBezTo>
                      <a:pt x="304" y="184"/>
                      <a:pt x="304" y="184"/>
                      <a:pt x="304" y="184"/>
                    </a:cubicBezTo>
                    <a:cubicBezTo>
                      <a:pt x="304" y="171"/>
                      <a:pt x="304" y="171"/>
                      <a:pt x="304" y="171"/>
                    </a:cubicBezTo>
                    <a:cubicBezTo>
                      <a:pt x="285" y="170"/>
                      <a:pt x="285" y="170"/>
                      <a:pt x="285" y="170"/>
                    </a:cubicBezTo>
                    <a:cubicBezTo>
                      <a:pt x="282" y="166"/>
                      <a:pt x="282" y="166"/>
                      <a:pt x="282" y="166"/>
                    </a:cubicBezTo>
                    <a:cubicBezTo>
                      <a:pt x="282" y="93"/>
                      <a:pt x="282" y="93"/>
                      <a:pt x="282" y="93"/>
                    </a:cubicBezTo>
                    <a:cubicBezTo>
                      <a:pt x="285" y="93"/>
                      <a:pt x="287" y="93"/>
                      <a:pt x="288" y="93"/>
                    </a:cubicBezTo>
                    <a:cubicBezTo>
                      <a:pt x="301" y="93"/>
                      <a:pt x="307" y="97"/>
                      <a:pt x="312" y="110"/>
                    </a:cubicBezTo>
                    <a:cubicBezTo>
                      <a:pt x="331" y="110"/>
                      <a:pt x="331" y="110"/>
                      <a:pt x="331" y="110"/>
                    </a:cubicBezTo>
                    <a:cubicBezTo>
                      <a:pt x="338" y="60"/>
                      <a:pt x="338" y="60"/>
                      <a:pt x="338" y="60"/>
                    </a:cubicBezTo>
                    <a:cubicBezTo>
                      <a:pt x="332" y="56"/>
                      <a:pt x="328" y="56"/>
                      <a:pt x="318" y="56"/>
                    </a:cubicBezTo>
                    <a:cubicBezTo>
                      <a:pt x="317" y="56"/>
                      <a:pt x="316" y="56"/>
                      <a:pt x="314" y="56"/>
                    </a:cubicBezTo>
                    <a:close/>
                    <a:moveTo>
                      <a:pt x="62" y="103"/>
                    </a:moveTo>
                    <a:cubicBezTo>
                      <a:pt x="49" y="98"/>
                      <a:pt x="44" y="94"/>
                      <a:pt x="44" y="86"/>
                    </a:cubicBezTo>
                    <a:cubicBezTo>
                      <a:pt x="44" y="78"/>
                      <a:pt x="51" y="72"/>
                      <a:pt x="63" y="72"/>
                    </a:cubicBezTo>
                    <a:cubicBezTo>
                      <a:pt x="70" y="72"/>
                      <a:pt x="74" y="73"/>
                      <a:pt x="82" y="77"/>
                    </a:cubicBezTo>
                    <a:cubicBezTo>
                      <a:pt x="86" y="80"/>
                      <a:pt x="86" y="80"/>
                      <a:pt x="86" y="80"/>
                    </a:cubicBezTo>
                    <a:cubicBezTo>
                      <a:pt x="89" y="100"/>
                      <a:pt x="89" y="100"/>
                      <a:pt x="89" y="100"/>
                    </a:cubicBezTo>
                    <a:cubicBezTo>
                      <a:pt x="107" y="100"/>
                      <a:pt x="107" y="100"/>
                      <a:pt x="107" y="100"/>
                    </a:cubicBezTo>
                    <a:cubicBezTo>
                      <a:pt x="107" y="62"/>
                      <a:pt x="107" y="62"/>
                      <a:pt x="107" y="62"/>
                    </a:cubicBezTo>
                    <a:cubicBezTo>
                      <a:pt x="83" y="56"/>
                      <a:pt x="72" y="55"/>
                      <a:pt x="58" y="55"/>
                    </a:cubicBezTo>
                    <a:cubicBezTo>
                      <a:pt x="24" y="55"/>
                      <a:pt x="2" y="71"/>
                      <a:pt x="2" y="95"/>
                    </a:cubicBezTo>
                    <a:cubicBezTo>
                      <a:pt x="2" y="112"/>
                      <a:pt x="13" y="122"/>
                      <a:pt x="54" y="139"/>
                    </a:cubicBezTo>
                    <a:cubicBezTo>
                      <a:pt x="66" y="144"/>
                      <a:pt x="70" y="148"/>
                      <a:pt x="70" y="155"/>
                    </a:cubicBezTo>
                    <a:cubicBezTo>
                      <a:pt x="70" y="165"/>
                      <a:pt x="63" y="170"/>
                      <a:pt x="50" y="170"/>
                    </a:cubicBezTo>
                    <a:cubicBezTo>
                      <a:pt x="42" y="170"/>
                      <a:pt x="35" y="169"/>
                      <a:pt x="24" y="164"/>
                    </a:cubicBezTo>
                    <a:cubicBezTo>
                      <a:pt x="21" y="161"/>
                      <a:pt x="21" y="161"/>
                      <a:pt x="21" y="161"/>
                    </a:cubicBezTo>
                    <a:cubicBezTo>
                      <a:pt x="19" y="138"/>
                      <a:pt x="19" y="138"/>
                      <a:pt x="19" y="138"/>
                    </a:cubicBezTo>
                    <a:cubicBezTo>
                      <a:pt x="0" y="138"/>
                      <a:pt x="0" y="138"/>
                      <a:pt x="0" y="138"/>
                    </a:cubicBezTo>
                    <a:cubicBezTo>
                      <a:pt x="0" y="180"/>
                      <a:pt x="0" y="180"/>
                      <a:pt x="0" y="180"/>
                    </a:cubicBezTo>
                    <a:cubicBezTo>
                      <a:pt x="26" y="186"/>
                      <a:pt x="37" y="187"/>
                      <a:pt x="55" y="187"/>
                    </a:cubicBezTo>
                    <a:cubicBezTo>
                      <a:pt x="88" y="187"/>
                      <a:pt x="113" y="170"/>
                      <a:pt x="113" y="145"/>
                    </a:cubicBezTo>
                    <a:cubicBezTo>
                      <a:pt x="113" y="126"/>
                      <a:pt x="103" y="118"/>
                      <a:pt x="62" y="103"/>
                    </a:cubicBezTo>
                    <a:close/>
                    <a:moveTo>
                      <a:pt x="1048" y="32"/>
                    </a:moveTo>
                    <a:cubicBezTo>
                      <a:pt x="1056" y="32"/>
                      <a:pt x="1060" y="39"/>
                      <a:pt x="1060" y="46"/>
                    </a:cubicBezTo>
                    <a:cubicBezTo>
                      <a:pt x="1060" y="56"/>
                      <a:pt x="1053" y="62"/>
                      <a:pt x="1043" y="68"/>
                    </a:cubicBezTo>
                    <a:cubicBezTo>
                      <a:pt x="1038" y="61"/>
                      <a:pt x="1034" y="55"/>
                      <a:pt x="1034" y="47"/>
                    </a:cubicBezTo>
                    <a:cubicBezTo>
                      <a:pt x="1034" y="38"/>
                      <a:pt x="1040" y="32"/>
                      <a:pt x="1048" y="32"/>
                    </a:cubicBezTo>
                    <a:close/>
                    <a:moveTo>
                      <a:pt x="536" y="62"/>
                    </a:moveTo>
                    <a:cubicBezTo>
                      <a:pt x="536" y="26"/>
                      <a:pt x="536" y="26"/>
                      <a:pt x="536" y="26"/>
                    </a:cubicBezTo>
                    <a:cubicBezTo>
                      <a:pt x="513" y="26"/>
                      <a:pt x="513" y="26"/>
                      <a:pt x="513" y="26"/>
                    </a:cubicBezTo>
                    <a:cubicBezTo>
                      <a:pt x="497" y="55"/>
                      <a:pt x="497" y="55"/>
                      <a:pt x="497" y="55"/>
                    </a:cubicBezTo>
                    <a:cubicBezTo>
                      <a:pt x="476" y="69"/>
                      <a:pt x="476" y="69"/>
                      <a:pt x="476" y="69"/>
                    </a:cubicBezTo>
                    <a:cubicBezTo>
                      <a:pt x="476" y="80"/>
                      <a:pt x="476" y="80"/>
                      <a:pt x="476" y="80"/>
                    </a:cubicBezTo>
                    <a:cubicBezTo>
                      <a:pt x="494" y="80"/>
                      <a:pt x="494" y="80"/>
                      <a:pt x="494" y="80"/>
                    </a:cubicBezTo>
                    <a:cubicBezTo>
                      <a:pt x="494" y="156"/>
                      <a:pt x="494" y="156"/>
                      <a:pt x="494" y="156"/>
                    </a:cubicBezTo>
                    <a:cubicBezTo>
                      <a:pt x="494" y="176"/>
                      <a:pt x="505" y="186"/>
                      <a:pt x="528" y="186"/>
                    </a:cubicBezTo>
                    <a:cubicBezTo>
                      <a:pt x="541" y="186"/>
                      <a:pt x="552" y="184"/>
                      <a:pt x="572" y="175"/>
                    </a:cubicBezTo>
                    <a:cubicBezTo>
                      <a:pt x="572" y="161"/>
                      <a:pt x="572" y="161"/>
                      <a:pt x="572" y="161"/>
                    </a:cubicBezTo>
                    <a:cubicBezTo>
                      <a:pt x="572" y="161"/>
                      <a:pt x="565" y="162"/>
                      <a:pt x="559" y="162"/>
                    </a:cubicBezTo>
                    <a:cubicBezTo>
                      <a:pt x="542" y="162"/>
                      <a:pt x="536" y="157"/>
                      <a:pt x="536" y="140"/>
                    </a:cubicBezTo>
                    <a:cubicBezTo>
                      <a:pt x="536" y="80"/>
                      <a:pt x="536" y="80"/>
                      <a:pt x="536" y="80"/>
                    </a:cubicBezTo>
                    <a:cubicBezTo>
                      <a:pt x="572" y="80"/>
                      <a:pt x="572" y="80"/>
                      <a:pt x="572" y="80"/>
                    </a:cubicBezTo>
                    <a:cubicBezTo>
                      <a:pt x="572" y="62"/>
                      <a:pt x="572" y="62"/>
                      <a:pt x="572" y="62"/>
                    </a:cubicBezTo>
                    <a:lnTo>
                      <a:pt x="536" y="62"/>
                    </a:lnTo>
                    <a:close/>
                    <a:moveTo>
                      <a:pt x="178" y="62"/>
                    </a:moveTo>
                    <a:cubicBezTo>
                      <a:pt x="178" y="26"/>
                      <a:pt x="178" y="26"/>
                      <a:pt x="178" y="26"/>
                    </a:cubicBezTo>
                    <a:cubicBezTo>
                      <a:pt x="155" y="26"/>
                      <a:pt x="155" y="26"/>
                      <a:pt x="155" y="26"/>
                    </a:cubicBezTo>
                    <a:cubicBezTo>
                      <a:pt x="139" y="55"/>
                      <a:pt x="139" y="55"/>
                      <a:pt x="139" y="55"/>
                    </a:cubicBezTo>
                    <a:cubicBezTo>
                      <a:pt x="117" y="69"/>
                      <a:pt x="117" y="69"/>
                      <a:pt x="117" y="69"/>
                    </a:cubicBezTo>
                    <a:cubicBezTo>
                      <a:pt x="117" y="80"/>
                      <a:pt x="117" y="80"/>
                      <a:pt x="117" y="80"/>
                    </a:cubicBezTo>
                    <a:cubicBezTo>
                      <a:pt x="135" y="80"/>
                      <a:pt x="135" y="80"/>
                      <a:pt x="135" y="80"/>
                    </a:cubicBezTo>
                    <a:cubicBezTo>
                      <a:pt x="135" y="156"/>
                      <a:pt x="135" y="156"/>
                      <a:pt x="135" y="156"/>
                    </a:cubicBezTo>
                    <a:cubicBezTo>
                      <a:pt x="135" y="176"/>
                      <a:pt x="147" y="186"/>
                      <a:pt x="169" y="186"/>
                    </a:cubicBezTo>
                    <a:cubicBezTo>
                      <a:pt x="183" y="186"/>
                      <a:pt x="194" y="184"/>
                      <a:pt x="213" y="175"/>
                    </a:cubicBezTo>
                    <a:cubicBezTo>
                      <a:pt x="213" y="161"/>
                      <a:pt x="213" y="161"/>
                      <a:pt x="213" y="161"/>
                    </a:cubicBezTo>
                    <a:cubicBezTo>
                      <a:pt x="213" y="161"/>
                      <a:pt x="207" y="162"/>
                      <a:pt x="201" y="162"/>
                    </a:cubicBezTo>
                    <a:cubicBezTo>
                      <a:pt x="184" y="162"/>
                      <a:pt x="178" y="157"/>
                      <a:pt x="178" y="140"/>
                    </a:cubicBezTo>
                    <a:cubicBezTo>
                      <a:pt x="178" y="80"/>
                      <a:pt x="178" y="80"/>
                      <a:pt x="178" y="80"/>
                    </a:cubicBezTo>
                    <a:cubicBezTo>
                      <a:pt x="213" y="80"/>
                      <a:pt x="213" y="80"/>
                      <a:pt x="213" y="80"/>
                    </a:cubicBezTo>
                    <a:cubicBezTo>
                      <a:pt x="213" y="62"/>
                      <a:pt x="213" y="62"/>
                      <a:pt x="213" y="62"/>
                    </a:cubicBezTo>
                    <a:lnTo>
                      <a:pt x="178" y="62"/>
                    </a:lnTo>
                    <a:close/>
                    <a:moveTo>
                      <a:pt x="1107" y="149"/>
                    </a:moveTo>
                    <a:cubicBezTo>
                      <a:pt x="1129" y="131"/>
                      <a:pt x="1129" y="131"/>
                      <a:pt x="1129" y="131"/>
                    </a:cubicBezTo>
                    <a:cubicBezTo>
                      <a:pt x="1129" y="89"/>
                      <a:pt x="1129" y="89"/>
                      <a:pt x="1129" y="89"/>
                    </a:cubicBezTo>
                    <a:cubicBezTo>
                      <a:pt x="1087" y="124"/>
                      <a:pt x="1087" y="124"/>
                      <a:pt x="1087" y="124"/>
                    </a:cubicBezTo>
                    <a:cubicBezTo>
                      <a:pt x="1061" y="91"/>
                      <a:pt x="1061" y="91"/>
                      <a:pt x="1061" y="91"/>
                    </a:cubicBezTo>
                    <a:cubicBezTo>
                      <a:pt x="1078" y="80"/>
                      <a:pt x="1093" y="68"/>
                      <a:pt x="1093" y="44"/>
                    </a:cubicBezTo>
                    <a:cubicBezTo>
                      <a:pt x="1093" y="19"/>
                      <a:pt x="1075" y="0"/>
                      <a:pt x="1048" y="0"/>
                    </a:cubicBezTo>
                    <a:cubicBezTo>
                      <a:pt x="1022" y="0"/>
                      <a:pt x="1000" y="19"/>
                      <a:pt x="1000" y="47"/>
                    </a:cubicBezTo>
                    <a:cubicBezTo>
                      <a:pt x="1000" y="64"/>
                      <a:pt x="1007" y="75"/>
                      <a:pt x="1015" y="84"/>
                    </a:cubicBezTo>
                    <a:cubicBezTo>
                      <a:pt x="997" y="95"/>
                      <a:pt x="981" y="109"/>
                      <a:pt x="981" y="135"/>
                    </a:cubicBezTo>
                    <a:cubicBezTo>
                      <a:pt x="981" y="164"/>
                      <a:pt x="1002" y="187"/>
                      <a:pt x="1038" y="187"/>
                    </a:cubicBezTo>
                    <a:cubicBezTo>
                      <a:pt x="1059" y="187"/>
                      <a:pt x="1071" y="179"/>
                      <a:pt x="1080" y="171"/>
                    </a:cubicBezTo>
                    <a:cubicBezTo>
                      <a:pt x="1091" y="184"/>
                      <a:pt x="1091" y="184"/>
                      <a:pt x="1091" y="184"/>
                    </a:cubicBezTo>
                    <a:cubicBezTo>
                      <a:pt x="1134" y="184"/>
                      <a:pt x="1134" y="184"/>
                      <a:pt x="1134" y="184"/>
                    </a:cubicBezTo>
                    <a:lnTo>
                      <a:pt x="1107" y="149"/>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71"/>
                  <a:buFont typeface="Arial"/>
                  <a:buNone/>
                </a:pPr>
                <a:endParaRPr sz="971" b="0" i="0" u="none" strike="noStrike" cap="none" dirty="0">
                  <a:solidFill>
                    <a:schemeClr val="dk1"/>
                  </a:solidFill>
                  <a:latin typeface="Arial"/>
                  <a:ea typeface="Arial"/>
                  <a:cs typeface="Arial"/>
                  <a:sym typeface="Arial"/>
                </a:endParaRPr>
              </a:p>
            </p:txBody>
          </p:sp>
        </p:grpSp>
      </p:grpSp>
      <p:sp>
        <p:nvSpPr>
          <p:cNvPr id="338" name="Google Shape;338;p297"/>
          <p:cNvSpPr txBox="1">
            <a:spLocks noGrp="1"/>
          </p:cNvSpPr>
          <p:nvPr>
            <p:ph type="subTitle" idx="1"/>
          </p:nvPr>
        </p:nvSpPr>
        <p:spPr>
          <a:xfrm>
            <a:off x="442800" y="4480560"/>
            <a:ext cx="4312286" cy="193899"/>
          </a:xfrm>
          <a:prstGeom prst="rect">
            <a:avLst/>
          </a:prstGeom>
          <a:noFill/>
          <a:ln>
            <a:noFill/>
          </a:ln>
        </p:spPr>
        <p:txBody>
          <a:bodyPr spcFirstLastPara="1" wrap="square" lIns="0" tIns="0" rIns="0" bIns="0" anchor="b" anchorCtr="0">
            <a:spAutoFit/>
          </a:bodyPr>
          <a:lstStyle>
            <a:lvl1pPr lvl="0" algn="l">
              <a:lnSpc>
                <a:spcPct val="90000"/>
              </a:lnSpc>
              <a:spcBef>
                <a:spcPts val="0"/>
              </a:spcBef>
              <a:spcAft>
                <a:spcPts val="0"/>
              </a:spcAft>
              <a:buClr>
                <a:schemeClr val="lt1"/>
              </a:buClr>
              <a:buSzPts val="1400"/>
              <a:buNone/>
              <a:defRPr sz="1400">
                <a:solidFill>
                  <a:schemeClr val="lt1"/>
                </a:solidFill>
                <a:latin typeface="Arial"/>
                <a:ea typeface="Arial"/>
                <a:cs typeface="Arial"/>
                <a:sym typeface="Arial"/>
              </a:defRPr>
            </a:lvl1pPr>
            <a:lvl2pPr lvl="1" algn="ctr">
              <a:lnSpc>
                <a:spcPct val="100000"/>
              </a:lnSpc>
              <a:spcBef>
                <a:spcPts val="0"/>
              </a:spcBef>
              <a:spcAft>
                <a:spcPts val="0"/>
              </a:spcAft>
              <a:buClr>
                <a:srgbClr val="888888"/>
              </a:buClr>
              <a:buSzPts val="1600"/>
              <a:buNone/>
              <a:defRPr>
                <a:solidFill>
                  <a:srgbClr val="888888"/>
                </a:solidFill>
              </a:defRPr>
            </a:lvl2pPr>
            <a:lvl3pPr lvl="2" algn="ctr">
              <a:lnSpc>
                <a:spcPct val="100000"/>
              </a:lnSpc>
              <a:spcBef>
                <a:spcPts val="600"/>
              </a:spcBef>
              <a:spcAft>
                <a:spcPts val="0"/>
              </a:spcAft>
              <a:buClr>
                <a:srgbClr val="888888"/>
              </a:buClr>
              <a:buSzPts val="1600"/>
              <a:buNone/>
              <a:defRPr>
                <a:solidFill>
                  <a:srgbClr val="888888"/>
                </a:solidFill>
              </a:defRPr>
            </a:lvl3pPr>
            <a:lvl4pPr lvl="3" algn="ctr">
              <a:lnSpc>
                <a:spcPct val="100000"/>
              </a:lnSpc>
              <a:spcBef>
                <a:spcPts val="600"/>
              </a:spcBef>
              <a:spcAft>
                <a:spcPts val="0"/>
              </a:spcAft>
              <a:buClr>
                <a:srgbClr val="888888"/>
              </a:buClr>
              <a:buSzPts val="1600"/>
              <a:buNone/>
              <a:defRPr>
                <a:solidFill>
                  <a:srgbClr val="888888"/>
                </a:solidFill>
              </a:defRPr>
            </a:lvl4pPr>
            <a:lvl5pPr lvl="4" algn="ctr">
              <a:lnSpc>
                <a:spcPct val="100000"/>
              </a:lnSpc>
              <a:spcBef>
                <a:spcPts val="600"/>
              </a:spcBef>
              <a:spcAft>
                <a:spcPts val="0"/>
              </a:spcAft>
              <a:buClr>
                <a:srgbClr val="888888"/>
              </a:buClr>
              <a:buSzPts val="1600"/>
              <a:buNone/>
              <a:defRPr>
                <a:solidFill>
                  <a:srgbClr val="888888"/>
                </a:solidFill>
              </a:defRPr>
            </a:lvl5pPr>
            <a:lvl6pPr lvl="5" algn="ctr">
              <a:lnSpc>
                <a:spcPct val="100000"/>
              </a:lnSpc>
              <a:spcBef>
                <a:spcPts val="600"/>
              </a:spcBef>
              <a:spcAft>
                <a:spcPts val="0"/>
              </a:spcAft>
              <a:buClr>
                <a:srgbClr val="888888"/>
              </a:buClr>
              <a:buSzPts val="1600"/>
              <a:buNone/>
              <a:defRPr>
                <a:solidFill>
                  <a:srgbClr val="888888"/>
                </a:solidFill>
              </a:defRPr>
            </a:lvl6pPr>
            <a:lvl7pPr lvl="6" algn="ctr">
              <a:lnSpc>
                <a:spcPct val="100000"/>
              </a:lnSpc>
              <a:spcBef>
                <a:spcPts val="600"/>
              </a:spcBef>
              <a:spcAft>
                <a:spcPts val="0"/>
              </a:spcAft>
              <a:buClr>
                <a:srgbClr val="888888"/>
              </a:buClr>
              <a:buSzPts val="1600"/>
              <a:buNone/>
              <a:defRPr>
                <a:solidFill>
                  <a:srgbClr val="888888"/>
                </a:solidFill>
              </a:defRPr>
            </a:lvl7pPr>
            <a:lvl8pPr lvl="7" algn="ctr">
              <a:lnSpc>
                <a:spcPct val="100000"/>
              </a:lnSpc>
              <a:spcBef>
                <a:spcPts val="600"/>
              </a:spcBef>
              <a:spcAft>
                <a:spcPts val="0"/>
              </a:spcAft>
              <a:buClr>
                <a:srgbClr val="888888"/>
              </a:buClr>
              <a:buSzPts val="1600"/>
              <a:buNone/>
              <a:defRPr>
                <a:solidFill>
                  <a:srgbClr val="888888"/>
                </a:solidFill>
              </a:defRPr>
            </a:lvl8pPr>
            <a:lvl9pPr lvl="8" algn="ctr">
              <a:lnSpc>
                <a:spcPct val="100000"/>
              </a:lnSpc>
              <a:spcBef>
                <a:spcPts val="600"/>
              </a:spcBef>
              <a:spcAft>
                <a:spcPts val="600"/>
              </a:spcAft>
              <a:buClr>
                <a:srgbClr val="888888"/>
              </a:buClr>
              <a:buSzPts val="1600"/>
              <a:buNone/>
              <a:defRPr>
                <a:solidFill>
                  <a:srgbClr val="888888"/>
                </a:solidFill>
              </a:defRPr>
            </a:lvl9pPr>
          </a:lstStyle>
          <a:p>
            <a:endParaRPr/>
          </a:p>
        </p:txBody>
      </p:sp>
      <p:sp>
        <p:nvSpPr>
          <p:cNvPr id="339" name="Google Shape;339;p297"/>
          <p:cNvSpPr txBox="1">
            <a:spLocks noGrp="1"/>
          </p:cNvSpPr>
          <p:nvPr>
            <p:ph type="ftr" idx="11"/>
          </p:nvPr>
        </p:nvSpPr>
        <p:spPr>
          <a:xfrm>
            <a:off x="447675" y="1733550"/>
            <a:ext cx="5473700" cy="1695450"/>
          </a:xfrm>
          <a:prstGeom prst="rect">
            <a:avLst/>
          </a:prstGeom>
          <a:noFill/>
          <a:ln>
            <a:noFill/>
          </a:ln>
        </p:spPr>
        <p:txBody>
          <a:bodyPr spcFirstLastPara="1" wrap="square" lIns="0" tIns="0" rIns="0" bIns="64000" anchor="t" anchorCtr="0">
            <a:noAutofit/>
          </a:bodyPr>
          <a:lstStyle>
            <a:lvl1pPr marR="0" lvl="0" algn="l" rtl="0">
              <a:lnSpc>
                <a:spcPct val="90000"/>
              </a:lnSpc>
              <a:spcBef>
                <a:spcPts val="0"/>
              </a:spcBef>
              <a:spcAft>
                <a:spcPts val="0"/>
              </a:spcAft>
              <a:buClr>
                <a:srgbClr val="000000"/>
              </a:buClr>
              <a:buSzPts val="1400"/>
              <a:buFont typeface="Arial"/>
              <a:buNone/>
              <a:defRPr sz="3600" b="0" i="0" u="none" strike="noStrike" cap="none">
                <a:solidFill>
                  <a:schemeClr val="l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9pPr>
          </a:lstStyle>
          <a:p>
            <a:endParaRPr dirty="0"/>
          </a:p>
        </p:txBody>
      </p:sp>
      <p:sp>
        <p:nvSpPr>
          <p:cNvPr id="340" name="Google Shape;340;p297"/>
          <p:cNvSpPr txBox="1">
            <a:spLocks noGrp="1"/>
          </p:cNvSpPr>
          <p:nvPr>
            <p:ph type="dt" idx="10"/>
          </p:nvPr>
        </p:nvSpPr>
        <p:spPr>
          <a:xfrm>
            <a:off x="442913" y="4681538"/>
            <a:ext cx="4311650" cy="214312"/>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9pPr>
          </a:lstStyle>
          <a:p>
            <a:endParaRPr dirty="0"/>
          </a:p>
        </p:txBody>
      </p:sp>
    </p:spTree>
    <p:extLst>
      <p:ext uri="{BB962C8B-B14F-4D97-AF65-F5344CB8AC3E}">
        <p14:creationId xmlns:p14="http://schemas.microsoft.com/office/powerpoint/2010/main" val="1078085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One Column">
    <p:spTree>
      <p:nvGrpSpPr>
        <p:cNvPr id="1" name=""/>
        <p:cNvGrpSpPr/>
        <p:nvPr/>
      </p:nvGrpSpPr>
      <p:grpSpPr>
        <a:xfrm>
          <a:off x="0" y="0"/>
          <a:ext cx="0" cy="0"/>
          <a:chOff x="0" y="0"/>
          <a:chExt cx="0" cy="0"/>
        </a:xfrm>
      </p:grpSpPr>
      <p:graphicFrame>
        <p:nvGraphicFramePr>
          <p:cNvPr id="6" name="Object 7" hidden="1">
            <a:extLst>
              <a:ext uri="{FF2B5EF4-FFF2-40B4-BE49-F238E27FC236}">
                <a16:creationId xmlns:a16="http://schemas.microsoft.com/office/drawing/2014/main" id="{816E0129-F6CE-4198-9F8B-1B2DBABB4888}"/>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 imgW="360" imgH="360" progId="TCLayout.ActiveDocument.1">
                  <p:embed/>
                </p:oleObj>
              </mc:Choice>
              <mc:Fallback>
                <p:oleObj name="think-cell Slide" r:id="rId6" imgW="360" imgH="360" progId="TCLayout.ActiveDocument.1">
                  <p:embed/>
                  <p:pic>
                    <p:nvPicPr>
                      <p:cNvPr id="6" name="Object 7" hidden="1">
                        <a:extLst>
                          <a:ext uri="{FF2B5EF4-FFF2-40B4-BE49-F238E27FC236}">
                            <a16:creationId xmlns:a16="http://schemas.microsoft.com/office/drawing/2014/main" id="{816E0129-F6CE-4198-9F8B-1B2DBABB48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hidden="1">
            <a:extLst>
              <a:ext uri="{FF2B5EF4-FFF2-40B4-BE49-F238E27FC236}">
                <a16:creationId xmlns:a16="http://schemas.microsoft.com/office/drawing/2014/main" id="{E50CF4D4-157C-4177-87D0-D86514B6A6C2}"/>
              </a:ext>
            </a:extLst>
          </p:cNvPr>
          <p:cNvSpPr>
            <a:spLocks noChangeArrowheads="1"/>
          </p:cNvSpPr>
          <p:nvPr userDrawn="1">
            <p:custDataLst>
              <p:tags r:id="rId2"/>
            </p:custDataLst>
          </p:nvPr>
        </p:nvSpPr>
        <p:spPr bwMode="auto">
          <a:xfrm>
            <a:off x="0" y="0"/>
            <a:ext cx="192088" cy="139700"/>
          </a:xfrm>
          <a:prstGeom prst="rect">
            <a:avLst/>
          </a:prstGeom>
          <a:solidFill>
            <a:srgbClr val="FFFFFF"/>
          </a:solidFill>
          <a:ln w="6350">
            <a:solidFill>
              <a:schemeClr val="tx1"/>
            </a:solidFill>
            <a:miter lim="800000"/>
            <a:headEnd/>
            <a:tailEnd/>
          </a:ln>
        </p:spPr>
        <p:txBody>
          <a:bodyPr wrap="none" lIns="0" tIns="0" rIns="0" bIns="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fontAlgn="base">
              <a:spcBef>
                <a:spcPct val="0"/>
              </a:spcBef>
              <a:spcAft>
                <a:spcPct val="0"/>
              </a:spcAft>
              <a:defRPr sz="900">
                <a:solidFill>
                  <a:schemeClr val="tx1"/>
                </a:solidFill>
                <a:latin typeface="Arial" panose="020B0604020202020204" pitchFamily="34" charset="0"/>
              </a:defRPr>
            </a:lvl6pPr>
            <a:lvl7pPr marL="2971800" indent="-228600" defTabSz="898525" fontAlgn="base">
              <a:spcBef>
                <a:spcPct val="0"/>
              </a:spcBef>
              <a:spcAft>
                <a:spcPct val="0"/>
              </a:spcAft>
              <a:defRPr sz="900">
                <a:solidFill>
                  <a:schemeClr val="tx1"/>
                </a:solidFill>
                <a:latin typeface="Arial" panose="020B0604020202020204" pitchFamily="34" charset="0"/>
              </a:defRPr>
            </a:lvl7pPr>
            <a:lvl8pPr marL="3429000" indent="-228600" defTabSz="898525" fontAlgn="base">
              <a:spcBef>
                <a:spcPct val="0"/>
              </a:spcBef>
              <a:spcAft>
                <a:spcPct val="0"/>
              </a:spcAft>
              <a:defRPr sz="900">
                <a:solidFill>
                  <a:schemeClr val="tx1"/>
                </a:solidFill>
                <a:latin typeface="Arial" panose="020B0604020202020204" pitchFamily="34" charset="0"/>
              </a:defRPr>
            </a:lvl8pPr>
            <a:lvl9pPr marL="3886200" indent="-228600" defTabSz="898525" fontAlgn="base">
              <a:spcBef>
                <a:spcPct val="0"/>
              </a:spcBef>
              <a:spcAft>
                <a:spcPct val="0"/>
              </a:spcAft>
              <a:defRPr sz="900">
                <a:solidFill>
                  <a:schemeClr val="tx1"/>
                </a:solidFill>
                <a:latin typeface="Arial" panose="020B0604020202020204" pitchFamily="34" charset="0"/>
              </a:defRPr>
            </a:lvl9pPr>
          </a:lstStyle>
          <a:p>
            <a:pPr algn="ctr" eaLnBrk="1" hangingPunct="1">
              <a:defRPr/>
            </a:pPr>
            <a:endParaRPr lang="en-GB" altLang="en-US" sz="3200" dirty="0">
              <a:latin typeface="Georgia" panose="02040502050405020303" pitchFamily="18" charset="0"/>
              <a:sym typeface="Georgia" panose="02040502050405020303" pitchFamily="18" charset="0"/>
            </a:endParaRPr>
          </a:p>
        </p:txBody>
      </p:sp>
      <p:sp>
        <p:nvSpPr>
          <p:cNvPr id="8" name="Date/Filepath" hidden="1">
            <a:extLst>
              <a:ext uri="{FF2B5EF4-FFF2-40B4-BE49-F238E27FC236}">
                <a16:creationId xmlns:a16="http://schemas.microsoft.com/office/drawing/2014/main" id="{9AB11052-C594-42E3-9B58-6336E478A027}"/>
              </a:ext>
            </a:extLst>
          </p:cNvPr>
          <p:cNvSpPr txBox="1"/>
          <p:nvPr userDrawn="1">
            <p:custDataLst>
              <p:tags r:id="rId3"/>
            </p:custDataLst>
          </p:nvPr>
        </p:nvSpPr>
        <p:spPr>
          <a:xfrm>
            <a:off x="3998913" y="266700"/>
            <a:ext cx="7537450" cy="122238"/>
          </a:xfrm>
          <a:prstGeom prst="rect">
            <a:avLst/>
          </a:prstGeom>
          <a:noFill/>
        </p:spPr>
        <p:txBody>
          <a:bodyPr lIns="0" tIns="0" rIns="0" bIns="0" anchor="b">
            <a:spAutoFit/>
          </a:bodyPr>
          <a:lstStyle/>
          <a:p>
            <a:pPr algn="r" defTabSz="898798" eaLnBrk="1" fontAlgn="auto" hangingPunct="1">
              <a:spcBef>
                <a:spcPts val="0"/>
              </a:spcBef>
              <a:spcAft>
                <a:spcPts val="0"/>
              </a:spcAft>
              <a:defRPr/>
            </a:pPr>
            <a:r>
              <a:rPr lang="en-GB" sz="795" noProof="1">
                <a:latin typeface="+mn-lt"/>
              </a:rPr>
              <a:t>7/24/2019 C:\Users\osalaun001\Desktop\NEW 16x9.potx</a:t>
            </a:r>
          </a:p>
        </p:txBody>
      </p:sp>
      <p:sp>
        <p:nvSpPr>
          <p:cNvPr id="9" name="Slide Tags" hidden="1">
            <a:extLst>
              <a:ext uri="{FF2B5EF4-FFF2-40B4-BE49-F238E27FC236}">
                <a16:creationId xmlns:a16="http://schemas.microsoft.com/office/drawing/2014/main" id="{879CF6C0-F8BF-4BDF-8800-1EECD682A5B8}"/>
              </a:ext>
            </a:extLst>
          </p:cNvPr>
          <p:cNvSpPr txBox="1"/>
          <p:nvPr userDrawn="1">
            <p:custDataLst>
              <p:tags r:id="rId4"/>
            </p:custDataLst>
          </p:nvPr>
        </p:nvSpPr>
        <p:spPr>
          <a:xfrm>
            <a:off x="0" y="201613"/>
            <a:ext cx="1939925" cy="241300"/>
          </a:xfrm>
          <a:prstGeom prst="rect">
            <a:avLst/>
          </a:prstGeom>
          <a:noFill/>
        </p:spPr>
        <p:txBody>
          <a:bodyPr>
            <a:spAutoFit/>
          </a:bodyPr>
          <a:lstStyle/>
          <a:p>
            <a:pPr defTabSz="898798" eaLnBrk="1" fontAlgn="auto" hangingPunct="1">
              <a:spcBef>
                <a:spcPts val="0"/>
              </a:spcBef>
              <a:spcAft>
                <a:spcPts val="0"/>
              </a:spcAft>
              <a:defRPr/>
            </a:pPr>
            <a:r>
              <a:rPr lang="en-GB" sz="971" noProof="1">
                <a:latin typeface="+mn-lt"/>
              </a:rPr>
              <a:t>Slide Tags</a:t>
            </a:r>
          </a:p>
        </p:txBody>
      </p:sp>
      <p:sp>
        <p:nvSpPr>
          <p:cNvPr id="10" name="TextBox 9">
            <a:extLst>
              <a:ext uri="{FF2B5EF4-FFF2-40B4-BE49-F238E27FC236}">
                <a16:creationId xmlns:a16="http://schemas.microsoft.com/office/drawing/2014/main" id="{8080389C-7847-4749-8805-034C380CD3A1}"/>
              </a:ext>
            </a:extLst>
          </p:cNvPr>
          <p:cNvSpPr txBox="1"/>
          <p:nvPr userDrawn="1"/>
        </p:nvSpPr>
        <p:spPr>
          <a:xfrm>
            <a:off x="442913" y="6519863"/>
            <a:ext cx="436562" cy="109537"/>
          </a:xfrm>
          <a:prstGeom prst="rect">
            <a:avLst/>
          </a:prstGeom>
          <a:noFill/>
          <a:ln>
            <a:noFill/>
          </a:ln>
        </p:spPr>
        <p:txBody>
          <a:bodyPr lIns="0" tIns="0" rIns="0" bIns="0" anchor="b"/>
          <a:lstStyle>
            <a:defPPr>
              <a:defRPr lang="en-US"/>
            </a:defPPr>
            <a:lvl1pPr>
              <a:defRPr sz="700">
                <a:cs typeface="Arial" pitchFamily="34" charset="0"/>
              </a:defRPr>
            </a:lvl1pPr>
          </a:lstStyle>
          <a:p>
            <a:pPr defTabSz="898798" eaLnBrk="1" fontAlgn="auto" hangingPunct="1">
              <a:spcBef>
                <a:spcPts val="0"/>
              </a:spcBef>
              <a:spcAft>
                <a:spcPts val="0"/>
              </a:spcAft>
              <a:defRPr/>
            </a:pPr>
            <a:r>
              <a:rPr lang="en-GB" sz="750" dirty="0">
                <a:latin typeface="+mn-lt"/>
              </a:rPr>
              <a:t>Strategy&amp;</a:t>
            </a:r>
          </a:p>
        </p:txBody>
      </p:sp>
      <p:sp>
        <p:nvSpPr>
          <p:cNvPr id="12" name="Title"/>
          <p:cNvSpPr>
            <a:spLocks noGrp="1"/>
          </p:cNvSpPr>
          <p:nvPr>
            <p:ph type="title"/>
          </p:nvPr>
        </p:nvSpPr>
        <p:spPr>
          <a:xfrm>
            <a:off x="442913" y="384048"/>
            <a:ext cx="11306175" cy="841248"/>
          </a:xfrm>
        </p:spPr>
        <p:txBody>
          <a:bodyPr/>
          <a:lstStyle>
            <a:lvl1pPr>
              <a:defRPr/>
            </a:lvl1pPr>
          </a:lstStyle>
          <a:p>
            <a:r>
              <a:rPr lang="en-US"/>
              <a:t>Click to edit Master title style</a:t>
            </a:r>
            <a:endParaRPr lang="en-GB"/>
          </a:p>
        </p:txBody>
      </p:sp>
      <p:sp>
        <p:nvSpPr>
          <p:cNvPr id="13" name="Subtitle"/>
          <p:cNvSpPr>
            <a:spLocks noGrp="1"/>
          </p:cNvSpPr>
          <p:nvPr>
            <p:ph type="subTitle" idx="13"/>
          </p:nvPr>
        </p:nvSpPr>
        <p:spPr>
          <a:xfrm>
            <a:off x="442913" y="1276212"/>
            <a:ext cx="11306173" cy="320177"/>
          </a:xfrm>
        </p:spPr>
        <p:txBody>
          <a:bodyPr>
            <a:noAutofit/>
          </a:bodyPr>
          <a:lstStyle>
            <a:lvl1pPr marL="0" indent="0" algn="l">
              <a:lnSpc>
                <a:spcPct val="100000"/>
              </a:lnSpc>
              <a:spcBef>
                <a:spcPts val="0"/>
              </a:spcBef>
              <a:spcAft>
                <a:spcPts val="0"/>
              </a:spcAft>
              <a:buNone/>
              <a:defRPr sz="1800" b="1">
                <a:solidFill>
                  <a:schemeClr val="bg2"/>
                </a:solidFill>
              </a:defRPr>
            </a:lvl1pPr>
            <a:lvl2pPr marL="0" indent="0" algn="l">
              <a:lnSpc>
                <a:spcPct val="100000"/>
              </a:lnSpc>
              <a:spcBef>
                <a:spcPts val="0"/>
              </a:spcBef>
              <a:spcAft>
                <a:spcPts val="0"/>
              </a:spcAft>
              <a:buNone/>
              <a:defRPr sz="1800" b="1">
                <a:solidFill>
                  <a:schemeClr val="tx2"/>
                </a:solidFill>
              </a:defRPr>
            </a:lvl2pPr>
            <a:lvl3pPr marL="0" indent="0" algn="l">
              <a:lnSpc>
                <a:spcPct val="100000"/>
              </a:lnSpc>
              <a:spcBef>
                <a:spcPts val="0"/>
              </a:spcBef>
              <a:spcAft>
                <a:spcPts val="0"/>
              </a:spcAft>
              <a:buNone/>
              <a:defRPr sz="1800" b="1">
                <a:solidFill>
                  <a:schemeClr val="tx2"/>
                </a:solidFill>
              </a:defRPr>
            </a:lvl3pPr>
            <a:lvl4pPr marL="0" indent="0" algn="l">
              <a:lnSpc>
                <a:spcPct val="100000"/>
              </a:lnSpc>
              <a:spcBef>
                <a:spcPts val="0"/>
              </a:spcBef>
              <a:spcAft>
                <a:spcPts val="0"/>
              </a:spcAft>
              <a:buNone/>
              <a:defRPr sz="1800" b="1">
                <a:solidFill>
                  <a:schemeClr val="tx2"/>
                </a:solidFill>
              </a:defRPr>
            </a:lvl4pPr>
            <a:lvl5pPr marL="0" indent="0" algn="l">
              <a:lnSpc>
                <a:spcPct val="100000"/>
              </a:lnSpc>
              <a:spcBef>
                <a:spcPts val="0"/>
              </a:spcBef>
              <a:spcAft>
                <a:spcPts val="0"/>
              </a:spcAft>
              <a:buNone/>
              <a:defRPr sz="1800" b="1">
                <a:solidFill>
                  <a:schemeClr val="tx2"/>
                </a:solidFill>
              </a:defRPr>
            </a:lvl5pPr>
            <a:lvl6pPr marL="0" indent="0" algn="l">
              <a:lnSpc>
                <a:spcPct val="100000"/>
              </a:lnSpc>
              <a:spcBef>
                <a:spcPts val="0"/>
              </a:spcBef>
              <a:spcAft>
                <a:spcPts val="0"/>
              </a:spcAft>
              <a:buNone/>
              <a:defRPr sz="1800" b="1">
                <a:solidFill>
                  <a:schemeClr val="tx2"/>
                </a:solidFill>
              </a:defRPr>
            </a:lvl6pPr>
            <a:lvl7pPr marL="0" indent="0" algn="l">
              <a:lnSpc>
                <a:spcPct val="100000"/>
              </a:lnSpc>
              <a:spcBef>
                <a:spcPts val="0"/>
              </a:spcBef>
              <a:spcAft>
                <a:spcPts val="0"/>
              </a:spcAft>
              <a:buNone/>
              <a:defRPr sz="1800" b="1">
                <a:solidFill>
                  <a:schemeClr val="tx2"/>
                </a:solidFill>
              </a:defRPr>
            </a:lvl7pPr>
            <a:lvl8pPr marL="0" indent="0" algn="l">
              <a:lnSpc>
                <a:spcPct val="100000"/>
              </a:lnSpc>
              <a:spcBef>
                <a:spcPts val="0"/>
              </a:spcBef>
              <a:spcAft>
                <a:spcPts val="0"/>
              </a:spcAft>
              <a:buNone/>
              <a:defRPr sz="1800" b="1">
                <a:solidFill>
                  <a:schemeClr val="tx2"/>
                </a:solidFill>
              </a:defRPr>
            </a:lvl8pPr>
            <a:lvl9pPr marL="0" indent="0" algn="l">
              <a:lnSpc>
                <a:spcPct val="100000"/>
              </a:lnSpc>
              <a:spcBef>
                <a:spcPts val="0"/>
              </a:spcBef>
              <a:spcAft>
                <a:spcPts val="0"/>
              </a:spcAft>
              <a:buNone/>
              <a:defRPr sz="1800" b="1">
                <a:solidFill>
                  <a:schemeClr val="tx2"/>
                </a:solidFill>
              </a:defRPr>
            </a:lvl9pPr>
          </a:lstStyle>
          <a:p>
            <a:r>
              <a:rPr lang="en-US"/>
              <a:t>Click to edit Master subtitle style</a:t>
            </a:r>
            <a:endParaRPr lang="en-GB"/>
          </a:p>
        </p:txBody>
      </p:sp>
      <p:sp>
        <p:nvSpPr>
          <p:cNvPr id="16" name="Footnotes"/>
          <p:cNvSpPr>
            <a:spLocks noGrp="1"/>
          </p:cNvSpPr>
          <p:nvPr>
            <p:ph type="body" sz="quarter" idx="17"/>
          </p:nvPr>
        </p:nvSpPr>
        <p:spPr>
          <a:xfrm>
            <a:off x="2432304" y="6355077"/>
            <a:ext cx="7315200" cy="274322"/>
          </a:xfrm>
        </p:spPr>
        <p:txBody>
          <a:bodyPr anchor="b" anchorCtr="0">
            <a:noAutofit/>
          </a:bodyPr>
          <a:lstStyle>
            <a:lvl1pPr marL="0" indent="0">
              <a:spcAft>
                <a:spcPts val="0"/>
              </a:spcAft>
              <a:buFontTx/>
              <a:buNone/>
              <a:defRPr sz="750">
                <a:latin typeface="+mn-lt"/>
              </a:defRPr>
            </a:lvl1pPr>
            <a:lvl2pPr marL="0" indent="0">
              <a:spcAft>
                <a:spcPts val="0"/>
              </a:spcAft>
              <a:buFontTx/>
              <a:buNone/>
              <a:defRPr sz="750"/>
            </a:lvl2pPr>
            <a:lvl3pPr marL="0" indent="0">
              <a:spcAft>
                <a:spcPts val="0"/>
              </a:spcAft>
              <a:buFontTx/>
              <a:buNone/>
              <a:defRPr sz="750"/>
            </a:lvl3pPr>
            <a:lvl4pPr marL="0" indent="0">
              <a:spcAft>
                <a:spcPts val="0"/>
              </a:spcAft>
              <a:buFontTx/>
              <a:buNone/>
              <a:defRPr sz="750"/>
            </a:lvl4pPr>
            <a:lvl5pPr marL="0" indent="0">
              <a:spcAft>
                <a:spcPts val="0"/>
              </a:spcAft>
              <a:buFontTx/>
              <a:buNone/>
              <a:defRPr sz="750"/>
            </a:lvl5pPr>
            <a:lvl6pPr marL="0" indent="0">
              <a:spcAft>
                <a:spcPts val="0"/>
              </a:spcAft>
              <a:buFontTx/>
              <a:buNone/>
              <a:defRPr sz="750"/>
            </a:lvl6pPr>
            <a:lvl7pPr marL="0" indent="0">
              <a:spcAft>
                <a:spcPts val="0"/>
              </a:spcAft>
              <a:buFontTx/>
              <a:buNone/>
              <a:defRPr sz="750"/>
            </a:lvl7pPr>
            <a:lvl8pPr marL="0" indent="0">
              <a:spcAft>
                <a:spcPts val="0"/>
              </a:spcAft>
              <a:buFontTx/>
              <a:buNone/>
              <a:defRPr sz="750"/>
            </a:lvl8pPr>
            <a:lvl9pPr marL="0" indent="0">
              <a:spcAft>
                <a:spcPts val="0"/>
              </a:spcAft>
              <a:buFontTx/>
              <a:buNone/>
              <a:defRPr sz="750"/>
            </a:lvl9pPr>
          </a:lstStyle>
          <a:p>
            <a:pPr lvl="0"/>
            <a:r>
              <a:rPr lang="en-US"/>
              <a:t>Click to edit Master text styles</a:t>
            </a:r>
          </a:p>
        </p:txBody>
      </p:sp>
      <p:sp>
        <p:nvSpPr>
          <p:cNvPr id="11" name="Slide Number Placeholder">
            <a:extLst>
              <a:ext uri="{FF2B5EF4-FFF2-40B4-BE49-F238E27FC236}">
                <a16:creationId xmlns:a16="http://schemas.microsoft.com/office/drawing/2014/main" id="{88F408D9-3C56-49E5-82AE-9AF83D2B6EA3}"/>
              </a:ext>
            </a:extLst>
          </p:cNvPr>
          <p:cNvSpPr>
            <a:spLocks noGrp="1"/>
          </p:cNvSpPr>
          <p:nvPr>
            <p:ph type="sldNum" sz="quarter" idx="18"/>
          </p:nvPr>
        </p:nvSpPr>
        <p:spPr>
          <a:xfrm>
            <a:off x="9983788" y="6492875"/>
            <a:ext cx="1765300" cy="136525"/>
          </a:xfrm>
        </p:spPr>
        <p:txBody>
          <a:bodyPr/>
          <a:lstStyle>
            <a:lvl1pPr algn="r">
              <a:defRPr sz="750">
                <a:latin typeface="+mn-lt"/>
              </a:defRPr>
            </a:lvl1pPr>
          </a:lstStyle>
          <a:p>
            <a:pPr>
              <a:defRPr/>
            </a:pPr>
            <a:fld id="{15D03CEC-4A76-41A4-BC0B-2BCB10F4CBC1}" type="slidenum">
              <a:rPr/>
              <a:pPr>
                <a:defRPr/>
              </a:pPr>
              <a:t>‹#›</a:t>
            </a:fld>
            <a:endParaRPr dirty="0"/>
          </a:p>
        </p:txBody>
      </p:sp>
    </p:spTree>
    <p:extLst>
      <p:ext uri="{BB962C8B-B14F-4D97-AF65-F5344CB8AC3E}">
        <p14:creationId xmlns:p14="http://schemas.microsoft.com/office/powerpoint/2010/main" val="2850208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1_Thank you">
    <p:spTree>
      <p:nvGrpSpPr>
        <p:cNvPr id="1" name=""/>
        <p:cNvGrpSpPr/>
        <p:nvPr/>
      </p:nvGrpSpPr>
      <p:grpSpPr>
        <a:xfrm>
          <a:off x="0" y="0"/>
          <a:ext cx="0" cy="0"/>
          <a:chOff x="0" y="0"/>
          <a:chExt cx="0" cy="0"/>
        </a:xfrm>
      </p:grpSpPr>
      <p:sp>
        <p:nvSpPr>
          <p:cNvPr id="6" name="Date/Filepath" hidden="1"/>
          <p:cNvSpPr txBox="1"/>
          <p:nvPr userDrawn="1">
            <p:custDataLst>
              <p:tags r:id="rId1"/>
            </p:custDataLst>
          </p:nvPr>
        </p:nvSpPr>
        <p:spPr>
          <a:xfrm>
            <a:off x="3999358" y="267302"/>
            <a:ext cx="7536873" cy="122341"/>
          </a:xfrm>
          <a:prstGeom prst="rect">
            <a:avLst/>
          </a:prstGeom>
          <a:noFill/>
        </p:spPr>
        <p:txBody>
          <a:bodyPr wrap="square" lIns="0" tIns="0" rIns="0" bIns="0" rtlCol="0" anchor="b" anchorCtr="0">
            <a:spAutoFit/>
          </a:bodyPr>
          <a:lstStyle/>
          <a:p>
            <a:pPr algn="r"/>
            <a:r>
              <a:rPr lang="en-GB" sz="795" noProof="1"/>
              <a:t>7/24/2019 C:\Users\osalaun001\Desktop\NEW 16x9.potx</a:t>
            </a:r>
          </a:p>
        </p:txBody>
      </p:sp>
      <p:sp>
        <p:nvSpPr>
          <p:cNvPr id="17" name="Slide Tags" hidden="1"/>
          <p:cNvSpPr txBox="1"/>
          <p:nvPr userDrawn="1">
            <p:custDataLst>
              <p:tags r:id="rId2"/>
            </p:custDataLst>
          </p:nvPr>
        </p:nvSpPr>
        <p:spPr>
          <a:xfrm>
            <a:off x="0" y="201713"/>
            <a:ext cx="1939637" cy="241733"/>
          </a:xfrm>
          <a:prstGeom prst="rect">
            <a:avLst/>
          </a:prstGeom>
          <a:noFill/>
        </p:spPr>
        <p:txBody>
          <a:bodyPr wrap="square" rtlCol="0">
            <a:spAutoFit/>
          </a:bodyPr>
          <a:lstStyle/>
          <a:p>
            <a:r>
              <a:rPr lang="en-GB" sz="971" noProof="1"/>
              <a:t>Slide Tags</a:t>
            </a:r>
          </a:p>
        </p:txBody>
      </p:sp>
      <p:sp>
        <p:nvSpPr>
          <p:cNvPr id="18" name="Legal">
            <a:extLst>
              <a:ext uri="{FF2B5EF4-FFF2-40B4-BE49-F238E27FC236}">
                <a16:creationId xmlns:a16="http://schemas.microsoft.com/office/drawing/2014/main" id="{ABBF92B7-07DF-4DC6-9A5F-473D50B3E705}"/>
              </a:ext>
            </a:extLst>
          </p:cNvPr>
          <p:cNvSpPr txBox="1"/>
          <p:nvPr userDrawn="1"/>
        </p:nvSpPr>
        <p:spPr>
          <a:xfrm>
            <a:off x="447674" y="5513388"/>
            <a:ext cx="11301984" cy="1081087"/>
          </a:xfrm>
          <a:prstGeom prst="rect">
            <a:avLst/>
          </a:prstGeom>
        </p:spPr>
        <p:txBody>
          <a:bodyPr vert="horz" lIns="0" tIns="0" rIns="0" bIns="0" rtlCol="0" anchor="b">
            <a:noAutofit/>
          </a:bodyPr>
          <a:lstStyle>
            <a:lvl1pPr marR="0" lvl="0" indent="0" defTabSz="685800" fontAlgn="auto">
              <a:lnSpc>
                <a:spcPct val="100000"/>
              </a:lnSpc>
              <a:spcBef>
                <a:spcPts val="0"/>
              </a:spcBef>
              <a:spcAft>
                <a:spcPts val="900"/>
              </a:spcAft>
              <a:buClrTx/>
              <a:buSzPct val="100000"/>
              <a:buFont typeface="Arial"/>
              <a:buNone/>
              <a:tabLst/>
              <a:defRPr kumimoji="0" lang="en-GB" sz="900" b="1" i="0" u="none" strike="noStrike" cap="none" spc="0" normalizeH="0" baseline="0" noProof="0" dirty="0" smtClean="0">
                <a:ln>
                  <a:noFill/>
                </a:ln>
                <a:solidFill>
                  <a:srgbClr val="000000"/>
                </a:solidFill>
                <a:effectLst/>
                <a:uLnTx/>
                <a:uFillTx/>
              </a:defRPr>
            </a:lvl1pPr>
            <a:lvl2pPr marL="234950" marR="0" indent="-228600" defTabSz="1019175" fontAlgn="base">
              <a:lnSpc>
                <a:spcPct val="100000"/>
              </a:lnSpc>
              <a:spcBef>
                <a:spcPts val="0"/>
              </a:spcBef>
              <a:spcAft>
                <a:spcPts val="600"/>
              </a:spcAft>
              <a:buClr>
                <a:srgbClr val="000000"/>
              </a:buClr>
              <a:buSzTx/>
              <a:buFont typeface="Times New Roman" pitchFamily="18" charset="0"/>
              <a:buChar char="•"/>
              <a:tabLst/>
              <a:defRPr lang="en-GB" sz="1400" b="0" noProof="0" dirty="0" smtClean="0">
                <a:solidFill>
                  <a:schemeClr val="bg1"/>
                </a:solidFill>
              </a:defRPr>
            </a:lvl2pPr>
            <a:lvl3pPr marL="468000" marR="0" indent="-230400" defTabSz="1019175" fontAlgn="base">
              <a:lnSpc>
                <a:spcPct val="100000"/>
              </a:lnSpc>
              <a:spcBef>
                <a:spcPts val="0"/>
              </a:spcBef>
              <a:spcAft>
                <a:spcPts val="600"/>
              </a:spcAft>
              <a:buClr>
                <a:srgbClr val="000000"/>
              </a:buClr>
              <a:buSzTx/>
              <a:buFont typeface="Arial" pitchFamily="34" charset="0"/>
              <a:buChar char="-"/>
              <a:tabLst/>
              <a:defRPr lang="en-GB" sz="1400" b="0" noProof="0" dirty="0" smtClean="0">
                <a:solidFill>
                  <a:schemeClr val="bg1"/>
                </a:solidFill>
              </a:defRPr>
            </a:lvl3pPr>
            <a:lvl4pPr marL="694800" marR="0" indent="-230400" defTabSz="1019175" fontAlgn="base">
              <a:lnSpc>
                <a:spcPct val="100000"/>
              </a:lnSpc>
              <a:spcBef>
                <a:spcPts val="0"/>
              </a:spcBef>
              <a:spcAft>
                <a:spcPts val="600"/>
              </a:spcAft>
              <a:buClr>
                <a:srgbClr val="000000"/>
              </a:buClr>
              <a:buSzTx/>
              <a:buFont typeface="Georgia" pitchFamily="18" charset="0"/>
              <a:buChar char="◦"/>
              <a:tabLst/>
              <a:defRPr lang="en-GB" sz="1400" b="0" noProof="0" dirty="0" smtClean="0">
                <a:solidFill>
                  <a:schemeClr val="bg1"/>
                </a:solidFill>
              </a:defRPr>
            </a:lvl4pPr>
            <a:lvl5pPr marL="914400" marR="0" indent="-228600" defTabSz="1019175" fontAlgn="base">
              <a:lnSpc>
                <a:spcPct val="100000"/>
              </a:lnSpc>
              <a:spcBef>
                <a:spcPts val="0"/>
              </a:spcBef>
              <a:spcAft>
                <a:spcPts val="600"/>
              </a:spcAft>
              <a:buClr>
                <a:srgbClr val="000000"/>
              </a:buClr>
              <a:buSzTx/>
              <a:buFont typeface="Georgia" pitchFamily="18" charset="0"/>
              <a:buChar char="›"/>
              <a:tabLst/>
              <a:defRPr lang="en-GB" sz="1400" b="0" baseline="0" noProof="0" dirty="0" smtClean="0">
                <a:solidFill>
                  <a:schemeClr val="bg1"/>
                </a:solidFill>
              </a:defRPr>
            </a:lvl5pPr>
            <a:lvl6pPr marL="234000" indent="-230400">
              <a:lnSpc>
                <a:spcPct val="100000"/>
              </a:lnSpc>
              <a:spcBef>
                <a:spcPts val="0"/>
              </a:spcBef>
              <a:spcAft>
                <a:spcPts val="0"/>
              </a:spcAft>
              <a:buFont typeface="+mj-lt"/>
              <a:buAutoNum type="arabicPeriod"/>
              <a:defRPr lang="en-GB" sz="1400" b="0" baseline="0" noProof="0" dirty="0" smtClean="0"/>
            </a:lvl6pPr>
            <a:lvl7pPr marL="468000" indent="-228600">
              <a:lnSpc>
                <a:spcPct val="100000"/>
              </a:lnSpc>
              <a:spcBef>
                <a:spcPts val="0"/>
              </a:spcBef>
              <a:spcAft>
                <a:spcPts val="0"/>
              </a:spcAft>
              <a:buFont typeface="+mj-lt"/>
              <a:buAutoNum type="alphaLcPeriod"/>
              <a:defRPr lang="en-GB" sz="1400" b="0" baseline="0" noProof="0" dirty="0" smtClean="0"/>
            </a:lvl7pPr>
            <a:lvl8pPr marL="694800" indent="-228600">
              <a:lnSpc>
                <a:spcPct val="100000"/>
              </a:lnSpc>
              <a:spcBef>
                <a:spcPts val="0"/>
              </a:spcBef>
              <a:spcAft>
                <a:spcPts val="0"/>
              </a:spcAft>
              <a:buFont typeface="+mj-lt"/>
              <a:buAutoNum type="romanLcPeriod"/>
              <a:defRPr lang="en-GB" sz="1400" b="0" baseline="0" noProof="0" dirty="0" smtClean="0"/>
            </a:lvl8pPr>
            <a:lvl9pPr marL="0" indent="0">
              <a:lnSpc>
                <a:spcPct val="100000"/>
              </a:lnSpc>
              <a:spcBef>
                <a:spcPts val="0"/>
              </a:spcBef>
              <a:spcAft>
                <a:spcPts val="600"/>
              </a:spcAft>
              <a:buFont typeface="Arial" pitchFamily="34" charset="0"/>
              <a:buNone/>
              <a:defRPr lang="en-GB" sz="1400" b="0" baseline="0" noProof="0" dirty="0"/>
            </a:lvl9pPr>
          </a:lstStyle>
          <a:p>
            <a:pPr lvl="0"/>
            <a:r>
              <a:rPr lang="en-GB" sz="1200" noProof="0" dirty="0"/>
              <a:t>strategyand.pwc.com</a:t>
            </a:r>
          </a:p>
          <a:p>
            <a:pPr lvl="0">
              <a:spcAft>
                <a:spcPts val="0"/>
              </a:spcAft>
            </a:pPr>
            <a:r>
              <a:rPr lang="en-GB" sz="1200" noProof="0" dirty="0"/>
              <a:t>© </a:t>
            </a:r>
            <a:r>
              <a:rPr lang="en-GB" sz="1200" b="0" noProof="0" dirty="0"/>
              <a:t>202</a:t>
            </a:r>
            <a:r>
              <a:rPr lang="ar-SA" sz="1200" b="0" noProof="0" dirty="0"/>
              <a:t>3</a:t>
            </a:r>
            <a:r>
              <a:rPr lang="en-GB" sz="1200" b="0" noProof="0" dirty="0"/>
              <a:t> PwC. All rights reserved.</a:t>
            </a:r>
          </a:p>
          <a:p>
            <a:pPr lvl="0">
              <a:spcAft>
                <a:spcPts val="0"/>
              </a:spcAft>
            </a:pPr>
            <a:r>
              <a:rPr lang="en-GB" sz="1200" b="0" noProof="0" dirty="0"/>
              <a:t>PwC refers to the PwC network and/or one or more of its member firms, each of which is a separate legal entity. Please see pwc.com/structure for further details.</a:t>
            </a:r>
          </a:p>
          <a:p>
            <a:pPr lvl="0">
              <a:spcAft>
                <a:spcPts val="0"/>
              </a:spcAft>
            </a:pPr>
            <a:r>
              <a:rPr lang="en-GB" sz="1200" b="0" noProof="0" dirty="0"/>
              <a:t>Disclaimer: This content is general information purposes only, and should not be used as a substitute for consultation with professional advisors.</a:t>
            </a:r>
          </a:p>
        </p:txBody>
      </p:sp>
      <p:sp>
        <p:nvSpPr>
          <p:cNvPr id="15" name="Title">
            <a:extLst>
              <a:ext uri="{FF2B5EF4-FFF2-40B4-BE49-F238E27FC236}">
                <a16:creationId xmlns:a16="http://schemas.microsoft.com/office/drawing/2014/main" id="{825C8F7B-464D-4CFD-A2B5-54330E5B0C7F}"/>
              </a:ext>
            </a:extLst>
          </p:cNvPr>
          <p:cNvSpPr txBox="1">
            <a:spLocks/>
          </p:cNvSpPr>
          <p:nvPr userDrawn="1"/>
        </p:nvSpPr>
        <p:spPr>
          <a:xfrm>
            <a:off x="442914" y="1733550"/>
            <a:ext cx="5473699" cy="1330008"/>
          </a:xfrm>
          <a:prstGeom prst="rect">
            <a:avLst/>
          </a:prstGeom>
        </p:spPr>
        <p:txBody>
          <a:bodyPr vert="horz" lIns="0" tIns="0" rIns="0" bIns="0" rtlCol="0" anchor="b" anchorCtr="0">
            <a:noAutofit/>
          </a:bodyPr>
          <a:lstStyle>
            <a:lvl1pPr algn="l" defTabSz="914400" rtl="0" eaLnBrk="1" latinLnBrk="0" hangingPunct="1">
              <a:lnSpc>
                <a:spcPct val="85000"/>
              </a:lnSpc>
              <a:spcBef>
                <a:spcPct val="0"/>
              </a:spcBef>
              <a:buNone/>
              <a:defRPr sz="4400" kern="1200">
                <a:solidFill>
                  <a:schemeClr val="tx1"/>
                </a:solidFill>
                <a:latin typeface="+mj-lt"/>
                <a:ea typeface="+mj-ea"/>
                <a:cs typeface="+mj-cs"/>
              </a:defRPr>
            </a:lvl1pPr>
          </a:lstStyle>
          <a:p>
            <a:r>
              <a:rPr lang="en-GB" dirty="0"/>
              <a:t>Thank you</a:t>
            </a:r>
          </a:p>
        </p:txBody>
      </p:sp>
      <p:sp>
        <p:nvSpPr>
          <p:cNvPr id="19" name="Bar">
            <a:extLst>
              <a:ext uri="{FF2B5EF4-FFF2-40B4-BE49-F238E27FC236}">
                <a16:creationId xmlns:a16="http://schemas.microsoft.com/office/drawing/2014/main" id="{7DFAE9D3-5945-4F2A-A4FE-5BFCC478F0AD}"/>
              </a:ext>
            </a:extLst>
          </p:cNvPr>
          <p:cNvSpPr/>
          <p:nvPr userDrawn="1"/>
        </p:nvSpPr>
        <p:spPr bwMode="hidden">
          <a:xfrm>
            <a:off x="442914" y="3246438"/>
            <a:ext cx="5473701" cy="91440"/>
          </a:xfrm>
          <a:prstGeom prst="rect">
            <a:avLst/>
          </a:prstGeom>
          <a:solidFill>
            <a:srgbClr val="A32020"/>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GB" sz="1600" dirty="0"/>
          </a:p>
        </p:txBody>
      </p:sp>
      <p:pic>
        <p:nvPicPr>
          <p:cNvPr id="22" name="Strategy&amp;">
            <a:extLst>
              <a:ext uri="{FF2B5EF4-FFF2-40B4-BE49-F238E27FC236}">
                <a16:creationId xmlns:a16="http://schemas.microsoft.com/office/drawing/2014/main" id="{DF55EA50-11D3-44A9-A019-4DCB3DB3093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80988" y="349250"/>
            <a:ext cx="1828800" cy="660400"/>
          </a:xfrm>
          <a:prstGeom prst="rect">
            <a:avLst/>
          </a:prstGeom>
        </p:spPr>
      </p:pic>
    </p:spTree>
    <p:extLst>
      <p:ext uri="{BB962C8B-B14F-4D97-AF65-F5344CB8AC3E}">
        <p14:creationId xmlns:p14="http://schemas.microsoft.com/office/powerpoint/2010/main" val="1074581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Sidebar">
    <p:spTree>
      <p:nvGrpSpPr>
        <p:cNvPr id="1" name=""/>
        <p:cNvGrpSpPr/>
        <p:nvPr/>
      </p:nvGrpSpPr>
      <p:grpSpPr>
        <a:xfrm>
          <a:off x="0" y="0"/>
          <a:ext cx="0" cy="0"/>
          <a:chOff x="0" y="0"/>
          <a:chExt cx="0" cy="0"/>
        </a:xfrm>
      </p:grpSpPr>
      <p:graphicFrame>
        <p:nvGraphicFramePr>
          <p:cNvPr id="2" name="Object 7" hidden="1">
            <a:extLst>
              <a:ext uri="{FF2B5EF4-FFF2-40B4-BE49-F238E27FC236}">
                <a16:creationId xmlns:a16="http://schemas.microsoft.com/office/drawing/2014/main" id="{23E6FDAB-5555-4558-914E-6C479076EB2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6" imgW="360" imgH="360" progId="TCLayout.ActiveDocument.1">
                  <p:embed/>
                </p:oleObj>
              </mc:Choice>
              <mc:Fallback>
                <p:oleObj name="think-cell Slide" r:id="rId6" imgW="360" imgH="360" progId="TCLayout.ActiveDocument.1">
                  <p:embed/>
                  <p:pic>
                    <p:nvPicPr>
                      <p:cNvPr id="2" name="Object 7" hidden="1">
                        <a:extLst>
                          <a:ext uri="{FF2B5EF4-FFF2-40B4-BE49-F238E27FC236}">
                            <a16:creationId xmlns:a16="http://schemas.microsoft.com/office/drawing/2014/main" id="{23E6FDAB-5555-4558-914E-6C479076EB2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6" hidden="1">
            <a:extLst>
              <a:ext uri="{FF2B5EF4-FFF2-40B4-BE49-F238E27FC236}">
                <a16:creationId xmlns:a16="http://schemas.microsoft.com/office/drawing/2014/main" id="{FC2EF1D6-3EEA-4069-975F-5A2DCC299FA9}"/>
              </a:ext>
            </a:extLst>
          </p:cNvPr>
          <p:cNvSpPr>
            <a:spLocks noChangeArrowheads="1"/>
          </p:cNvSpPr>
          <p:nvPr userDrawn="1">
            <p:custDataLst>
              <p:tags r:id="rId2"/>
            </p:custDataLst>
          </p:nvPr>
        </p:nvSpPr>
        <p:spPr bwMode="auto">
          <a:xfrm>
            <a:off x="0" y="0"/>
            <a:ext cx="192088" cy="139700"/>
          </a:xfrm>
          <a:prstGeom prst="rect">
            <a:avLst/>
          </a:prstGeom>
          <a:solidFill>
            <a:srgbClr val="FFFFFF"/>
          </a:solidFill>
          <a:ln w="6350">
            <a:solidFill>
              <a:schemeClr val="tx1"/>
            </a:solidFill>
            <a:miter lim="800000"/>
            <a:headEnd/>
            <a:tailEnd/>
          </a:ln>
        </p:spPr>
        <p:txBody>
          <a:bodyPr wrap="none" lIns="0" tIns="0" rIns="0" bIns="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fontAlgn="base">
              <a:spcBef>
                <a:spcPct val="0"/>
              </a:spcBef>
              <a:spcAft>
                <a:spcPct val="0"/>
              </a:spcAft>
              <a:defRPr sz="900">
                <a:solidFill>
                  <a:schemeClr val="tx1"/>
                </a:solidFill>
                <a:latin typeface="Arial" panose="020B0604020202020204" pitchFamily="34" charset="0"/>
              </a:defRPr>
            </a:lvl6pPr>
            <a:lvl7pPr marL="2971800" indent="-228600" defTabSz="898525" fontAlgn="base">
              <a:spcBef>
                <a:spcPct val="0"/>
              </a:spcBef>
              <a:spcAft>
                <a:spcPct val="0"/>
              </a:spcAft>
              <a:defRPr sz="900">
                <a:solidFill>
                  <a:schemeClr val="tx1"/>
                </a:solidFill>
                <a:latin typeface="Arial" panose="020B0604020202020204" pitchFamily="34" charset="0"/>
              </a:defRPr>
            </a:lvl7pPr>
            <a:lvl8pPr marL="3429000" indent="-228600" defTabSz="898525" fontAlgn="base">
              <a:spcBef>
                <a:spcPct val="0"/>
              </a:spcBef>
              <a:spcAft>
                <a:spcPct val="0"/>
              </a:spcAft>
              <a:defRPr sz="900">
                <a:solidFill>
                  <a:schemeClr val="tx1"/>
                </a:solidFill>
                <a:latin typeface="Arial" panose="020B0604020202020204" pitchFamily="34" charset="0"/>
              </a:defRPr>
            </a:lvl8pPr>
            <a:lvl9pPr marL="3886200" indent="-228600" defTabSz="898525" fontAlgn="base">
              <a:spcBef>
                <a:spcPct val="0"/>
              </a:spcBef>
              <a:spcAft>
                <a:spcPct val="0"/>
              </a:spcAft>
              <a:defRPr sz="900">
                <a:solidFill>
                  <a:schemeClr val="tx1"/>
                </a:solidFill>
                <a:latin typeface="Arial" panose="020B0604020202020204" pitchFamily="34" charset="0"/>
              </a:defRPr>
            </a:lvl9pPr>
          </a:lstStyle>
          <a:p>
            <a:pPr algn="ctr" eaLnBrk="1" hangingPunct="1">
              <a:defRPr/>
            </a:pPr>
            <a:endParaRPr lang="en-GB" altLang="en-US" sz="3200" dirty="0">
              <a:latin typeface="Georgia" panose="02040502050405020303" pitchFamily="18" charset="0"/>
              <a:sym typeface="Georgia" panose="02040502050405020303" pitchFamily="18" charset="0"/>
            </a:endParaRPr>
          </a:p>
        </p:txBody>
      </p:sp>
      <p:graphicFrame>
        <p:nvGraphicFramePr>
          <p:cNvPr id="4" name="Object 9" hidden="1">
            <a:extLst>
              <a:ext uri="{FF2B5EF4-FFF2-40B4-BE49-F238E27FC236}">
                <a16:creationId xmlns:a16="http://schemas.microsoft.com/office/drawing/2014/main" id="{7893C99D-4503-4974-AF74-D10DC1CEEE0F}"/>
              </a:ext>
            </a:extLst>
          </p:cNvPr>
          <p:cNvGraphicFramePr>
            <a:graphicFrameLocks noChangeAspect="1"/>
          </p:cNvGraphicFramePr>
          <p:nvPr userDrawn="1">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 imgW="360" imgH="360" progId="TCLayout.ActiveDocument.1">
                  <p:embed/>
                </p:oleObj>
              </mc:Choice>
              <mc:Fallback>
                <p:oleObj name="think-cell Slide" r:id="rId8" imgW="360" imgH="360" progId="TCLayout.ActiveDocument.1">
                  <p:embed/>
                  <p:pic>
                    <p:nvPicPr>
                      <p:cNvPr id="4" name="Object 9" hidden="1">
                        <a:extLst>
                          <a:ext uri="{FF2B5EF4-FFF2-40B4-BE49-F238E27FC236}">
                            <a16:creationId xmlns:a16="http://schemas.microsoft.com/office/drawing/2014/main" id="{7893C99D-4503-4974-AF74-D10DC1CEEE0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4" hidden="1">
            <a:extLst>
              <a:ext uri="{FF2B5EF4-FFF2-40B4-BE49-F238E27FC236}">
                <a16:creationId xmlns:a16="http://schemas.microsoft.com/office/drawing/2014/main" id="{D21C5221-624E-4C10-BFB0-455AF68D43BE}"/>
              </a:ext>
            </a:extLst>
          </p:cNvPr>
          <p:cNvSpPr>
            <a:spLocks noChangeArrowheads="1"/>
          </p:cNvSpPr>
          <p:nvPr userDrawn="1">
            <p:custDataLst>
              <p:tags r:id="rId4"/>
            </p:custDataLst>
          </p:nvPr>
        </p:nvSpPr>
        <p:spPr bwMode="auto">
          <a:xfrm>
            <a:off x="0" y="0"/>
            <a:ext cx="158750" cy="158750"/>
          </a:xfrm>
          <a:prstGeom prst="rect">
            <a:avLst/>
          </a:prstGeom>
          <a:solidFill>
            <a:srgbClr val="FFFFFF"/>
          </a:solidFill>
          <a:ln w="6350">
            <a:solidFill>
              <a:schemeClr val="tx1"/>
            </a:solidFill>
            <a:miter lim="800000"/>
            <a:headEnd/>
            <a:tailEnd/>
          </a:ln>
        </p:spPr>
        <p:txBody>
          <a:bodyPr wrap="none" lIns="0" tIns="0" rIns="0" bIns="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fontAlgn="base">
              <a:spcBef>
                <a:spcPct val="0"/>
              </a:spcBef>
              <a:spcAft>
                <a:spcPct val="0"/>
              </a:spcAft>
              <a:defRPr sz="900">
                <a:solidFill>
                  <a:schemeClr val="tx1"/>
                </a:solidFill>
                <a:latin typeface="Arial" panose="020B0604020202020204" pitchFamily="34" charset="0"/>
              </a:defRPr>
            </a:lvl6pPr>
            <a:lvl7pPr marL="2971800" indent="-228600" defTabSz="898525" fontAlgn="base">
              <a:spcBef>
                <a:spcPct val="0"/>
              </a:spcBef>
              <a:spcAft>
                <a:spcPct val="0"/>
              </a:spcAft>
              <a:defRPr sz="900">
                <a:solidFill>
                  <a:schemeClr val="tx1"/>
                </a:solidFill>
                <a:latin typeface="Arial" panose="020B0604020202020204" pitchFamily="34" charset="0"/>
              </a:defRPr>
            </a:lvl7pPr>
            <a:lvl8pPr marL="3429000" indent="-228600" defTabSz="898525" fontAlgn="base">
              <a:spcBef>
                <a:spcPct val="0"/>
              </a:spcBef>
              <a:spcAft>
                <a:spcPct val="0"/>
              </a:spcAft>
              <a:defRPr sz="900">
                <a:solidFill>
                  <a:schemeClr val="tx1"/>
                </a:solidFill>
                <a:latin typeface="Arial" panose="020B0604020202020204" pitchFamily="34" charset="0"/>
              </a:defRPr>
            </a:lvl8pPr>
            <a:lvl9pPr marL="3886200" indent="-228600" defTabSz="898525" fontAlgn="base">
              <a:spcBef>
                <a:spcPct val="0"/>
              </a:spcBef>
              <a:spcAft>
                <a:spcPct val="0"/>
              </a:spcAft>
              <a:defRPr sz="900">
                <a:solidFill>
                  <a:schemeClr val="tx1"/>
                </a:solidFill>
                <a:latin typeface="Arial" panose="020B0604020202020204" pitchFamily="34" charset="0"/>
              </a:defRPr>
            </a:lvl9pPr>
          </a:lstStyle>
          <a:p>
            <a:pPr algn="ctr" eaLnBrk="1" hangingPunct="1">
              <a:defRPr/>
            </a:pPr>
            <a:endParaRPr lang="en-US" altLang="en-US" sz="3200" dirty="0">
              <a:latin typeface="Georgia" panose="02040502050405020303" pitchFamily="18" charset="0"/>
              <a:sym typeface="Georgia" panose="02040502050405020303" pitchFamily="18" charset="0"/>
            </a:endParaRPr>
          </a:p>
        </p:txBody>
      </p:sp>
      <p:sp>
        <p:nvSpPr>
          <p:cNvPr id="6" name="Google Shape;1941;p311">
            <a:extLst>
              <a:ext uri="{FF2B5EF4-FFF2-40B4-BE49-F238E27FC236}">
                <a16:creationId xmlns:a16="http://schemas.microsoft.com/office/drawing/2014/main" id="{D796ABF8-564F-4BCD-B1FF-037B22100252}"/>
              </a:ext>
            </a:extLst>
          </p:cNvPr>
          <p:cNvSpPr>
            <a:spLocks noChangeArrowheads="1"/>
          </p:cNvSpPr>
          <p:nvPr userDrawn="1"/>
        </p:nvSpPr>
        <p:spPr bwMode="auto">
          <a:xfrm>
            <a:off x="0" y="0"/>
            <a:ext cx="3365500" cy="6858000"/>
          </a:xfrm>
          <a:prstGeom prst="rect">
            <a:avLst/>
          </a:prstGeom>
          <a:solidFill>
            <a:schemeClr val="tx1"/>
          </a:solidFill>
          <a:ln>
            <a:noFill/>
          </a:ln>
        </p:spPr>
        <p:txBody>
          <a:bodyPr lIns="121900" tIns="121900" rIns="121900" bIns="1219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fontAlgn="base">
              <a:spcBef>
                <a:spcPct val="0"/>
              </a:spcBef>
              <a:spcAft>
                <a:spcPct val="0"/>
              </a:spcAft>
              <a:defRPr sz="900">
                <a:solidFill>
                  <a:schemeClr val="tx1"/>
                </a:solidFill>
                <a:latin typeface="Arial" panose="020B0604020202020204" pitchFamily="34" charset="0"/>
              </a:defRPr>
            </a:lvl6pPr>
            <a:lvl7pPr marL="2971800" indent="-228600" fontAlgn="base">
              <a:spcBef>
                <a:spcPct val="0"/>
              </a:spcBef>
              <a:spcAft>
                <a:spcPct val="0"/>
              </a:spcAft>
              <a:defRPr sz="900">
                <a:solidFill>
                  <a:schemeClr val="tx1"/>
                </a:solidFill>
                <a:latin typeface="Arial" panose="020B0604020202020204" pitchFamily="34" charset="0"/>
              </a:defRPr>
            </a:lvl7pPr>
            <a:lvl8pPr marL="3429000" indent="-228600" fontAlgn="base">
              <a:spcBef>
                <a:spcPct val="0"/>
              </a:spcBef>
              <a:spcAft>
                <a:spcPct val="0"/>
              </a:spcAft>
              <a:defRPr sz="900">
                <a:solidFill>
                  <a:schemeClr val="tx1"/>
                </a:solidFill>
                <a:latin typeface="Arial" panose="020B0604020202020204" pitchFamily="34" charset="0"/>
              </a:defRPr>
            </a:lvl8pPr>
            <a:lvl9pPr marL="3886200" indent="-228600" fontAlgn="base">
              <a:spcBef>
                <a:spcPct val="0"/>
              </a:spcBef>
              <a:spcAft>
                <a:spcPct val="0"/>
              </a:spcAft>
              <a:defRPr sz="900">
                <a:solidFill>
                  <a:schemeClr val="tx1"/>
                </a:solidFill>
                <a:latin typeface="Arial" panose="020B0604020202020204" pitchFamily="34" charset="0"/>
              </a:defRPr>
            </a:lvl9pPr>
          </a:lstStyle>
          <a:p>
            <a:pPr defTabSz="914400" eaLnBrk="1" hangingPunct="1">
              <a:defRPr/>
            </a:pPr>
            <a:endParaRPr lang="en-US" altLang="en-US" sz="2400" dirty="0">
              <a:solidFill>
                <a:srgbClr val="434343"/>
              </a:solidFill>
              <a:latin typeface="Calibri" panose="020F0502020204030204" pitchFamily="34" charset="0"/>
              <a:cs typeface="Calibri" panose="020F0502020204030204" pitchFamily="34" charset="0"/>
              <a:sym typeface="Calibri" panose="020F0502020204030204" pitchFamily="34" charset="0"/>
            </a:endParaRPr>
          </a:p>
        </p:txBody>
      </p:sp>
      <p:sp>
        <p:nvSpPr>
          <p:cNvPr id="7" name="Date Placeholder 6">
            <a:extLst>
              <a:ext uri="{FF2B5EF4-FFF2-40B4-BE49-F238E27FC236}">
                <a16:creationId xmlns:a16="http://schemas.microsoft.com/office/drawing/2014/main" id="{497C6067-2A98-4B1B-BFB0-A0CCD8EAC6CB}"/>
              </a:ext>
            </a:extLst>
          </p:cNvPr>
          <p:cNvSpPr>
            <a:spLocks noGrp="1"/>
          </p:cNvSpPr>
          <p:nvPr>
            <p:ph type="dt" sz="half" idx="10"/>
          </p:nvPr>
        </p:nvSpPr>
        <p:spPr>
          <a:xfrm>
            <a:off x="0" y="0"/>
            <a:ext cx="0" cy="0"/>
          </a:xfrm>
        </p:spPr>
        <p:txBody>
          <a:bodyPr/>
          <a:lstStyle>
            <a:lvl1pPr algn="r" defTabSz="898798" eaLnBrk="1" fontAlgn="auto" hangingPunct="1">
              <a:spcBef>
                <a:spcPts val="0"/>
              </a:spcBef>
              <a:spcAft>
                <a:spcPts val="0"/>
              </a:spcAft>
              <a:defRPr sz="971">
                <a:latin typeface="+mn-lt"/>
              </a:defRPr>
            </a:lvl1pPr>
          </a:lstStyle>
          <a:p>
            <a:pPr>
              <a:defRPr/>
            </a:pPr>
            <a:endParaRPr lang="en-GB" dirty="0"/>
          </a:p>
        </p:txBody>
      </p:sp>
      <p:sp>
        <p:nvSpPr>
          <p:cNvPr id="8" name="Footer Placeholder 7">
            <a:extLst>
              <a:ext uri="{FF2B5EF4-FFF2-40B4-BE49-F238E27FC236}">
                <a16:creationId xmlns:a16="http://schemas.microsoft.com/office/drawing/2014/main" id="{67A288DA-A335-4A81-B306-07627005083E}"/>
              </a:ext>
            </a:extLst>
          </p:cNvPr>
          <p:cNvSpPr>
            <a:spLocks noGrp="1"/>
          </p:cNvSpPr>
          <p:nvPr>
            <p:ph type="ftr" sz="quarter" idx="11"/>
          </p:nvPr>
        </p:nvSpPr>
        <p:spPr>
          <a:xfrm>
            <a:off x="0" y="0"/>
            <a:ext cx="0" cy="0"/>
          </a:xfrm>
        </p:spPr>
        <p:txBody>
          <a:bodyPr/>
          <a:lstStyle>
            <a:lvl1pPr defTabSz="898798" eaLnBrk="1" fontAlgn="auto" hangingPunct="1">
              <a:spcBef>
                <a:spcPts val="0"/>
              </a:spcBef>
              <a:spcAft>
                <a:spcPts val="0"/>
              </a:spcAft>
              <a:defRPr sz="971">
                <a:latin typeface="+mn-lt"/>
              </a:defRPr>
            </a:lvl1pPr>
          </a:lstStyle>
          <a:p>
            <a:pPr>
              <a:defRPr/>
            </a:pPr>
            <a:r>
              <a:rPr lang="en-GB" dirty="0"/>
              <a:t>Waste management strategic Master Plan</a:t>
            </a:r>
          </a:p>
        </p:txBody>
      </p:sp>
      <p:sp>
        <p:nvSpPr>
          <p:cNvPr id="13" name="Slide Number Placeholder">
            <a:extLst>
              <a:ext uri="{FF2B5EF4-FFF2-40B4-BE49-F238E27FC236}">
                <a16:creationId xmlns:a16="http://schemas.microsoft.com/office/drawing/2014/main" id="{DE37E4E6-A623-4BEA-A2CE-E032D30AB953}"/>
              </a:ext>
            </a:extLst>
          </p:cNvPr>
          <p:cNvSpPr>
            <a:spLocks noGrp="1"/>
          </p:cNvSpPr>
          <p:nvPr>
            <p:ph type="sldNum" sz="quarter" idx="19"/>
          </p:nvPr>
        </p:nvSpPr>
        <p:spPr>
          <a:xfrm>
            <a:off x="11620500" y="6492875"/>
            <a:ext cx="277813" cy="136525"/>
          </a:xfrm>
        </p:spPr>
        <p:txBody>
          <a:bodyPr/>
          <a:lstStyle>
            <a:lvl1pPr algn="ctr">
              <a:defRPr sz="750">
                <a:latin typeface="+mn-lt"/>
              </a:defRPr>
            </a:lvl1pPr>
          </a:lstStyle>
          <a:p>
            <a:pPr>
              <a:defRPr/>
            </a:pPr>
            <a:fld id="{2B446B52-58CD-4887-97B9-33E2C46393AA}" type="slidenum">
              <a:rPr lang="en-US"/>
              <a:pPr>
                <a:defRPr/>
              </a:pPr>
              <a:t>‹#›</a:t>
            </a:fld>
            <a:endParaRPr lang="en-US" dirty="0"/>
          </a:p>
        </p:txBody>
      </p:sp>
    </p:spTree>
    <p:extLst>
      <p:ext uri="{BB962C8B-B14F-4D97-AF65-F5344CB8AC3E}">
        <p14:creationId xmlns:p14="http://schemas.microsoft.com/office/powerpoint/2010/main" val="141403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FDCCC65-C7D7-46E0-AD7A-63C79F705F51}"/>
              </a:ext>
            </a:extLst>
          </p:cNvPr>
          <p:cNvGraphicFramePr>
            <a:graphicFrameLocks noChangeAspect="1"/>
          </p:cNvGraphicFramePr>
          <p:nvPr userDrawn="1">
            <p:custDataLst>
              <p:tags r:id="rId7"/>
            </p:custDataLst>
            <p:extLst>
              <p:ext uri="{D42A27DB-BD31-4B8C-83A1-F6EECF244321}">
                <p14:modId xmlns:p14="http://schemas.microsoft.com/office/powerpoint/2010/main" val="3975495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2" name="Object 1" hidden="1">
                        <a:extLst>
                          <a:ext uri="{FF2B5EF4-FFF2-40B4-BE49-F238E27FC236}">
                            <a16:creationId xmlns:a16="http://schemas.microsoft.com/office/drawing/2014/main" id="{4FDCCC65-C7D7-46E0-AD7A-63C79F705F51}"/>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10" name="Google Shape;10;p123"/>
          <p:cNvSpPr txBox="1">
            <a:spLocks noGrp="1"/>
          </p:cNvSpPr>
          <p:nvPr>
            <p:ph type="title"/>
          </p:nvPr>
        </p:nvSpPr>
        <p:spPr>
          <a:xfrm>
            <a:off x="447674" y="457200"/>
            <a:ext cx="11301414" cy="731520"/>
          </a:xfrm>
          <a:prstGeom prst="rect">
            <a:avLst/>
          </a:prstGeom>
          <a:noFill/>
          <a:ln>
            <a:noFill/>
          </a:ln>
        </p:spPr>
        <p:txBody>
          <a:bodyPr spcFirstLastPara="1" wrap="square" lIns="0" tIns="0" rIns="0" bIns="0" anchor="b"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3"/>
          <p:cNvSpPr txBox="1">
            <a:spLocks noGrp="1"/>
          </p:cNvSpPr>
          <p:nvPr>
            <p:ph type="dt" idx="10"/>
          </p:nvPr>
        </p:nvSpPr>
        <p:spPr>
          <a:xfrm>
            <a:off x="9718687" y="6330950"/>
            <a:ext cx="2028305" cy="109728"/>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5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971"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971"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971"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971"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971"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971"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971"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971" b="0" i="0" u="none" strike="noStrike" cap="none">
                <a:solidFill>
                  <a:schemeClr val="dk1"/>
                </a:solidFill>
                <a:latin typeface="Arial"/>
                <a:ea typeface="Arial"/>
                <a:cs typeface="Arial"/>
                <a:sym typeface="Arial"/>
              </a:defRPr>
            </a:lvl9pPr>
          </a:lstStyle>
          <a:p>
            <a:endParaRPr dirty="0"/>
          </a:p>
        </p:txBody>
      </p:sp>
      <p:sp>
        <p:nvSpPr>
          <p:cNvPr id="12" name="Google Shape;12;p123"/>
          <p:cNvSpPr txBox="1">
            <a:spLocks noGrp="1"/>
          </p:cNvSpPr>
          <p:nvPr>
            <p:ph type="ftr" idx="11"/>
          </p:nvPr>
        </p:nvSpPr>
        <p:spPr>
          <a:xfrm>
            <a:off x="445008" y="6330950"/>
            <a:ext cx="2847974" cy="109728"/>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5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971"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971"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971"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971"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971"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971"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971"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971" b="0" i="0" u="none" strike="noStrike" cap="none">
                <a:solidFill>
                  <a:schemeClr val="dk1"/>
                </a:solidFill>
                <a:latin typeface="Arial"/>
                <a:ea typeface="Arial"/>
                <a:cs typeface="Arial"/>
                <a:sym typeface="Arial"/>
              </a:defRPr>
            </a:lvl9pPr>
          </a:lstStyle>
          <a:p>
            <a:endParaRPr dirty="0"/>
          </a:p>
        </p:txBody>
      </p:sp>
      <p:sp>
        <p:nvSpPr>
          <p:cNvPr id="13" name="Google Shape;13;p123"/>
          <p:cNvSpPr txBox="1">
            <a:spLocks noGrp="1"/>
          </p:cNvSpPr>
          <p:nvPr>
            <p:ph type="sldNum" idx="12"/>
          </p:nvPr>
        </p:nvSpPr>
        <p:spPr>
          <a:xfrm>
            <a:off x="9718687" y="6484747"/>
            <a:ext cx="2028305" cy="109728"/>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750" b="0" i="0" u="none" strike="noStrike" cap="none">
                <a:solidFill>
                  <a:schemeClr val="dk1"/>
                </a:solidFill>
                <a:latin typeface="Arial"/>
                <a:ea typeface="Arial"/>
                <a:cs typeface="Arial"/>
                <a:sym typeface="Arial"/>
              </a:defRPr>
            </a:lvl1pPr>
            <a:lvl2pPr marL="0" marR="0" lvl="1" indent="0" algn="r" rtl="0">
              <a:spcBef>
                <a:spcPts val="0"/>
              </a:spcBef>
              <a:buNone/>
              <a:defRPr sz="750" b="0" i="0" u="none" strike="noStrike" cap="none">
                <a:solidFill>
                  <a:schemeClr val="dk1"/>
                </a:solidFill>
                <a:latin typeface="Arial"/>
                <a:ea typeface="Arial"/>
                <a:cs typeface="Arial"/>
                <a:sym typeface="Arial"/>
              </a:defRPr>
            </a:lvl2pPr>
            <a:lvl3pPr marL="0" marR="0" lvl="2" indent="0" algn="r" rtl="0">
              <a:spcBef>
                <a:spcPts val="0"/>
              </a:spcBef>
              <a:buNone/>
              <a:defRPr sz="750" b="0" i="0" u="none" strike="noStrike" cap="none">
                <a:solidFill>
                  <a:schemeClr val="dk1"/>
                </a:solidFill>
                <a:latin typeface="Arial"/>
                <a:ea typeface="Arial"/>
                <a:cs typeface="Arial"/>
                <a:sym typeface="Arial"/>
              </a:defRPr>
            </a:lvl3pPr>
            <a:lvl4pPr marL="0" marR="0" lvl="3" indent="0" algn="r" rtl="0">
              <a:spcBef>
                <a:spcPts val="0"/>
              </a:spcBef>
              <a:buNone/>
              <a:defRPr sz="750" b="0" i="0" u="none" strike="noStrike" cap="none">
                <a:solidFill>
                  <a:schemeClr val="dk1"/>
                </a:solidFill>
                <a:latin typeface="Arial"/>
                <a:ea typeface="Arial"/>
                <a:cs typeface="Arial"/>
                <a:sym typeface="Arial"/>
              </a:defRPr>
            </a:lvl4pPr>
            <a:lvl5pPr marL="0" marR="0" lvl="4" indent="0" algn="r" rtl="0">
              <a:spcBef>
                <a:spcPts val="0"/>
              </a:spcBef>
              <a:buNone/>
              <a:defRPr sz="750" b="0" i="0" u="none" strike="noStrike" cap="none">
                <a:solidFill>
                  <a:schemeClr val="dk1"/>
                </a:solidFill>
                <a:latin typeface="Arial"/>
                <a:ea typeface="Arial"/>
                <a:cs typeface="Arial"/>
                <a:sym typeface="Arial"/>
              </a:defRPr>
            </a:lvl5pPr>
            <a:lvl6pPr marL="0" marR="0" lvl="5" indent="0" algn="r" rtl="0">
              <a:spcBef>
                <a:spcPts val="0"/>
              </a:spcBef>
              <a:buNone/>
              <a:defRPr sz="750" b="0" i="0" u="none" strike="noStrike" cap="none">
                <a:solidFill>
                  <a:schemeClr val="dk1"/>
                </a:solidFill>
                <a:latin typeface="Arial"/>
                <a:ea typeface="Arial"/>
                <a:cs typeface="Arial"/>
                <a:sym typeface="Arial"/>
              </a:defRPr>
            </a:lvl6pPr>
            <a:lvl7pPr marL="0" marR="0" lvl="6" indent="0" algn="r" rtl="0">
              <a:spcBef>
                <a:spcPts val="0"/>
              </a:spcBef>
              <a:buNone/>
              <a:defRPr sz="750" b="0" i="0" u="none" strike="noStrike" cap="none">
                <a:solidFill>
                  <a:schemeClr val="dk1"/>
                </a:solidFill>
                <a:latin typeface="Arial"/>
                <a:ea typeface="Arial"/>
                <a:cs typeface="Arial"/>
                <a:sym typeface="Arial"/>
              </a:defRPr>
            </a:lvl7pPr>
            <a:lvl8pPr marL="0" marR="0" lvl="7" indent="0" algn="r" rtl="0">
              <a:spcBef>
                <a:spcPts val="0"/>
              </a:spcBef>
              <a:buNone/>
              <a:defRPr sz="750" b="0" i="0" u="none" strike="noStrike" cap="none">
                <a:solidFill>
                  <a:schemeClr val="dk1"/>
                </a:solidFill>
                <a:latin typeface="Arial"/>
                <a:ea typeface="Arial"/>
                <a:cs typeface="Arial"/>
                <a:sym typeface="Arial"/>
              </a:defRPr>
            </a:lvl8pPr>
            <a:lvl9pPr marL="0" marR="0" lvl="8" indent="0" algn="r" rtl="0">
              <a:spcBef>
                <a:spcPts val="0"/>
              </a:spcBef>
              <a:buNone/>
              <a:defRPr sz="750" b="0" i="0" u="none" strike="noStrike" cap="none">
                <a:solidFill>
                  <a:schemeClr val="dk1"/>
                </a:solidFill>
                <a:latin typeface="Arial"/>
                <a:ea typeface="Arial"/>
                <a:cs typeface="Arial"/>
                <a:sym typeface="Arial"/>
              </a:defRPr>
            </a:lvl9pPr>
          </a:lstStyle>
          <a:p>
            <a:pPr marL="0" lvl="0" indent="0" algn="r" rtl="1">
              <a:spcBef>
                <a:spcPts val="0"/>
              </a:spcBef>
              <a:spcAft>
                <a:spcPts val="0"/>
              </a:spcAft>
              <a:buNone/>
            </a:pPr>
            <a:r>
              <a:rPr lang="ar-SA" sz="2000" kern="0" dirty="0">
                <a:cs typeface="Arial" charset="0"/>
              </a:rPr>
              <a:t>العرض الفني</a:t>
            </a:r>
          </a:p>
        </p:txBody>
      </p:sp>
      <p:sp>
        <p:nvSpPr>
          <p:cNvPr id="14" name="Google Shape;14;p123"/>
          <p:cNvSpPr txBox="1">
            <a:spLocks noGrp="1"/>
          </p:cNvSpPr>
          <p:nvPr>
            <p:ph type="body" idx="1"/>
          </p:nvPr>
        </p:nvSpPr>
        <p:spPr>
          <a:xfrm>
            <a:off x="447674" y="1670050"/>
            <a:ext cx="11301984" cy="4548188"/>
          </a:xfrm>
          <a:prstGeom prst="rect">
            <a:avLst/>
          </a:prstGeom>
          <a:noFill/>
          <a:ln>
            <a:noFill/>
          </a:ln>
        </p:spPr>
        <p:txBody>
          <a:bodyPr spcFirstLastPara="1" wrap="square" lIns="0" tIns="0" rIns="0" bIns="0" anchor="t" anchorCtr="0">
            <a:normAutofit/>
          </a:bodyPr>
          <a:lstStyle>
            <a:lvl1pPr marL="457200" marR="0" lvl="0" indent="-330200" algn="l" rtl="0">
              <a:lnSpc>
                <a:spcPct val="100000"/>
              </a:lnSpc>
              <a:spcBef>
                <a:spcPts val="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chemeClr val="dk1"/>
              </a:buClr>
              <a:buSzPts val="1600"/>
              <a:buFont typeface="Georgia"/>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6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600"/>
              </a:spcBef>
              <a:spcAft>
                <a:spcPts val="600"/>
              </a:spcAft>
              <a:buClr>
                <a:schemeClr val="dk1"/>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83026747"/>
      </p:ext>
    </p:extLst>
  </p:cSld>
  <p:clrMap bg1="lt1" tx1="dk1" bg2="dk2" tx2="lt2" accent1="accent1" accent2="accent2" accent3="accent3" accent4="accent4" accent5="accent5" accent6="accent6" hlink="hlink" folHlink="folHlink"/>
  <p:sldLayoutIdLst>
    <p:sldLayoutId id="2147483665" r:id="rId1"/>
    <p:sldLayoutId id="2147483761" r:id="rId2"/>
    <p:sldLayoutId id="2147483767" r:id="rId3"/>
    <p:sldLayoutId id="2147483792" r:id="rId4"/>
    <p:sldLayoutId id="214748379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1">
          <p15:clr>
            <a:srgbClr val="F26B43"/>
          </p15:clr>
        </p15:guide>
        <p15:guide id="2" pos="7402">
          <p15:clr>
            <a:srgbClr val="F26B43"/>
          </p15:clr>
        </p15:guide>
        <p15:guide id="3" orient="horz" pos="268">
          <p15:clr>
            <a:srgbClr val="F26B43"/>
          </p15:clr>
        </p15:guide>
        <p15:guide id="4" orient="horz" pos="3917">
          <p15:clr>
            <a:srgbClr val="F26B43"/>
          </p15:clr>
        </p15:guide>
        <p15:guide id="5" orient="horz" pos="1094">
          <p15:clr>
            <a:srgbClr val="F26B43"/>
          </p15:clr>
        </p15:guide>
        <p15:guide id="6" orient="horz" pos="2159">
          <p15:clr>
            <a:srgbClr val="F26B43"/>
          </p15:clr>
        </p15:guide>
        <p15:guide id="7" pos="2502">
          <p15:clr>
            <a:srgbClr val="F26B43"/>
          </p15:clr>
        </p15:guide>
        <p15:guide id="8" pos="2729">
          <p15:clr>
            <a:srgbClr val="F26B43"/>
          </p15:clr>
        </p15:guide>
        <p15:guide id="9" pos="3724">
          <p15:clr>
            <a:srgbClr val="F26B43"/>
          </p15:clr>
        </p15:guide>
        <p15:guide id="10" pos="3840">
          <p15:clr>
            <a:srgbClr val="F26B43"/>
          </p15:clr>
        </p15:guide>
        <p15:guide id="11" pos="3956">
          <p15:clr>
            <a:srgbClr val="F26B43"/>
          </p15:clr>
        </p15:guide>
        <p15:guide id="12" pos="4951">
          <p15:clr>
            <a:srgbClr val="F26B43"/>
          </p15:clr>
        </p15:guide>
        <p15:guide id="13" pos="5178">
          <p15:clr>
            <a:srgbClr val="F26B43"/>
          </p15:clr>
        </p15:guide>
        <p15:guide id="14" orient="horz" pos="9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xml"/><Relationship Id="rId7" Type="http://schemas.openxmlformats.org/officeDocument/2006/relationships/image" Target="../media/image10.jpeg"/><Relationship Id="rId2" Type="http://schemas.openxmlformats.org/officeDocument/2006/relationships/slideLayout" Target="../slideLayouts/slideLayout5.xml"/><Relationship Id="rId1" Type="http://schemas.openxmlformats.org/officeDocument/2006/relationships/tags" Target="../tags/tag14.xml"/><Relationship Id="rId6" Type="http://schemas.openxmlformats.org/officeDocument/2006/relationships/image" Target="../media/image9.png"/><Relationship Id="rId5" Type="http://schemas.openxmlformats.org/officeDocument/2006/relationships/image" Target="../media/image8.emf"/><Relationship Id="rId4" Type="http://schemas.openxmlformats.org/officeDocument/2006/relationships/oleObject" Target="../embeddings/oleObject6.bin"/><Relationship Id="rId9"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tags" Target="../tags/tag15.xml"/><Relationship Id="rId5" Type="http://schemas.openxmlformats.org/officeDocument/2006/relationships/image" Target="../media/image12.png"/><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xml"/><Relationship Id="rId1" Type="http://schemas.openxmlformats.org/officeDocument/2006/relationships/tags" Target="../tags/tag16.xml"/><Relationship Id="rId5" Type="http://schemas.openxmlformats.org/officeDocument/2006/relationships/image" Target="../media/image13.png"/><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oleObject" Target="../embeddings/oleObject9.bin"/><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slideLayout" Target="../slideLayouts/slideLayout1.xml"/><Relationship Id="rId1" Type="http://schemas.openxmlformats.org/officeDocument/2006/relationships/tags" Target="../tags/tag1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emf"/><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xml"/><Relationship Id="rId7" Type="http://schemas.microsoft.com/office/2007/relationships/hdphoto" Target="../media/hdphoto2.wdp"/><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25.png"/><Relationship Id="rId11" Type="http://schemas.microsoft.com/office/2007/relationships/hdphoto" Target="../media/hdphoto4.wdp"/><Relationship Id="rId5" Type="http://schemas.openxmlformats.org/officeDocument/2006/relationships/image" Target="../media/image2.emf"/><Relationship Id="rId10" Type="http://schemas.openxmlformats.org/officeDocument/2006/relationships/image" Target="../media/image27.png"/><Relationship Id="rId4" Type="http://schemas.openxmlformats.org/officeDocument/2006/relationships/oleObject" Target="../embeddings/oleObject10.bin"/><Relationship Id="rId9"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tags" Target="../tags/tag19.x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tags" Target="../tags/tag20.xml"/><Relationship Id="rId4" Type="http://schemas.openxmlformats.org/officeDocument/2006/relationships/image" Target="../media/image1.emf"/></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oleObject" Target="../embeddings/oleObject13.bin"/><Relationship Id="rId7" Type="http://schemas.openxmlformats.org/officeDocument/2006/relationships/image" Target="../media/image30.png"/><Relationship Id="rId2" Type="http://schemas.openxmlformats.org/officeDocument/2006/relationships/slideLayout" Target="../slideLayouts/slideLayout1.xml"/><Relationship Id="rId1" Type="http://schemas.openxmlformats.org/officeDocument/2006/relationships/tags" Target="../tags/tag21.xml"/><Relationship Id="rId6" Type="http://schemas.openxmlformats.org/officeDocument/2006/relationships/image" Target="../media/image29.jpeg"/><Relationship Id="rId5" Type="http://schemas.openxmlformats.org/officeDocument/2006/relationships/image" Target="../media/image28.png"/><Relationship Id="rId4" Type="http://schemas.openxmlformats.org/officeDocument/2006/relationships/image" Target="../media/image1.emf"/><Relationship Id="rId9" Type="http://schemas.openxmlformats.org/officeDocument/2006/relationships/image" Target="../media/image32.jpe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tags" Target="../tags/tag22.xml"/><Relationship Id="rId5" Type="http://schemas.openxmlformats.org/officeDocument/2006/relationships/image" Target="../media/image33.png"/><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25.xml"/><Relationship Id="rId7" Type="http://schemas.openxmlformats.org/officeDocument/2006/relationships/oleObject" Target="../embeddings/oleObject15.bin"/><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3.xml"/><Relationship Id="rId5" Type="http://schemas.openxmlformats.org/officeDocument/2006/relationships/tags" Target="../tags/tag27.xml"/><Relationship Id="rId4" Type="http://schemas.openxmlformats.org/officeDocument/2006/relationships/tags" Target="../tags/tag26.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3.xml"/><Relationship Id="rId1" Type="http://schemas.openxmlformats.org/officeDocument/2006/relationships/tags" Target="../tags/tag28.xml"/><Relationship Id="rId5" Type="http://schemas.openxmlformats.org/officeDocument/2006/relationships/image" Target="../media/image34.png"/><Relationship Id="rId4" Type="http://schemas.openxmlformats.org/officeDocument/2006/relationships/image" Target="../media/image1.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xml"/><Relationship Id="rId1" Type="http://schemas.openxmlformats.org/officeDocument/2006/relationships/tags" Target="../tags/tag29.xm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1.emf"/><Relationship Id="rId5" Type="http://schemas.openxmlformats.org/officeDocument/2006/relationships/oleObject" Target="../embeddings/oleObject18.bin"/><Relationship Id="rId4"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tags" Target="../tags/tag33.xml"/><Relationship Id="rId4" Type="http://schemas.openxmlformats.org/officeDocument/2006/relationships/image" Target="../media/image2.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xml"/><Relationship Id="rId1" Type="http://schemas.openxmlformats.org/officeDocument/2006/relationships/tags" Target="../tags/tag34.xml"/><Relationship Id="rId4" Type="http://schemas.openxmlformats.org/officeDocument/2006/relationships/image" Target="../media/image2.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xml"/><Relationship Id="rId1" Type="http://schemas.openxmlformats.org/officeDocument/2006/relationships/tags" Target="../tags/tag35.xml"/><Relationship Id="rId4" Type="http://schemas.openxmlformats.org/officeDocument/2006/relationships/image" Target="../media/image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xml"/><Relationship Id="rId1" Type="http://schemas.openxmlformats.org/officeDocument/2006/relationships/tags" Target="../tags/tag36.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tags" Target="../tags/tag37.xml"/><Relationship Id="rId4" Type="http://schemas.openxmlformats.org/officeDocument/2006/relationships/image" Target="../media/image2.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xml"/><Relationship Id="rId1" Type="http://schemas.openxmlformats.org/officeDocument/2006/relationships/tags" Target="../tags/tag38.xml"/><Relationship Id="rId4" Type="http://schemas.openxmlformats.org/officeDocument/2006/relationships/image" Target="../media/image2.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xml"/><Relationship Id="rId1" Type="http://schemas.openxmlformats.org/officeDocument/2006/relationships/tags" Target="../tags/tag39.xml"/><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26" Type="http://schemas.openxmlformats.org/officeDocument/2006/relationships/tags" Target="../tags/tag65.xml"/><Relationship Id="rId117" Type="http://schemas.openxmlformats.org/officeDocument/2006/relationships/slideLayout" Target="../slideLayouts/slideLayout1.xml"/><Relationship Id="rId21" Type="http://schemas.openxmlformats.org/officeDocument/2006/relationships/tags" Target="../tags/tag60.xml"/><Relationship Id="rId42" Type="http://schemas.openxmlformats.org/officeDocument/2006/relationships/tags" Target="../tags/tag81.xml"/><Relationship Id="rId47" Type="http://schemas.openxmlformats.org/officeDocument/2006/relationships/tags" Target="../tags/tag86.xml"/><Relationship Id="rId63" Type="http://schemas.openxmlformats.org/officeDocument/2006/relationships/tags" Target="../tags/tag102.xml"/><Relationship Id="rId68" Type="http://schemas.openxmlformats.org/officeDocument/2006/relationships/tags" Target="../tags/tag107.xml"/><Relationship Id="rId84" Type="http://schemas.openxmlformats.org/officeDocument/2006/relationships/tags" Target="../tags/tag123.xml"/><Relationship Id="rId89" Type="http://schemas.openxmlformats.org/officeDocument/2006/relationships/tags" Target="../tags/tag128.xml"/><Relationship Id="rId112" Type="http://schemas.openxmlformats.org/officeDocument/2006/relationships/tags" Target="../tags/tag151.xml"/><Relationship Id="rId16" Type="http://schemas.openxmlformats.org/officeDocument/2006/relationships/tags" Target="../tags/tag55.xml"/><Relationship Id="rId107" Type="http://schemas.openxmlformats.org/officeDocument/2006/relationships/tags" Target="../tags/tag146.xml"/><Relationship Id="rId11" Type="http://schemas.openxmlformats.org/officeDocument/2006/relationships/tags" Target="../tags/tag50.xml"/><Relationship Id="rId32" Type="http://schemas.openxmlformats.org/officeDocument/2006/relationships/tags" Target="../tags/tag71.xml"/><Relationship Id="rId37" Type="http://schemas.openxmlformats.org/officeDocument/2006/relationships/tags" Target="../tags/tag76.xml"/><Relationship Id="rId53" Type="http://schemas.openxmlformats.org/officeDocument/2006/relationships/tags" Target="../tags/tag92.xml"/><Relationship Id="rId58" Type="http://schemas.openxmlformats.org/officeDocument/2006/relationships/tags" Target="../tags/tag97.xml"/><Relationship Id="rId74" Type="http://schemas.openxmlformats.org/officeDocument/2006/relationships/tags" Target="../tags/tag113.xml"/><Relationship Id="rId79" Type="http://schemas.openxmlformats.org/officeDocument/2006/relationships/tags" Target="../tags/tag118.xml"/><Relationship Id="rId102" Type="http://schemas.openxmlformats.org/officeDocument/2006/relationships/tags" Target="../tags/tag141.xml"/><Relationship Id="rId5" Type="http://schemas.openxmlformats.org/officeDocument/2006/relationships/tags" Target="../tags/tag44.xml"/><Relationship Id="rId90" Type="http://schemas.openxmlformats.org/officeDocument/2006/relationships/tags" Target="../tags/tag129.xml"/><Relationship Id="rId95" Type="http://schemas.openxmlformats.org/officeDocument/2006/relationships/tags" Target="../tags/tag134.xml"/><Relationship Id="rId22" Type="http://schemas.openxmlformats.org/officeDocument/2006/relationships/tags" Target="../tags/tag61.xml"/><Relationship Id="rId27" Type="http://schemas.openxmlformats.org/officeDocument/2006/relationships/tags" Target="../tags/tag66.xml"/><Relationship Id="rId43" Type="http://schemas.openxmlformats.org/officeDocument/2006/relationships/tags" Target="../tags/tag82.xml"/><Relationship Id="rId48" Type="http://schemas.openxmlformats.org/officeDocument/2006/relationships/tags" Target="../tags/tag87.xml"/><Relationship Id="rId64" Type="http://schemas.openxmlformats.org/officeDocument/2006/relationships/tags" Target="../tags/tag103.xml"/><Relationship Id="rId69" Type="http://schemas.openxmlformats.org/officeDocument/2006/relationships/tags" Target="../tags/tag108.xml"/><Relationship Id="rId113" Type="http://schemas.openxmlformats.org/officeDocument/2006/relationships/tags" Target="../tags/tag152.xml"/><Relationship Id="rId118" Type="http://schemas.openxmlformats.org/officeDocument/2006/relationships/oleObject" Target="../embeddings/oleObject26.bin"/><Relationship Id="rId80" Type="http://schemas.openxmlformats.org/officeDocument/2006/relationships/tags" Target="../tags/tag119.xml"/><Relationship Id="rId85" Type="http://schemas.openxmlformats.org/officeDocument/2006/relationships/tags" Target="../tags/tag124.xml"/><Relationship Id="rId12" Type="http://schemas.openxmlformats.org/officeDocument/2006/relationships/tags" Target="../tags/tag51.xml"/><Relationship Id="rId17" Type="http://schemas.openxmlformats.org/officeDocument/2006/relationships/tags" Target="../tags/tag56.xml"/><Relationship Id="rId33" Type="http://schemas.openxmlformats.org/officeDocument/2006/relationships/tags" Target="../tags/tag72.xml"/><Relationship Id="rId38" Type="http://schemas.openxmlformats.org/officeDocument/2006/relationships/tags" Target="../tags/tag77.xml"/><Relationship Id="rId59" Type="http://schemas.openxmlformats.org/officeDocument/2006/relationships/tags" Target="../tags/tag98.xml"/><Relationship Id="rId103" Type="http://schemas.openxmlformats.org/officeDocument/2006/relationships/tags" Target="../tags/tag142.xml"/><Relationship Id="rId108" Type="http://schemas.openxmlformats.org/officeDocument/2006/relationships/tags" Target="../tags/tag147.xml"/><Relationship Id="rId54" Type="http://schemas.openxmlformats.org/officeDocument/2006/relationships/tags" Target="../tags/tag93.xml"/><Relationship Id="rId70" Type="http://schemas.openxmlformats.org/officeDocument/2006/relationships/tags" Target="../tags/tag109.xml"/><Relationship Id="rId75" Type="http://schemas.openxmlformats.org/officeDocument/2006/relationships/tags" Target="../tags/tag114.xml"/><Relationship Id="rId91" Type="http://schemas.openxmlformats.org/officeDocument/2006/relationships/tags" Target="../tags/tag130.xml"/><Relationship Id="rId96" Type="http://schemas.openxmlformats.org/officeDocument/2006/relationships/tags" Target="../tags/tag135.xml"/><Relationship Id="rId1" Type="http://schemas.openxmlformats.org/officeDocument/2006/relationships/tags" Target="../tags/tag40.xml"/><Relationship Id="rId6" Type="http://schemas.openxmlformats.org/officeDocument/2006/relationships/tags" Target="../tags/tag45.xml"/><Relationship Id="rId23" Type="http://schemas.openxmlformats.org/officeDocument/2006/relationships/tags" Target="../tags/tag62.xml"/><Relationship Id="rId28" Type="http://schemas.openxmlformats.org/officeDocument/2006/relationships/tags" Target="../tags/tag67.xml"/><Relationship Id="rId49" Type="http://schemas.openxmlformats.org/officeDocument/2006/relationships/tags" Target="../tags/tag88.xml"/><Relationship Id="rId114" Type="http://schemas.openxmlformats.org/officeDocument/2006/relationships/tags" Target="../tags/tag153.xml"/><Relationship Id="rId119" Type="http://schemas.openxmlformats.org/officeDocument/2006/relationships/image" Target="../media/image2.emf"/><Relationship Id="rId10" Type="http://schemas.openxmlformats.org/officeDocument/2006/relationships/tags" Target="../tags/tag49.xml"/><Relationship Id="rId31" Type="http://schemas.openxmlformats.org/officeDocument/2006/relationships/tags" Target="../tags/tag70.xml"/><Relationship Id="rId44" Type="http://schemas.openxmlformats.org/officeDocument/2006/relationships/tags" Target="../tags/tag83.xml"/><Relationship Id="rId52" Type="http://schemas.openxmlformats.org/officeDocument/2006/relationships/tags" Target="../tags/tag91.xml"/><Relationship Id="rId60" Type="http://schemas.openxmlformats.org/officeDocument/2006/relationships/tags" Target="../tags/tag99.xml"/><Relationship Id="rId65" Type="http://schemas.openxmlformats.org/officeDocument/2006/relationships/tags" Target="../tags/tag104.xml"/><Relationship Id="rId73" Type="http://schemas.openxmlformats.org/officeDocument/2006/relationships/tags" Target="../tags/tag112.xml"/><Relationship Id="rId78" Type="http://schemas.openxmlformats.org/officeDocument/2006/relationships/tags" Target="../tags/tag117.xml"/><Relationship Id="rId81" Type="http://schemas.openxmlformats.org/officeDocument/2006/relationships/tags" Target="../tags/tag120.xml"/><Relationship Id="rId86" Type="http://schemas.openxmlformats.org/officeDocument/2006/relationships/tags" Target="../tags/tag125.xml"/><Relationship Id="rId94" Type="http://schemas.openxmlformats.org/officeDocument/2006/relationships/tags" Target="../tags/tag133.xml"/><Relationship Id="rId99" Type="http://schemas.openxmlformats.org/officeDocument/2006/relationships/tags" Target="../tags/tag138.xml"/><Relationship Id="rId101" Type="http://schemas.openxmlformats.org/officeDocument/2006/relationships/tags" Target="../tags/tag140.xml"/><Relationship Id="rId4" Type="http://schemas.openxmlformats.org/officeDocument/2006/relationships/tags" Target="../tags/tag43.xml"/><Relationship Id="rId9" Type="http://schemas.openxmlformats.org/officeDocument/2006/relationships/tags" Target="../tags/tag48.xml"/><Relationship Id="rId13" Type="http://schemas.openxmlformats.org/officeDocument/2006/relationships/tags" Target="../tags/tag52.xml"/><Relationship Id="rId18" Type="http://schemas.openxmlformats.org/officeDocument/2006/relationships/tags" Target="../tags/tag57.xml"/><Relationship Id="rId39" Type="http://schemas.openxmlformats.org/officeDocument/2006/relationships/tags" Target="../tags/tag78.xml"/><Relationship Id="rId109" Type="http://schemas.openxmlformats.org/officeDocument/2006/relationships/tags" Target="../tags/tag148.xml"/><Relationship Id="rId34" Type="http://schemas.openxmlformats.org/officeDocument/2006/relationships/tags" Target="../tags/tag73.xml"/><Relationship Id="rId50" Type="http://schemas.openxmlformats.org/officeDocument/2006/relationships/tags" Target="../tags/tag89.xml"/><Relationship Id="rId55" Type="http://schemas.openxmlformats.org/officeDocument/2006/relationships/tags" Target="../tags/tag94.xml"/><Relationship Id="rId76" Type="http://schemas.openxmlformats.org/officeDocument/2006/relationships/tags" Target="../tags/tag115.xml"/><Relationship Id="rId97" Type="http://schemas.openxmlformats.org/officeDocument/2006/relationships/tags" Target="../tags/tag136.xml"/><Relationship Id="rId104" Type="http://schemas.openxmlformats.org/officeDocument/2006/relationships/tags" Target="../tags/tag143.xml"/><Relationship Id="rId7" Type="http://schemas.openxmlformats.org/officeDocument/2006/relationships/tags" Target="../tags/tag46.xml"/><Relationship Id="rId71" Type="http://schemas.openxmlformats.org/officeDocument/2006/relationships/tags" Target="../tags/tag110.xml"/><Relationship Id="rId92" Type="http://schemas.openxmlformats.org/officeDocument/2006/relationships/tags" Target="../tags/tag131.xml"/><Relationship Id="rId2" Type="http://schemas.openxmlformats.org/officeDocument/2006/relationships/tags" Target="../tags/tag41.xml"/><Relationship Id="rId29" Type="http://schemas.openxmlformats.org/officeDocument/2006/relationships/tags" Target="../tags/tag68.xml"/><Relationship Id="rId24" Type="http://schemas.openxmlformats.org/officeDocument/2006/relationships/tags" Target="../tags/tag63.xml"/><Relationship Id="rId40" Type="http://schemas.openxmlformats.org/officeDocument/2006/relationships/tags" Target="../tags/tag79.xml"/><Relationship Id="rId45" Type="http://schemas.openxmlformats.org/officeDocument/2006/relationships/tags" Target="../tags/tag84.xml"/><Relationship Id="rId66" Type="http://schemas.openxmlformats.org/officeDocument/2006/relationships/tags" Target="../tags/tag105.xml"/><Relationship Id="rId87" Type="http://schemas.openxmlformats.org/officeDocument/2006/relationships/tags" Target="../tags/tag126.xml"/><Relationship Id="rId110" Type="http://schemas.openxmlformats.org/officeDocument/2006/relationships/tags" Target="../tags/tag149.xml"/><Relationship Id="rId115" Type="http://schemas.openxmlformats.org/officeDocument/2006/relationships/tags" Target="../tags/tag154.xml"/><Relationship Id="rId61" Type="http://schemas.openxmlformats.org/officeDocument/2006/relationships/tags" Target="../tags/tag100.xml"/><Relationship Id="rId82" Type="http://schemas.openxmlformats.org/officeDocument/2006/relationships/tags" Target="../tags/tag121.xml"/><Relationship Id="rId19" Type="http://schemas.openxmlformats.org/officeDocument/2006/relationships/tags" Target="../tags/tag58.xml"/><Relationship Id="rId14" Type="http://schemas.openxmlformats.org/officeDocument/2006/relationships/tags" Target="../tags/tag53.xml"/><Relationship Id="rId30" Type="http://schemas.openxmlformats.org/officeDocument/2006/relationships/tags" Target="../tags/tag69.xml"/><Relationship Id="rId35" Type="http://schemas.openxmlformats.org/officeDocument/2006/relationships/tags" Target="../tags/tag74.xml"/><Relationship Id="rId56" Type="http://schemas.openxmlformats.org/officeDocument/2006/relationships/tags" Target="../tags/tag95.xml"/><Relationship Id="rId77" Type="http://schemas.openxmlformats.org/officeDocument/2006/relationships/tags" Target="../tags/tag116.xml"/><Relationship Id="rId100" Type="http://schemas.openxmlformats.org/officeDocument/2006/relationships/tags" Target="../tags/tag139.xml"/><Relationship Id="rId105" Type="http://schemas.openxmlformats.org/officeDocument/2006/relationships/tags" Target="../tags/tag144.xml"/><Relationship Id="rId8" Type="http://schemas.openxmlformats.org/officeDocument/2006/relationships/tags" Target="../tags/tag47.xml"/><Relationship Id="rId51" Type="http://schemas.openxmlformats.org/officeDocument/2006/relationships/tags" Target="../tags/tag90.xml"/><Relationship Id="rId72" Type="http://schemas.openxmlformats.org/officeDocument/2006/relationships/tags" Target="../tags/tag111.xml"/><Relationship Id="rId93" Type="http://schemas.openxmlformats.org/officeDocument/2006/relationships/tags" Target="../tags/tag132.xml"/><Relationship Id="rId98" Type="http://schemas.openxmlformats.org/officeDocument/2006/relationships/tags" Target="../tags/tag137.xml"/><Relationship Id="rId3" Type="http://schemas.openxmlformats.org/officeDocument/2006/relationships/tags" Target="../tags/tag42.xml"/><Relationship Id="rId25" Type="http://schemas.openxmlformats.org/officeDocument/2006/relationships/tags" Target="../tags/tag64.xml"/><Relationship Id="rId46" Type="http://schemas.openxmlformats.org/officeDocument/2006/relationships/tags" Target="../tags/tag85.xml"/><Relationship Id="rId67" Type="http://schemas.openxmlformats.org/officeDocument/2006/relationships/tags" Target="../tags/tag106.xml"/><Relationship Id="rId116" Type="http://schemas.openxmlformats.org/officeDocument/2006/relationships/tags" Target="../tags/tag155.xml"/><Relationship Id="rId20" Type="http://schemas.openxmlformats.org/officeDocument/2006/relationships/tags" Target="../tags/tag59.xml"/><Relationship Id="rId41" Type="http://schemas.openxmlformats.org/officeDocument/2006/relationships/tags" Target="../tags/tag80.xml"/><Relationship Id="rId62" Type="http://schemas.openxmlformats.org/officeDocument/2006/relationships/tags" Target="../tags/tag101.xml"/><Relationship Id="rId83" Type="http://schemas.openxmlformats.org/officeDocument/2006/relationships/tags" Target="../tags/tag122.xml"/><Relationship Id="rId88" Type="http://schemas.openxmlformats.org/officeDocument/2006/relationships/tags" Target="../tags/tag127.xml"/><Relationship Id="rId111" Type="http://schemas.openxmlformats.org/officeDocument/2006/relationships/tags" Target="../tags/tag150.xml"/><Relationship Id="rId15" Type="http://schemas.openxmlformats.org/officeDocument/2006/relationships/tags" Target="../tags/tag54.xml"/><Relationship Id="rId36" Type="http://schemas.openxmlformats.org/officeDocument/2006/relationships/tags" Target="../tags/tag75.xml"/><Relationship Id="rId57" Type="http://schemas.openxmlformats.org/officeDocument/2006/relationships/tags" Target="../tags/tag96.xml"/><Relationship Id="rId106" Type="http://schemas.openxmlformats.org/officeDocument/2006/relationships/tags" Target="../tags/tag145.xml"/></Relationships>
</file>

<file path=ppt/slides/_rels/slide23.xml.rels><?xml version="1.0" encoding="UTF-8" standalone="yes"?>
<Relationships xmlns="http://schemas.openxmlformats.org/package/2006/relationships"><Relationship Id="rId13" Type="http://schemas.openxmlformats.org/officeDocument/2006/relationships/oleObject" Target="../embeddings/oleObject27.bin"/><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6.png"/><Relationship Id="rId21" Type="http://schemas.openxmlformats.org/officeDocument/2006/relationships/image" Target="../media/image41.jpeg"/><Relationship Id="rId34" Type="http://schemas.openxmlformats.org/officeDocument/2006/relationships/image" Target="../media/image53.png"/><Relationship Id="rId7" Type="http://schemas.openxmlformats.org/officeDocument/2006/relationships/tags" Target="../tags/tag162.xml"/><Relationship Id="rId2" Type="http://schemas.openxmlformats.org/officeDocument/2006/relationships/tags" Target="../tags/tag157.xml"/><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48.jpeg"/><Relationship Id="rId41" Type="http://schemas.openxmlformats.org/officeDocument/2006/relationships/image" Target="../media/image58.png"/><Relationship Id="rId1" Type="http://schemas.openxmlformats.org/officeDocument/2006/relationships/tags" Target="../tags/tag156.xml"/><Relationship Id="rId6" Type="http://schemas.openxmlformats.org/officeDocument/2006/relationships/tags" Target="../tags/tag161.xml"/><Relationship Id="rId11" Type="http://schemas.openxmlformats.org/officeDocument/2006/relationships/slideLayout" Target="../slideLayouts/slideLayout1.xml"/><Relationship Id="rId24" Type="http://schemas.openxmlformats.org/officeDocument/2006/relationships/image" Target="../media/image44.jpeg"/><Relationship Id="rId32" Type="http://schemas.openxmlformats.org/officeDocument/2006/relationships/image" Target="../media/image51.png"/><Relationship Id="rId37" Type="http://schemas.openxmlformats.org/officeDocument/2006/relationships/image" Target="../media/image55.png"/><Relationship Id="rId40" Type="http://schemas.openxmlformats.org/officeDocument/2006/relationships/image" Target="../media/image57.png"/><Relationship Id="rId5" Type="http://schemas.openxmlformats.org/officeDocument/2006/relationships/tags" Target="../tags/tag160.xml"/><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7.png"/><Relationship Id="rId36" Type="http://schemas.microsoft.com/office/2007/relationships/hdphoto" Target="../media/hdphoto6.wdp"/><Relationship Id="rId10" Type="http://schemas.openxmlformats.org/officeDocument/2006/relationships/tags" Target="../tags/tag165.xml"/><Relationship Id="rId19" Type="http://schemas.openxmlformats.org/officeDocument/2006/relationships/image" Target="../media/image39.png"/><Relationship Id="rId31" Type="http://schemas.openxmlformats.org/officeDocument/2006/relationships/image" Target="../media/image50.jpeg"/><Relationship Id="rId4" Type="http://schemas.openxmlformats.org/officeDocument/2006/relationships/tags" Target="../tags/tag159.xml"/><Relationship Id="rId9" Type="http://schemas.openxmlformats.org/officeDocument/2006/relationships/tags" Target="../tags/tag164.xml"/><Relationship Id="rId14" Type="http://schemas.openxmlformats.org/officeDocument/2006/relationships/image" Target="../media/image1.emf"/><Relationship Id="rId22" Type="http://schemas.openxmlformats.org/officeDocument/2006/relationships/image" Target="../media/image42.jpeg"/><Relationship Id="rId27" Type="http://schemas.microsoft.com/office/2007/relationships/hdphoto" Target="../media/hdphoto5.wdp"/><Relationship Id="rId30" Type="http://schemas.openxmlformats.org/officeDocument/2006/relationships/image" Target="../media/image49.png"/><Relationship Id="rId35" Type="http://schemas.openxmlformats.org/officeDocument/2006/relationships/image" Target="../media/image54.png"/><Relationship Id="rId8" Type="http://schemas.openxmlformats.org/officeDocument/2006/relationships/tags" Target="../tags/tag163.xml"/><Relationship Id="rId3" Type="http://schemas.openxmlformats.org/officeDocument/2006/relationships/tags" Target="../tags/tag158.xml"/><Relationship Id="rId12" Type="http://schemas.openxmlformats.org/officeDocument/2006/relationships/notesSlide" Target="../notesSlides/notesSlide3.xml"/><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2.png"/><Relationship Id="rId38" Type="http://schemas.microsoft.com/office/2007/relationships/hdphoto" Target="../media/hdphoto7.wdp"/></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13" Type="http://schemas.microsoft.com/office/2007/relationships/hdphoto" Target="../media/hdphoto6.wdp"/><Relationship Id="rId18" Type="http://schemas.microsoft.com/office/2007/relationships/hdphoto" Target="../media/hdphoto7.wdp"/><Relationship Id="rId3" Type="http://schemas.openxmlformats.org/officeDocument/2006/relationships/oleObject" Target="../embeddings/oleObject28.bin"/><Relationship Id="rId7" Type="http://schemas.openxmlformats.org/officeDocument/2006/relationships/image" Target="../media/image48.jpeg"/><Relationship Id="rId12" Type="http://schemas.openxmlformats.org/officeDocument/2006/relationships/image" Target="../media/image54.png"/><Relationship Id="rId17" Type="http://schemas.openxmlformats.org/officeDocument/2006/relationships/image" Target="../media/image55.png"/><Relationship Id="rId2" Type="http://schemas.openxmlformats.org/officeDocument/2006/relationships/slideLayout" Target="../slideLayouts/slideLayout1.xml"/><Relationship Id="rId16" Type="http://schemas.openxmlformats.org/officeDocument/2006/relationships/image" Target="../media/image44.jpeg"/><Relationship Id="rId1" Type="http://schemas.openxmlformats.org/officeDocument/2006/relationships/tags" Target="../tags/tag166.xml"/><Relationship Id="rId6" Type="http://schemas.openxmlformats.org/officeDocument/2006/relationships/image" Target="../media/image60.jpeg"/><Relationship Id="rId11" Type="http://schemas.openxmlformats.org/officeDocument/2006/relationships/image" Target="../media/image50.jpeg"/><Relationship Id="rId5" Type="http://schemas.openxmlformats.org/officeDocument/2006/relationships/image" Target="../media/image59.png"/><Relationship Id="rId15" Type="http://schemas.openxmlformats.org/officeDocument/2006/relationships/image" Target="../media/image43.png"/><Relationship Id="rId10" Type="http://schemas.openxmlformats.org/officeDocument/2006/relationships/image" Target="../media/image52.png"/><Relationship Id="rId4" Type="http://schemas.openxmlformats.org/officeDocument/2006/relationships/image" Target="../media/image1.emf"/><Relationship Id="rId9" Type="http://schemas.microsoft.com/office/2007/relationships/hdphoto" Target="../media/hdphoto5.wdp"/><Relationship Id="rId1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tags" Target="../tags/tag169.xml"/><Relationship Id="rId7" Type="http://schemas.openxmlformats.org/officeDocument/2006/relationships/image" Target="../media/image61.png"/><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1.emf"/><Relationship Id="rId5" Type="http://schemas.openxmlformats.org/officeDocument/2006/relationships/oleObject" Target="../embeddings/oleObject29.bin"/><Relationship Id="rId4"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4">
            <a:extLst>
              <a:ext uri="{FF2B5EF4-FFF2-40B4-BE49-F238E27FC236}">
                <a16:creationId xmlns:a16="http://schemas.microsoft.com/office/drawing/2014/main" id="{7256D98F-7C72-4A04-89FF-D2B2D147ABCB}"/>
              </a:ext>
            </a:extLst>
          </p:cNvPr>
          <p:cNvSpPr txBox="1">
            <a:spLocks/>
          </p:cNvSpPr>
          <p:nvPr/>
        </p:nvSpPr>
        <p:spPr>
          <a:xfrm>
            <a:off x="457199" y="3877211"/>
            <a:ext cx="5384801" cy="1292662"/>
          </a:xfrm>
          <a:prstGeom prst="rect">
            <a:avLst/>
          </a:prstGeom>
          <a:noFill/>
          <a:ln>
            <a:noFill/>
          </a:ln>
        </p:spPr>
        <p:txBody>
          <a:bodyPr spcFirstLastPara="1" wrap="square" lIns="0" tIns="0" rIns="0" bIns="0" anchor="b" anchorCtr="0">
            <a:spAutoFit/>
          </a:bodyPr>
          <a:lstStyle>
            <a:defPPr marR="0" lvl="0" algn="l" rtl="0">
              <a:lnSpc>
                <a:spcPct val="100000"/>
              </a:lnSpc>
              <a:spcBef>
                <a:spcPts val="0"/>
              </a:spcBef>
              <a:spcAft>
                <a:spcPts val="0"/>
              </a:spcAft>
            </a:defPPr>
            <a:lvl1pPr marL="457200" marR="0" lvl="0" indent="-330200" algn="l" rtl="0">
              <a:lnSpc>
                <a:spcPct val="90000"/>
              </a:lnSpc>
              <a:spcBef>
                <a:spcPts val="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1pPr>
            <a:lvl2pPr marL="914400" marR="0" lvl="1" indent="-330200" algn="ctr" rtl="0">
              <a:lnSpc>
                <a:spcPct val="100000"/>
              </a:lnSpc>
              <a:spcBef>
                <a:spcPts val="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2pPr>
            <a:lvl3pPr marL="1371600" marR="0" lvl="2" indent="-330200" algn="ctr" rtl="0">
              <a:lnSpc>
                <a:spcPct val="100000"/>
              </a:lnSpc>
              <a:spcBef>
                <a:spcPts val="6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3pPr>
            <a:lvl4pPr marL="1828800" marR="0" lvl="3" indent="-330200" algn="ctr" rtl="0">
              <a:lnSpc>
                <a:spcPct val="100000"/>
              </a:lnSpc>
              <a:spcBef>
                <a:spcPts val="6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330200" algn="ctr" rtl="0">
              <a:lnSpc>
                <a:spcPct val="100000"/>
              </a:lnSpc>
              <a:spcBef>
                <a:spcPts val="600"/>
              </a:spcBef>
              <a:spcAft>
                <a:spcPts val="0"/>
              </a:spcAft>
              <a:buClr>
                <a:srgbClr val="888888"/>
              </a:buClr>
              <a:buSzPts val="1600"/>
              <a:buFont typeface="Georgia"/>
              <a:buNone/>
              <a:defRPr sz="1600" b="0" i="0" u="none" strike="noStrike" cap="none">
                <a:solidFill>
                  <a:srgbClr val="888888"/>
                </a:solidFill>
                <a:latin typeface="Arial"/>
                <a:ea typeface="Arial"/>
                <a:cs typeface="Arial"/>
                <a:sym typeface="Arial"/>
              </a:defRPr>
            </a:lvl5pPr>
            <a:lvl6pPr marL="2743200" marR="0" lvl="5" indent="-330200" algn="ctr" rtl="0">
              <a:lnSpc>
                <a:spcPct val="100000"/>
              </a:lnSpc>
              <a:spcBef>
                <a:spcPts val="6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330200" algn="ctr" rtl="0">
              <a:lnSpc>
                <a:spcPct val="100000"/>
              </a:lnSpc>
              <a:spcBef>
                <a:spcPts val="6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330200" algn="ctr" rtl="0">
              <a:lnSpc>
                <a:spcPct val="100000"/>
              </a:lnSpc>
              <a:spcBef>
                <a:spcPts val="6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330200" algn="ctr" rtl="0">
              <a:lnSpc>
                <a:spcPct val="100000"/>
              </a:lnSpc>
              <a:spcBef>
                <a:spcPts val="600"/>
              </a:spcBef>
              <a:spcAft>
                <a:spcPts val="60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pPr algn="r" rtl="1">
              <a:spcAft>
                <a:spcPts val="1200"/>
              </a:spcAft>
            </a:pPr>
            <a:r>
              <a:rPr lang="ar-SA" sz="2000" kern="0" dirty="0">
                <a:cs typeface="Arial" charset="0"/>
              </a:rPr>
              <a:t>العرض الفني</a:t>
            </a:r>
          </a:p>
          <a:p>
            <a:pPr algn="r" rtl="1">
              <a:spcAft>
                <a:spcPts val="1200"/>
              </a:spcAft>
            </a:pPr>
            <a:r>
              <a:rPr lang="ar-SA" sz="2000" kern="0" dirty="0">
                <a:cs typeface="Arial" charset="0"/>
              </a:rPr>
              <a:t>حُرر بتاريخ 9 أغسطس 2023</a:t>
            </a:r>
          </a:p>
          <a:p>
            <a:pPr>
              <a:spcAft>
                <a:spcPts val="1200"/>
              </a:spcAft>
            </a:pPr>
            <a:endParaRPr lang="en-US" sz="2000" kern="0" dirty="0"/>
          </a:p>
        </p:txBody>
      </p:sp>
      <p:sp>
        <p:nvSpPr>
          <p:cNvPr id="10" name="Title 3">
            <a:extLst>
              <a:ext uri="{FF2B5EF4-FFF2-40B4-BE49-F238E27FC236}">
                <a16:creationId xmlns:a16="http://schemas.microsoft.com/office/drawing/2014/main" id="{ABBAEE9F-F0F8-40D4-BBCE-35E16404B4D7}"/>
              </a:ext>
            </a:extLst>
          </p:cNvPr>
          <p:cNvSpPr txBox="1">
            <a:spLocks/>
          </p:cNvSpPr>
          <p:nvPr/>
        </p:nvSpPr>
        <p:spPr bwMode="gray">
          <a:xfrm>
            <a:off x="457198" y="1733550"/>
            <a:ext cx="5482207" cy="1695450"/>
          </a:xfrm>
          <a:prstGeom prst="rect">
            <a:avLst/>
          </a:prstGeom>
        </p:spPr>
        <p:txBody>
          <a:bodyPr vert="horz" lIns="0" tIns="0" rIns="0" bIns="0" rtlCol="0" anchor="t" anchorCtr="0">
            <a:noAutofit/>
          </a:bodyPr>
          <a:lstStyle>
            <a:lvl1pPr algn="l" defTabSz="685800" rtl="0" eaLnBrk="1" latinLnBrk="0" hangingPunct="1">
              <a:lnSpc>
                <a:spcPct val="85000"/>
              </a:lnSpc>
              <a:spcBef>
                <a:spcPct val="0"/>
              </a:spcBef>
              <a:buNone/>
              <a:defRPr sz="3200" kern="1200">
                <a:solidFill>
                  <a:schemeClr val="tx1"/>
                </a:solidFill>
                <a:latin typeface="+mj-lt"/>
                <a:ea typeface="+mj-ea"/>
                <a:cs typeface="+mj-cs"/>
              </a:defRPr>
            </a:lvl1pPr>
          </a:lstStyle>
          <a:p>
            <a:pPr marL="0" marR="0" lvl="0" indent="0" algn="r" defTabSz="685800" rtl="1" eaLnBrk="1" fontAlgn="auto" latinLnBrk="0" hangingPunct="1">
              <a:lnSpc>
                <a:spcPct val="85000"/>
              </a:lnSpc>
              <a:spcBef>
                <a:spcPct val="0"/>
              </a:spcBef>
              <a:spcAft>
                <a:spcPts val="0"/>
              </a:spcAft>
              <a:buClrTx/>
              <a:buSzTx/>
              <a:buFontTx/>
              <a:buNone/>
              <a:tabLst/>
              <a:defRPr/>
            </a:pPr>
            <a:r>
              <a:rPr kumimoji="0" lang="ar-SA" sz="3200" strike="noStrike" kern="1200" cap="none" spc="0" normalizeH="0" noProof="0" dirty="0">
                <a:ln>
                  <a:noFill/>
                </a:ln>
                <a:solidFill>
                  <a:srgbClr val="FFFFFF"/>
                </a:solidFill>
                <a:effectLst/>
                <a:uLnTx/>
                <a:uFillTx/>
                <a:latin typeface="Georgia"/>
                <a:ea typeface="+mj-ea"/>
                <a:cs typeface="+mj-cs"/>
              </a:rPr>
              <a:t>مشروع الخدمات الاستشارية لبناء ودعم وحدة الإنجاز ودعم مبادرات المركز الوطني لإدارة النفايات (موان)</a:t>
            </a:r>
          </a:p>
        </p:txBody>
      </p:sp>
      <p:sp>
        <p:nvSpPr>
          <p:cNvPr id="5" name="Rectangle 4">
            <a:extLst>
              <a:ext uri="{FF2B5EF4-FFF2-40B4-BE49-F238E27FC236}">
                <a16:creationId xmlns:a16="http://schemas.microsoft.com/office/drawing/2014/main" id="{9852B62C-97C4-440B-9F8C-53CE2F59ED01}"/>
              </a:ext>
            </a:extLst>
          </p:cNvPr>
          <p:cNvSpPr/>
          <p:nvPr/>
        </p:nvSpPr>
        <p:spPr>
          <a:xfrm>
            <a:off x="0" y="5322771"/>
            <a:ext cx="12192000" cy="1174282"/>
          </a:xfrm>
          <a:prstGeom prst="rect">
            <a:avLst/>
          </a:prstGeom>
          <a:solidFill>
            <a:schemeClr val="bg1">
              <a:alpha val="4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pic>
        <p:nvPicPr>
          <p:cNvPr id="6" name="Picture 2" descr="منصة التراخيص والتصاريح | المركز الوطنى لادارة النفايات">
            <a:extLst>
              <a:ext uri="{FF2B5EF4-FFF2-40B4-BE49-F238E27FC236}">
                <a16:creationId xmlns:a16="http://schemas.microsoft.com/office/drawing/2014/main" id="{382AEDC8-6E39-47FF-857B-CCB0769C31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5444198"/>
            <a:ext cx="3144824" cy="931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98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74754" name="Object 1" hidden="1">
            <a:extLst>
              <a:ext uri="{FF2B5EF4-FFF2-40B4-BE49-F238E27FC236}">
                <a16:creationId xmlns:a16="http://schemas.microsoft.com/office/drawing/2014/main" id="{7727B9EE-6DBB-4684-BA65-A269EB2A6F19}"/>
              </a:ext>
            </a:extLst>
          </p:cNvPr>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74754" name="Object 1" hidden="1">
                        <a:extLst>
                          <a:ext uri="{FF2B5EF4-FFF2-40B4-BE49-F238E27FC236}">
                            <a16:creationId xmlns:a16="http://schemas.microsoft.com/office/drawing/2014/main" id="{7727B9EE-6DBB-4684-BA65-A269EB2A6F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8"/>
                        <a:ext cx="1587"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Rectangle 2">
            <a:extLst>
              <a:ext uri="{FF2B5EF4-FFF2-40B4-BE49-F238E27FC236}">
                <a16:creationId xmlns:a16="http://schemas.microsoft.com/office/drawing/2014/main" id="{A037C5CA-AC73-46A9-986F-FB5AF4CBB607}"/>
              </a:ext>
            </a:extLst>
          </p:cNvPr>
          <p:cNvSpPr/>
          <p:nvPr/>
        </p:nvSpPr>
        <p:spPr>
          <a:xfrm>
            <a:off x="57150" y="5611813"/>
            <a:ext cx="3144838" cy="78740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tIns="91440"/>
          <a:lstStyle/>
          <a:p>
            <a:pPr marL="0" marR="0" lvl="0" indent="0" algn="r" defTabSz="898525" rtl="1" eaLnBrk="0" fontAlgn="base" latinLnBrk="0" hangingPunct="0">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FFFFFF"/>
                </a:solidFill>
                <a:effectLst/>
                <a:uLnTx/>
                <a:uFillTx/>
                <a:latin typeface="Arial"/>
                <a:ea typeface="Calibri" panose="020F0502020204030204" pitchFamily="34" charset="0"/>
                <a:cs typeface="Arial" panose="020B0604020202020204" pitchFamily="34" charset="0"/>
              </a:rPr>
              <a:t>إستراتيجي أند السعودية</a:t>
            </a:r>
          </a:p>
          <a:p>
            <a:pPr marL="0" marR="0" lvl="0" indent="0" algn="r" defTabSz="898525" rtl="1" eaLnBrk="0" fontAlgn="base" latinLnBrk="0" hangingPunct="0">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FFFFFF"/>
                </a:solidFill>
                <a:effectLst/>
                <a:uLnTx/>
                <a:uFillTx/>
                <a:latin typeface="Arial"/>
                <a:ea typeface="Calibri" panose="020F0502020204030204" pitchFamily="34" charset="0"/>
                <a:cs typeface="Arial" panose="020B0604020202020204" pitchFamily="34" charset="0"/>
              </a:rPr>
              <a:t>الطابق الأول، وحدة رقم: ج 103، برج السلامة، شارع الأمير فيصل بن فهد، الخبر</a:t>
            </a:r>
          </a:p>
          <a:p>
            <a:pPr marL="0" marR="0" lvl="0" indent="0" algn="r" defTabSz="898525" rtl="1" eaLnBrk="0" fontAlgn="base" latinLnBrk="0" hangingPunct="0">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FFFFFF"/>
                </a:solidFill>
                <a:effectLst/>
                <a:uLnTx/>
                <a:uFillTx/>
                <a:latin typeface="Arial"/>
                <a:ea typeface="Calibri" panose="020F0502020204030204" pitchFamily="34" charset="0"/>
                <a:cs typeface="Arial" panose="020B0604020202020204" pitchFamily="34" charset="0"/>
              </a:rPr>
              <a:t>المملكة العربية السعودية</a:t>
            </a:r>
          </a:p>
        </p:txBody>
      </p:sp>
      <p:sp>
        <p:nvSpPr>
          <p:cNvPr id="12" name="Rectangle 11">
            <a:extLst>
              <a:ext uri="{FF2B5EF4-FFF2-40B4-BE49-F238E27FC236}">
                <a16:creationId xmlns:a16="http://schemas.microsoft.com/office/drawing/2014/main" id="{64E179D7-C43C-4565-ABBC-42E92C882F95}"/>
              </a:ext>
            </a:extLst>
          </p:cNvPr>
          <p:cNvSpPr/>
          <p:nvPr/>
        </p:nvSpPr>
        <p:spPr bwMode="auto">
          <a:xfrm>
            <a:off x="57150" y="287338"/>
            <a:ext cx="3316288" cy="3465512"/>
          </a:xfrm>
          <a:prstGeom prst="rect">
            <a:avLst/>
          </a:prstGeom>
          <a:noFill/>
          <a:ln>
            <a:noFill/>
          </a:ln>
        </p:spPr>
        <p:style>
          <a:lnRef idx="0">
            <a:schemeClr val="accent1"/>
          </a:lnRef>
          <a:fillRef idx="1">
            <a:schemeClr val="accent1"/>
          </a:fillRef>
          <a:effectRef idx="0">
            <a:schemeClr val="dk1"/>
          </a:effectRef>
          <a:fontRef idx="minor">
            <a:schemeClr val="lt1"/>
          </a:fontRef>
        </p:style>
        <p:txBody>
          <a:bodyPr lIns="108000" tIns="91440" rIns="72000"/>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1" strike="noStrike" kern="1200" cap="none" spc="0" normalizeH="0" noProof="0" dirty="0">
                <a:ln>
                  <a:noFill/>
                </a:ln>
                <a:solidFill>
                  <a:srgbClr val="FFFFFF"/>
                </a:solidFill>
                <a:effectLst/>
                <a:uLnTx/>
                <a:uFillTx/>
                <a:latin typeface="Arial"/>
                <a:ea typeface="+mn-ea"/>
                <a:cs typeface="+mn-cs"/>
              </a:rPr>
              <a:t>سعادة الرئيس التنفيذي الدكتور عبدالله السبيعي</a:t>
            </a:r>
            <a:r>
              <a:rPr lang="ar-SA" dirty="0">
                <a:cs typeface="Arial" charset="0"/>
              </a:rPr>
              <a:t> </a:t>
            </a:r>
            <a:br>
              <a:rPr kumimoji="0" lang="en-GB" sz="1800" b="1" i="0" u="none" strike="noStrike" kern="1200" cap="none" spc="0" normalizeH="0" baseline="0" noProof="0" dirty="0">
                <a:ln>
                  <a:noFill/>
                </a:ln>
                <a:solidFill>
                  <a:srgbClr val="FFFFFF"/>
                </a:solidFill>
                <a:effectLst/>
                <a:uLnTx/>
                <a:uFillTx/>
                <a:latin typeface="Arial"/>
                <a:ea typeface="+mn-ea"/>
                <a:cs typeface="+mn-cs"/>
              </a:rPr>
            </a:br>
            <a:endParaRPr kumimoji="0" lang="en-GB" sz="1800" b="1" i="0" u="none" strike="noStrike" kern="1200" cap="none" spc="0" normalizeH="0" baseline="0" noProof="0" dirty="0">
              <a:ln>
                <a:noFill/>
              </a:ln>
              <a:solidFill>
                <a:srgbClr val="FFFFFF"/>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srgbClr val="FFFFFF"/>
              </a:solidFill>
              <a:effectLst/>
              <a:uLnTx/>
              <a:uFillTx/>
              <a:latin typeface="Arial"/>
              <a:ea typeface="+mn-ea"/>
              <a:cs typeface="+mn-cs"/>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strike="noStrike" kern="1200" cap="none" spc="0" normalizeH="0" noProof="0" dirty="0">
                <a:ln>
                  <a:noFill/>
                </a:ln>
                <a:solidFill>
                  <a:srgbClr val="FFFFFF"/>
                </a:solidFill>
                <a:effectLst/>
                <a:uLnTx/>
                <a:uFillTx/>
                <a:latin typeface="Arial"/>
                <a:ea typeface="+mn-ea"/>
                <a:cs typeface="+mn-cs"/>
              </a:rPr>
              <a:t>المركز الوطني لإدارة النفايات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strike="noStrike" kern="1200" cap="none" spc="0" normalizeH="0" noProof="0" dirty="0">
                <a:ln>
                  <a:noFill/>
                </a:ln>
                <a:solidFill>
                  <a:srgbClr val="FFFFFF"/>
                </a:solidFill>
                <a:effectLst/>
                <a:uLnTx/>
                <a:uFillTx/>
                <a:latin typeface="Arial"/>
                <a:ea typeface="+mn-ea"/>
                <a:cs typeface="+mn-cs"/>
              </a:rPr>
              <a:t>إدارة العقود والمشتريات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strike="noStrike" kern="1200" cap="none" spc="0" normalizeH="0" noProof="0" dirty="0">
                <a:ln>
                  <a:noFill/>
                </a:ln>
                <a:solidFill>
                  <a:srgbClr val="FFFFFF"/>
                </a:solidFill>
                <a:effectLst/>
                <a:uLnTx/>
                <a:uFillTx/>
                <a:latin typeface="Arial"/>
                <a:ea typeface="+mn-ea"/>
                <a:cs typeface="+mn-cs"/>
              </a:rPr>
              <a:t>الرياض</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strike="noStrike" kern="1200" cap="none" spc="0" normalizeH="0" noProof="0" dirty="0">
                <a:ln>
                  <a:noFill/>
                </a:ln>
                <a:solidFill>
                  <a:srgbClr val="FFFFFF"/>
                </a:solidFill>
                <a:effectLst/>
                <a:uLnTx/>
                <a:uFillTx/>
                <a:latin typeface="Arial"/>
                <a:ea typeface="+mn-ea"/>
                <a:cs typeface="+mn-cs"/>
              </a:rPr>
              <a:t>المملكة العربية السعودية</a:t>
            </a:r>
          </a:p>
          <a:p>
            <a:pPr marL="0" marR="0" lvl="0" indent="0" algn="r" defTabSz="914400" rtl="1" eaLnBrk="1" fontAlgn="auto" latinLnBrk="0" hangingPunct="1">
              <a:lnSpc>
                <a:spcPct val="100000"/>
              </a:lnSpc>
              <a:spcBef>
                <a:spcPts val="3000"/>
              </a:spcBef>
              <a:spcAft>
                <a:spcPts val="0"/>
              </a:spcAft>
              <a:buClrTx/>
              <a:buSzTx/>
              <a:buFontTx/>
              <a:buNone/>
              <a:tabLst/>
              <a:defRPr/>
            </a:pPr>
            <a:r>
              <a:rPr kumimoji="0" lang="ar-SA" sz="1800" strike="noStrike" kern="1200" cap="none" spc="0" normalizeH="0" noProof="0" dirty="0">
                <a:ln>
                  <a:noFill/>
                </a:ln>
                <a:solidFill>
                  <a:srgbClr val="FFFFFF"/>
                </a:solidFill>
                <a:effectLst/>
                <a:uLnTx/>
                <a:uFillTx/>
                <a:latin typeface="Arial"/>
                <a:ea typeface="+mn-ea"/>
                <a:cs typeface="+mn-cs"/>
              </a:rPr>
              <a:t>أغسطس 2021</a:t>
            </a:r>
          </a:p>
        </p:txBody>
      </p:sp>
      <p:sp>
        <p:nvSpPr>
          <p:cNvPr id="74773" name="TextBox 26">
            <a:extLst>
              <a:ext uri="{FF2B5EF4-FFF2-40B4-BE49-F238E27FC236}">
                <a16:creationId xmlns:a16="http://schemas.microsoft.com/office/drawing/2014/main" id="{5EA7D459-5BFD-464A-B59A-2F2375268863}"/>
              </a:ext>
            </a:extLst>
          </p:cNvPr>
          <p:cNvSpPr txBox="1">
            <a:spLocks noChangeArrowheads="1"/>
          </p:cNvSpPr>
          <p:nvPr/>
        </p:nvSpPr>
        <p:spPr bwMode="auto">
          <a:xfrm>
            <a:off x="3498850" y="82550"/>
            <a:ext cx="83375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ar-SA" sz="3200" b="1" strike="noStrike" kern="1200" cap="none" spc="0" normalizeH="0" noProof="0" dirty="0">
                <a:ln>
                  <a:noFill/>
                </a:ln>
                <a:solidFill>
                  <a:srgbClr val="000000"/>
                </a:solidFill>
                <a:effectLst/>
                <a:uLnTx/>
                <a:uFillTx/>
                <a:latin typeface="Arial" panose="020B0604020202020204" pitchFamily="34" charset="0"/>
                <a:ea typeface="+mn-ea"/>
                <a:cs typeface="+mn-cs"/>
              </a:rPr>
              <a:t>وعدنا لكم</a:t>
            </a:r>
          </a:p>
        </p:txBody>
      </p:sp>
      <p:cxnSp>
        <p:nvCxnSpPr>
          <p:cNvPr id="32" name="Straight Connector 31">
            <a:extLst>
              <a:ext uri="{FF2B5EF4-FFF2-40B4-BE49-F238E27FC236}">
                <a16:creationId xmlns:a16="http://schemas.microsoft.com/office/drawing/2014/main" id="{C2D22AB3-A1F1-42EC-8FC8-2EBB1E15424B}"/>
              </a:ext>
            </a:extLst>
          </p:cNvPr>
          <p:cNvCxnSpPr/>
          <p:nvPr/>
        </p:nvCxnSpPr>
        <p:spPr bwMode="auto">
          <a:xfrm flipV="1">
            <a:off x="112712" y="1068572"/>
            <a:ext cx="3209925" cy="0"/>
          </a:xfrm>
          <a:prstGeom prst="line">
            <a:avLst/>
          </a:prstGeom>
          <a:ln w="15875">
            <a:solidFill>
              <a:schemeClr val="bg1">
                <a:lumMod val="8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0" name="Slide Number Placeholder 5">
            <a:extLst>
              <a:ext uri="{FF2B5EF4-FFF2-40B4-BE49-F238E27FC236}">
                <a16:creationId xmlns:a16="http://schemas.microsoft.com/office/drawing/2014/main" id="{69F1AE17-CBAE-436B-86C9-E55857D15F62}"/>
              </a:ext>
            </a:extLst>
          </p:cNvPr>
          <p:cNvSpPr txBox="1">
            <a:spLocks/>
          </p:cNvSpPr>
          <p:nvPr/>
        </p:nvSpPr>
        <p:spPr>
          <a:xfrm>
            <a:off x="9983788" y="6492875"/>
            <a:ext cx="1765300" cy="136525"/>
          </a:xfrm>
          <a:prstGeom prst="rect">
            <a:avLst/>
          </a:prstGeom>
        </p:spPr>
        <p:txBody>
          <a:bodyPr vert="horz" lIns="0" tIns="0" rIns="0" bIns="0" rtlCol="0" anchor="ctr"/>
          <a:lstStyle>
            <a:defPPr>
              <a:defRPr lang="en-US"/>
            </a:defPPr>
            <a:lvl1pPr marR="0" lvl="0" indent="0" algn="r" defTabSz="898798" fontAlgn="auto">
              <a:lnSpc>
                <a:spcPct val="100000"/>
              </a:lnSpc>
              <a:spcBef>
                <a:spcPts val="0"/>
              </a:spcBef>
              <a:spcAft>
                <a:spcPts val="0"/>
              </a:spcAft>
              <a:buClrTx/>
              <a:buSzTx/>
              <a:buFontTx/>
              <a:buNone/>
              <a:tabLst/>
              <a:defRPr kumimoji="0" lang="en-GB" sz="750" b="0" i="0" u="none" strike="noStrike" cap="none" spc="0" normalizeH="0" baseline="0">
                <a:ln>
                  <a:noFill/>
                </a:ln>
                <a:solidFill>
                  <a:srgbClr val="000000"/>
                </a:solidFill>
                <a:effectLst/>
                <a:uLnTx/>
                <a:uFillTx/>
                <a:latin typeface="Arial"/>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1"/>
            <a:r>
              <a:rPr lang="ar-SA" dirty="0">
                <a:cs typeface="Arial" charset="0"/>
              </a:rPr>
              <a:t>2</a:t>
            </a:r>
          </a:p>
        </p:txBody>
      </p:sp>
      <p:sp>
        <p:nvSpPr>
          <p:cNvPr id="36" name="Google Shape;1049;p2">
            <a:extLst>
              <a:ext uri="{FF2B5EF4-FFF2-40B4-BE49-F238E27FC236}">
                <a16:creationId xmlns:a16="http://schemas.microsoft.com/office/drawing/2014/main" id="{BBEFA913-7E4A-4370-BEF6-5921369B1470}"/>
              </a:ext>
            </a:extLst>
          </p:cNvPr>
          <p:cNvSpPr txBox="1"/>
          <p:nvPr/>
        </p:nvSpPr>
        <p:spPr>
          <a:xfrm>
            <a:off x="3571984" y="2470149"/>
            <a:ext cx="1530665" cy="1570038"/>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rgbClr val="000000"/>
              </a:buClr>
              <a:buSzPts val="9600"/>
              <a:buFont typeface="Arial"/>
              <a:buNone/>
            </a:pPr>
            <a:r>
              <a:rPr lang="ar-SA" sz="9600" b="1" strike="noStrike" cap="none" dirty="0">
                <a:solidFill>
                  <a:srgbClr val="000000"/>
                </a:solidFill>
                <a:latin typeface="Arial"/>
                <a:ea typeface="Arial"/>
                <a:cs typeface="Arial"/>
                <a:sym typeface="Arial"/>
              </a:rPr>
              <a:t>"</a:t>
            </a:r>
          </a:p>
        </p:txBody>
      </p:sp>
      <p:sp>
        <p:nvSpPr>
          <p:cNvPr id="37" name="Google Shape;1050;p2">
            <a:extLst>
              <a:ext uri="{FF2B5EF4-FFF2-40B4-BE49-F238E27FC236}">
                <a16:creationId xmlns:a16="http://schemas.microsoft.com/office/drawing/2014/main" id="{B4022231-FC24-4196-B2C4-7A4ABC3BA2F4}"/>
              </a:ext>
            </a:extLst>
          </p:cNvPr>
          <p:cNvSpPr/>
          <p:nvPr/>
        </p:nvSpPr>
        <p:spPr>
          <a:xfrm>
            <a:off x="3565525" y="1633537"/>
            <a:ext cx="2100305" cy="1117600"/>
          </a:xfrm>
          <a:custGeom>
            <a:avLst/>
            <a:gdLst/>
            <a:ahLst/>
            <a:cxnLst/>
            <a:rect l="l" t="t" r="r" b="b"/>
            <a:pathLst>
              <a:path w="1515" h="656" extrusionOk="0">
                <a:moveTo>
                  <a:pt x="1515" y="0"/>
                </a:moveTo>
                <a:lnTo>
                  <a:pt x="653" y="0"/>
                </a:lnTo>
                <a:lnTo>
                  <a:pt x="0" y="656"/>
                </a:lnTo>
              </a:path>
            </a:pathLst>
          </a:custGeom>
          <a:noFill/>
          <a:ln w="254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900"/>
              <a:buFont typeface="Arial"/>
              <a:buNone/>
            </a:pPr>
            <a:endParaRPr sz="900" b="0" i="0" u="none" strike="noStrike" cap="none" dirty="0">
              <a:solidFill>
                <a:srgbClr val="000000"/>
              </a:solidFill>
              <a:latin typeface="Arial"/>
              <a:ea typeface="Arial"/>
              <a:cs typeface="Arial"/>
              <a:sym typeface="Arial"/>
            </a:endParaRPr>
          </a:p>
        </p:txBody>
      </p:sp>
      <p:sp>
        <p:nvSpPr>
          <p:cNvPr id="38" name="Google Shape;1051;p2">
            <a:extLst>
              <a:ext uri="{FF2B5EF4-FFF2-40B4-BE49-F238E27FC236}">
                <a16:creationId xmlns:a16="http://schemas.microsoft.com/office/drawing/2014/main" id="{994F4BCC-85BC-41CA-BF53-4D80EB417A10}"/>
              </a:ext>
            </a:extLst>
          </p:cNvPr>
          <p:cNvSpPr/>
          <p:nvPr/>
        </p:nvSpPr>
        <p:spPr>
          <a:xfrm>
            <a:off x="3565526" y="5525012"/>
            <a:ext cx="2100305" cy="1116012"/>
          </a:xfrm>
          <a:custGeom>
            <a:avLst/>
            <a:gdLst/>
            <a:ahLst/>
            <a:cxnLst/>
            <a:rect l="l" t="t" r="r" b="b"/>
            <a:pathLst>
              <a:path w="1515" h="655" extrusionOk="0">
                <a:moveTo>
                  <a:pt x="0" y="655"/>
                </a:moveTo>
                <a:lnTo>
                  <a:pt x="862" y="655"/>
                </a:lnTo>
                <a:lnTo>
                  <a:pt x="1515" y="0"/>
                </a:lnTo>
              </a:path>
            </a:pathLst>
          </a:cu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39" name="Google Shape;1052;p2">
            <a:extLst>
              <a:ext uri="{FF2B5EF4-FFF2-40B4-BE49-F238E27FC236}">
                <a16:creationId xmlns:a16="http://schemas.microsoft.com/office/drawing/2014/main" id="{0D113B74-FC1D-4825-A7B5-FCE1687A72AC}"/>
              </a:ext>
            </a:extLst>
          </p:cNvPr>
          <p:cNvSpPr txBox="1"/>
          <p:nvPr/>
        </p:nvSpPr>
        <p:spPr>
          <a:xfrm>
            <a:off x="3569842" y="5143597"/>
            <a:ext cx="1674044" cy="1617160"/>
          </a:xfrm>
          <a:prstGeom prst="rect">
            <a:avLst/>
          </a:prstGeom>
          <a:noFill/>
          <a:ln>
            <a:noFill/>
          </a:ln>
        </p:spPr>
        <p:txBody>
          <a:bodyPr spcFirstLastPara="1" wrap="square" lIns="0" tIns="0" rIns="0" bIns="108000" anchor="t" anchorCtr="0">
            <a:spAutoFit/>
          </a:bodyPr>
          <a:lstStyle/>
          <a:p>
            <a:pPr marL="0" marR="0" lvl="0" indent="0" algn="r" rtl="1">
              <a:lnSpc>
                <a:spcPct val="100000"/>
              </a:lnSpc>
              <a:spcBef>
                <a:spcPts val="0"/>
              </a:spcBef>
              <a:spcAft>
                <a:spcPts val="0"/>
              </a:spcAft>
              <a:buClr>
                <a:srgbClr val="000000"/>
              </a:buClr>
              <a:buSzPts val="1600"/>
              <a:buFont typeface="Arial"/>
              <a:buNone/>
            </a:pPr>
            <a:r>
              <a:rPr lang="ar-SA" sz="1400" strike="noStrike" cap="none" dirty="0">
                <a:solidFill>
                  <a:srgbClr val="000000"/>
                </a:solidFill>
                <a:latin typeface="Arial"/>
                <a:ea typeface="Arial"/>
                <a:cs typeface="Arial"/>
                <a:sym typeface="Arial"/>
              </a:rPr>
              <a:t>د. شهاب البرعي</a:t>
            </a:r>
          </a:p>
          <a:p>
            <a:pPr marL="0" marR="0" lvl="0" indent="0" algn="r" rtl="1">
              <a:lnSpc>
                <a:spcPct val="100000"/>
              </a:lnSpc>
              <a:spcBef>
                <a:spcPts val="0"/>
              </a:spcBef>
              <a:spcAft>
                <a:spcPts val="0"/>
              </a:spcAft>
              <a:buClr>
                <a:srgbClr val="000000"/>
              </a:buClr>
              <a:buSzPts val="1600"/>
              <a:buFont typeface="Arial"/>
              <a:buNone/>
            </a:pPr>
            <a:r>
              <a:rPr lang="ar-SA" sz="1400" b="1" strike="noStrike" cap="none" dirty="0">
                <a:solidFill>
                  <a:srgbClr val="000000"/>
                </a:solidFill>
                <a:latin typeface="Arial"/>
                <a:ea typeface="Arial"/>
                <a:cs typeface="Arial"/>
                <a:sym typeface="Arial"/>
              </a:rPr>
              <a:t>شريك وقائد منصة القطاعات المشتركة للاستدامة والبيئة - إستراتيجي أند</a:t>
            </a:r>
          </a:p>
        </p:txBody>
      </p:sp>
      <p:sp>
        <p:nvSpPr>
          <p:cNvPr id="40" name="Google Shape;1053;p2">
            <a:extLst>
              <a:ext uri="{FF2B5EF4-FFF2-40B4-BE49-F238E27FC236}">
                <a16:creationId xmlns:a16="http://schemas.microsoft.com/office/drawing/2014/main" id="{EDCF9EC9-32F7-4A14-88DD-9ABD9BB0CA88}"/>
              </a:ext>
            </a:extLst>
          </p:cNvPr>
          <p:cNvSpPr txBox="1"/>
          <p:nvPr/>
        </p:nvSpPr>
        <p:spPr>
          <a:xfrm>
            <a:off x="3608152" y="3265487"/>
            <a:ext cx="2196976" cy="1627328"/>
          </a:xfrm>
          <a:prstGeom prst="rect">
            <a:avLst/>
          </a:prstGeom>
          <a:noFill/>
          <a:ln>
            <a:noFill/>
          </a:ln>
        </p:spPr>
        <p:txBody>
          <a:bodyPr spcFirstLastPara="1" wrap="square" lIns="0" tIns="45700" rIns="0" bIns="45700" anchor="t" anchorCtr="0">
            <a:spAutoFit/>
          </a:bodyPr>
          <a:lstStyle/>
          <a:p>
            <a:pPr marL="0" marR="0" lvl="0" indent="0" algn="r" rtl="1">
              <a:lnSpc>
                <a:spcPct val="95000"/>
              </a:lnSpc>
              <a:spcBef>
                <a:spcPts val="0"/>
              </a:spcBef>
              <a:spcAft>
                <a:spcPts val="0"/>
              </a:spcAft>
              <a:buClr>
                <a:schemeClr val="dk1"/>
              </a:buClr>
              <a:buSzPts val="1100"/>
              <a:buFont typeface="Arial"/>
              <a:buNone/>
            </a:pPr>
            <a:r>
              <a:rPr lang="ar-SA" sz="1500" strike="noStrike" cap="none" dirty="0">
                <a:solidFill>
                  <a:schemeClr val="dk1"/>
                </a:solidFill>
                <a:latin typeface="Arial"/>
                <a:ea typeface="Arial"/>
                <a:cs typeface="Arial"/>
                <a:sym typeface="Arial"/>
              </a:rPr>
              <a:t>يطيب لنا العمل والتعاون مع المركز الوطني لإدارة النفايات وسنبذل قصارى جهدنا لمساعدته في تنفيذ تطلعاته فيما يخص الأولويات والمشاريع الاستراتيجية، وسنوظف خبراتنا وفهمنا العميق لمنظومة إدارة النفايات في المملكة في سبيل تحقيق تلك التطلعات"</a:t>
            </a:r>
          </a:p>
        </p:txBody>
      </p:sp>
      <p:pic>
        <p:nvPicPr>
          <p:cNvPr id="41" name="Google Shape;1054;p2">
            <a:extLst>
              <a:ext uri="{FF2B5EF4-FFF2-40B4-BE49-F238E27FC236}">
                <a16:creationId xmlns:a16="http://schemas.microsoft.com/office/drawing/2014/main" id="{43BB1341-E3A7-458F-97C8-8A09DFA8FD1B}"/>
              </a:ext>
            </a:extLst>
          </p:cNvPr>
          <p:cNvPicPr preferRelativeResize="0">
            <a:picLocks noChangeAspect="1"/>
          </p:cNvPicPr>
          <p:nvPr/>
        </p:nvPicPr>
        <p:blipFill rotWithShape="1">
          <a:blip r:embed="rId6">
            <a:alphaModFix/>
          </a:blip>
          <a:srcRect l="22764" t="6537" r="30349" b="27924"/>
          <a:stretch/>
        </p:blipFill>
        <p:spPr>
          <a:xfrm>
            <a:off x="4486947" y="693354"/>
            <a:ext cx="2103120" cy="1975003"/>
          </a:xfrm>
          <a:custGeom>
            <a:avLst/>
            <a:gdLst/>
            <a:ahLst/>
            <a:cxnLst/>
            <a:rect l="l" t="t" r="r" b="b"/>
            <a:pathLst>
              <a:path w="1819254" h="1669560" extrusionOk="0">
                <a:moveTo>
                  <a:pt x="783534" y="0"/>
                </a:moveTo>
                <a:lnTo>
                  <a:pt x="1819254" y="0"/>
                </a:lnTo>
                <a:lnTo>
                  <a:pt x="1819254" y="879958"/>
                </a:lnTo>
                <a:lnTo>
                  <a:pt x="1035047" y="1669560"/>
                </a:lnTo>
                <a:lnTo>
                  <a:pt x="0" y="1669560"/>
                </a:lnTo>
                <a:lnTo>
                  <a:pt x="0" y="788254"/>
                </a:lnTo>
                <a:close/>
              </a:path>
            </a:pathLst>
          </a:custGeom>
          <a:noFill/>
          <a:ln w="19050" cap="flat" cmpd="sng">
            <a:solidFill>
              <a:srgbClr val="BFBFBF"/>
            </a:solidFill>
            <a:prstDash val="solid"/>
            <a:round/>
            <a:headEnd type="none" w="sm" len="sm"/>
            <a:tailEnd type="none" w="sm" len="sm"/>
          </a:ln>
        </p:spPr>
      </p:pic>
      <p:sp>
        <p:nvSpPr>
          <p:cNvPr id="43" name="Google Shape;1056;p2">
            <a:extLst>
              <a:ext uri="{FF2B5EF4-FFF2-40B4-BE49-F238E27FC236}">
                <a16:creationId xmlns:a16="http://schemas.microsoft.com/office/drawing/2014/main" id="{427984B6-10D5-417A-88F3-33CDB0BC4A78}"/>
              </a:ext>
            </a:extLst>
          </p:cNvPr>
          <p:cNvSpPr txBox="1"/>
          <p:nvPr/>
        </p:nvSpPr>
        <p:spPr>
          <a:xfrm>
            <a:off x="8486489" y="5359041"/>
            <a:ext cx="1840616" cy="755385"/>
          </a:xfrm>
          <a:prstGeom prst="rect">
            <a:avLst/>
          </a:prstGeom>
          <a:noFill/>
          <a:ln>
            <a:noFill/>
          </a:ln>
        </p:spPr>
        <p:txBody>
          <a:bodyPr spcFirstLastPara="1" wrap="square" lIns="0" tIns="0" rIns="0" bIns="108000" anchor="t" anchorCtr="0">
            <a:spAutoFit/>
          </a:bodyPr>
          <a:lstStyle/>
          <a:p>
            <a:pPr marL="0" marR="0" lvl="0" indent="0" algn="r" rtl="1">
              <a:lnSpc>
                <a:spcPct val="100000"/>
              </a:lnSpc>
              <a:spcBef>
                <a:spcPts val="0"/>
              </a:spcBef>
              <a:spcAft>
                <a:spcPts val="0"/>
              </a:spcAft>
              <a:buClr>
                <a:srgbClr val="000000"/>
              </a:buClr>
              <a:buSzPts val="1600"/>
              <a:buFont typeface="Arial"/>
              <a:buNone/>
            </a:pPr>
            <a:r>
              <a:rPr lang="ar-SA" sz="1400" strike="noStrike" cap="none" dirty="0">
                <a:solidFill>
                  <a:srgbClr val="000000"/>
                </a:solidFill>
                <a:latin typeface="Arial"/>
                <a:ea typeface="Arial"/>
                <a:cs typeface="Arial"/>
                <a:sym typeface="Arial"/>
              </a:rPr>
              <a:t>رمزي حاج</a:t>
            </a:r>
          </a:p>
          <a:p>
            <a:pPr marL="0" marR="0" lvl="0" indent="0" algn="r" defTabSz="914400" rtl="1" eaLnBrk="1" fontAlgn="base" latinLnBrk="0" hangingPunct="1">
              <a:lnSpc>
                <a:spcPct val="100000"/>
              </a:lnSpc>
              <a:spcBef>
                <a:spcPct val="0"/>
              </a:spcBef>
              <a:spcAft>
                <a:spcPct val="0"/>
              </a:spcAft>
              <a:buClrTx/>
              <a:buSzTx/>
              <a:buFontTx/>
              <a:buNone/>
              <a:tabLst/>
              <a:defRPr/>
            </a:pPr>
            <a:r>
              <a:rPr lang="ar-SA" sz="1400" b="1" i="0" dirty="0">
                <a:solidFill>
                  <a:srgbClr val="000000"/>
                </a:solidFill>
                <a:effectLst/>
                <a:latin typeface="Pangram"/>
              </a:rPr>
              <a:t>شريك، منصة الاستدامة والبيئة </a:t>
            </a:r>
            <a:r>
              <a:rPr lang="ar-SA" sz="1400" b="1" dirty="0">
                <a:solidFill>
                  <a:srgbClr val="000000"/>
                </a:solidFill>
                <a:cs typeface="Arial" charset="0"/>
              </a:rPr>
              <a:t>والبيئة - </a:t>
            </a:r>
            <a:r>
              <a:rPr kumimoji="0" lang="ar-SA" sz="1400" b="1" strike="noStrike" kern="1200" cap="none" spc="0" normalizeH="0" noProof="0" dirty="0">
                <a:ln>
                  <a:noFill/>
                </a:ln>
                <a:solidFill>
                  <a:srgbClr val="000000"/>
                </a:solidFill>
                <a:effectLst/>
                <a:uLnTx/>
                <a:uFillTx/>
                <a:latin typeface="Arial" panose="020B0604020202020204" pitchFamily="34" charset="0"/>
                <a:ea typeface="+mn-ea"/>
                <a:cs typeface="+mn-cs"/>
              </a:rPr>
              <a:t>إستراتيجي أند</a:t>
            </a:r>
          </a:p>
        </p:txBody>
      </p:sp>
      <p:sp>
        <p:nvSpPr>
          <p:cNvPr id="44" name="Google Shape;1057;p2">
            <a:extLst>
              <a:ext uri="{FF2B5EF4-FFF2-40B4-BE49-F238E27FC236}">
                <a16:creationId xmlns:a16="http://schemas.microsoft.com/office/drawing/2014/main" id="{602E1FC7-8EAE-48D9-A376-F239EC2952AE}"/>
              </a:ext>
            </a:extLst>
          </p:cNvPr>
          <p:cNvSpPr txBox="1"/>
          <p:nvPr/>
        </p:nvSpPr>
        <p:spPr>
          <a:xfrm>
            <a:off x="6025107" y="2479887"/>
            <a:ext cx="1503485" cy="158831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rgbClr val="000000"/>
              </a:buClr>
              <a:buSzPts val="9600"/>
              <a:buFont typeface="Arial"/>
              <a:buNone/>
            </a:pPr>
            <a:r>
              <a:rPr lang="ar-SA" sz="9600" b="1" strike="noStrike" cap="none" dirty="0">
                <a:solidFill>
                  <a:srgbClr val="000000"/>
                </a:solidFill>
                <a:latin typeface="Arial"/>
                <a:ea typeface="Arial"/>
                <a:cs typeface="Arial"/>
                <a:sym typeface="Arial"/>
              </a:rPr>
              <a:t>"</a:t>
            </a:r>
          </a:p>
        </p:txBody>
      </p:sp>
      <p:sp>
        <p:nvSpPr>
          <p:cNvPr id="45" name="Google Shape;1058;p2">
            <a:extLst>
              <a:ext uri="{FF2B5EF4-FFF2-40B4-BE49-F238E27FC236}">
                <a16:creationId xmlns:a16="http://schemas.microsoft.com/office/drawing/2014/main" id="{EF9FBCF0-9374-4CD2-A4E0-30B10C2149B8}"/>
              </a:ext>
            </a:extLst>
          </p:cNvPr>
          <p:cNvSpPr txBox="1"/>
          <p:nvPr/>
        </p:nvSpPr>
        <p:spPr>
          <a:xfrm>
            <a:off x="8514000" y="3284484"/>
            <a:ext cx="2196978" cy="1627328"/>
          </a:xfrm>
          <a:prstGeom prst="rect">
            <a:avLst/>
          </a:prstGeom>
          <a:noFill/>
          <a:ln>
            <a:noFill/>
          </a:ln>
        </p:spPr>
        <p:txBody>
          <a:bodyPr spcFirstLastPara="1" wrap="square" lIns="0" tIns="45700" rIns="0" bIns="45700" anchor="t" anchorCtr="0">
            <a:spAutoFit/>
          </a:bodyPr>
          <a:lstStyle/>
          <a:p>
            <a:pPr marL="0" marR="0" lvl="0" indent="0" algn="r" rtl="1">
              <a:lnSpc>
                <a:spcPct val="95000"/>
              </a:lnSpc>
              <a:spcBef>
                <a:spcPts val="0"/>
              </a:spcBef>
              <a:spcAft>
                <a:spcPts val="0"/>
              </a:spcAft>
              <a:buNone/>
            </a:pPr>
            <a:r>
              <a:rPr lang="ar-SA" sz="1500" strike="noStrike" cap="none" dirty="0">
                <a:solidFill>
                  <a:schemeClr val="dk1"/>
                </a:solidFill>
                <a:latin typeface="Arial"/>
                <a:ea typeface="Arial"/>
                <a:cs typeface="Arial"/>
                <a:sym typeface="Arial"/>
              </a:rPr>
              <a:t>نمتلك خبرات واسعة وسجلًا حافلًا في تقديم الدعم الاستشاري الاستراتيجي الشامل للجهات الحكومية الرئيسية في المملكة، وسنوظف كل هذه الخبرات لضمان التميز في تنفيذ المشروع"</a:t>
            </a:r>
          </a:p>
        </p:txBody>
      </p:sp>
      <p:sp>
        <p:nvSpPr>
          <p:cNvPr id="46" name="Google Shape;1059;p2">
            <a:extLst>
              <a:ext uri="{FF2B5EF4-FFF2-40B4-BE49-F238E27FC236}">
                <a16:creationId xmlns:a16="http://schemas.microsoft.com/office/drawing/2014/main" id="{025B3F5A-23E0-480C-AB56-0F9A30A26904}"/>
              </a:ext>
            </a:extLst>
          </p:cNvPr>
          <p:cNvSpPr/>
          <p:nvPr/>
        </p:nvSpPr>
        <p:spPr>
          <a:xfrm>
            <a:off x="6017490" y="1633537"/>
            <a:ext cx="2064753" cy="1130611"/>
          </a:xfrm>
          <a:custGeom>
            <a:avLst/>
            <a:gdLst/>
            <a:ahLst/>
            <a:cxnLst/>
            <a:rect l="l" t="t" r="r" b="b"/>
            <a:pathLst>
              <a:path w="1515" h="656" extrusionOk="0">
                <a:moveTo>
                  <a:pt x="1515" y="0"/>
                </a:moveTo>
                <a:lnTo>
                  <a:pt x="653" y="0"/>
                </a:lnTo>
                <a:lnTo>
                  <a:pt x="0" y="656"/>
                </a:lnTo>
              </a:path>
            </a:pathLst>
          </a:custGeom>
          <a:noFill/>
          <a:ln w="254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900"/>
              <a:buFont typeface="Arial"/>
              <a:buNone/>
            </a:pPr>
            <a:endParaRPr sz="900" b="0" i="0" u="none" strike="noStrike" cap="none" dirty="0">
              <a:solidFill>
                <a:srgbClr val="000000"/>
              </a:solidFill>
              <a:latin typeface="Arial"/>
              <a:ea typeface="Arial"/>
              <a:cs typeface="Arial"/>
              <a:sym typeface="Arial"/>
            </a:endParaRPr>
          </a:p>
        </p:txBody>
      </p:sp>
      <p:sp>
        <p:nvSpPr>
          <p:cNvPr id="47" name="Google Shape;1060;p2">
            <a:extLst>
              <a:ext uri="{FF2B5EF4-FFF2-40B4-BE49-F238E27FC236}">
                <a16:creationId xmlns:a16="http://schemas.microsoft.com/office/drawing/2014/main" id="{29646519-A9EB-440E-B724-50427D400876}"/>
              </a:ext>
            </a:extLst>
          </p:cNvPr>
          <p:cNvSpPr/>
          <p:nvPr/>
        </p:nvSpPr>
        <p:spPr>
          <a:xfrm>
            <a:off x="6021941" y="5570311"/>
            <a:ext cx="2064753" cy="1129003"/>
          </a:xfrm>
          <a:custGeom>
            <a:avLst/>
            <a:gdLst/>
            <a:ahLst/>
            <a:cxnLst/>
            <a:rect l="l" t="t" r="r" b="b"/>
            <a:pathLst>
              <a:path w="1515" h="655" extrusionOk="0">
                <a:moveTo>
                  <a:pt x="0" y="655"/>
                </a:moveTo>
                <a:lnTo>
                  <a:pt x="862" y="655"/>
                </a:lnTo>
                <a:lnTo>
                  <a:pt x="1515" y="0"/>
                </a:lnTo>
              </a:path>
            </a:pathLst>
          </a:cu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25" name="Google Shape;1056;p2">
            <a:extLst>
              <a:ext uri="{FF2B5EF4-FFF2-40B4-BE49-F238E27FC236}">
                <a16:creationId xmlns:a16="http://schemas.microsoft.com/office/drawing/2014/main" id="{6FB4BEE6-2B3A-9BED-0F27-0B54538D9988}"/>
              </a:ext>
            </a:extLst>
          </p:cNvPr>
          <p:cNvSpPr txBox="1"/>
          <p:nvPr/>
        </p:nvSpPr>
        <p:spPr>
          <a:xfrm>
            <a:off x="6033150" y="5359041"/>
            <a:ext cx="1840616" cy="970829"/>
          </a:xfrm>
          <a:prstGeom prst="rect">
            <a:avLst/>
          </a:prstGeom>
          <a:noFill/>
          <a:ln>
            <a:noFill/>
          </a:ln>
        </p:spPr>
        <p:txBody>
          <a:bodyPr spcFirstLastPara="1" wrap="square" lIns="0" tIns="0" rIns="0" bIns="108000" anchor="t" anchorCtr="0">
            <a:spAutoFit/>
          </a:body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mn-cs"/>
              </a:rPr>
              <a:t>جورجيو بيسكارديني</a:t>
            </a:r>
          </a:p>
          <a:p>
            <a:pPr marL="0" marR="0" lvl="0" indent="0" algn="r" defTabSz="914400" rtl="1" eaLnBrk="1" fontAlgn="base" latinLnBrk="0" hangingPunct="1">
              <a:lnSpc>
                <a:spcPct val="100000"/>
              </a:lnSpc>
              <a:spcBef>
                <a:spcPct val="0"/>
              </a:spcBef>
              <a:spcAft>
                <a:spcPct val="0"/>
              </a:spcAft>
              <a:buClrTx/>
              <a:buSzTx/>
              <a:buFontTx/>
              <a:buNone/>
              <a:tabLst/>
              <a:defRPr/>
            </a:pPr>
            <a:r>
              <a:rPr lang="ar-SA" sz="1400" b="1" i="0" dirty="0">
                <a:solidFill>
                  <a:srgbClr val="000000"/>
                </a:solidFill>
                <a:effectLst/>
                <a:latin typeface="Pangram"/>
              </a:rPr>
              <a:t>شريك وقائد منصة تطوير الاستدامة والاقتصاد الدائري -</a:t>
            </a:r>
            <a:endPar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mn-cs"/>
            </a:endParaRPr>
          </a:p>
          <a:p>
            <a:pPr marL="0" marR="0" lvl="0" indent="0" algn="r" defTabSz="914400" rtl="1" eaLnBrk="1" fontAlgn="base" latinLnBrk="0" hangingPunct="1">
              <a:lnSpc>
                <a:spcPct val="100000"/>
              </a:lnSpc>
              <a:spcBef>
                <a:spcPct val="0"/>
              </a:spcBef>
              <a:spcAft>
                <a:spcPct val="0"/>
              </a:spcAft>
              <a:buClrTx/>
              <a:buSzTx/>
              <a:buFontTx/>
              <a:buNone/>
              <a:tabLst/>
              <a:defRPr/>
            </a:pPr>
            <a:r>
              <a:rPr kumimoji="0" lang="ar-SA" sz="1400" b="1" strike="noStrike" kern="1200" cap="none" spc="0" normalizeH="0" noProof="0" dirty="0">
                <a:ln>
                  <a:noFill/>
                </a:ln>
                <a:solidFill>
                  <a:srgbClr val="000000"/>
                </a:solidFill>
                <a:effectLst/>
                <a:uLnTx/>
                <a:uFillTx/>
                <a:latin typeface="Arial" panose="020B0604020202020204" pitchFamily="34" charset="0"/>
                <a:ea typeface="+mn-ea"/>
                <a:cs typeface="+mn-cs"/>
              </a:rPr>
              <a:t>إستراتيجي أند</a:t>
            </a:r>
          </a:p>
        </p:txBody>
      </p:sp>
      <p:sp>
        <p:nvSpPr>
          <p:cNvPr id="26" name="Google Shape;1057;p2">
            <a:extLst>
              <a:ext uri="{FF2B5EF4-FFF2-40B4-BE49-F238E27FC236}">
                <a16:creationId xmlns:a16="http://schemas.microsoft.com/office/drawing/2014/main" id="{F46ED7CA-1993-F5FD-D273-4A6AB413AF4E}"/>
              </a:ext>
            </a:extLst>
          </p:cNvPr>
          <p:cNvSpPr txBox="1"/>
          <p:nvPr/>
        </p:nvSpPr>
        <p:spPr>
          <a:xfrm>
            <a:off x="8478446" y="2479887"/>
            <a:ext cx="1503485" cy="1588314"/>
          </a:xfrm>
          <a:prstGeom prst="rect">
            <a:avLst/>
          </a:prstGeom>
          <a:noFill/>
          <a:ln>
            <a:noFill/>
          </a:ln>
        </p:spPr>
        <p:txBody>
          <a:bodyPr spcFirstLastPara="1" wrap="square" lIns="91425" tIns="45700" rIns="91425" bIns="45700" anchor="t" anchorCtr="0">
            <a:spAutoFit/>
          </a:bodyPr>
          <a:lstStyle/>
          <a:p>
            <a:pPr marL="0" marR="0" lvl="0" indent="0" algn="r" rtl="1">
              <a:lnSpc>
                <a:spcPct val="100000"/>
              </a:lnSpc>
              <a:spcBef>
                <a:spcPts val="0"/>
              </a:spcBef>
              <a:spcAft>
                <a:spcPts val="0"/>
              </a:spcAft>
              <a:buClr>
                <a:srgbClr val="000000"/>
              </a:buClr>
              <a:buSzPts val="9600"/>
              <a:buFont typeface="Arial"/>
              <a:buNone/>
            </a:pPr>
            <a:r>
              <a:rPr lang="ar-SA" sz="9600" b="1" strike="noStrike" cap="none" dirty="0">
                <a:solidFill>
                  <a:srgbClr val="000000"/>
                </a:solidFill>
                <a:latin typeface="Arial"/>
                <a:ea typeface="Arial"/>
                <a:cs typeface="Arial"/>
                <a:sym typeface="Arial"/>
              </a:rPr>
              <a:t>"</a:t>
            </a:r>
          </a:p>
        </p:txBody>
      </p:sp>
      <p:sp>
        <p:nvSpPr>
          <p:cNvPr id="27" name="Google Shape;1058;p2">
            <a:extLst>
              <a:ext uri="{FF2B5EF4-FFF2-40B4-BE49-F238E27FC236}">
                <a16:creationId xmlns:a16="http://schemas.microsoft.com/office/drawing/2014/main" id="{661C6C65-3FEE-D008-85AB-5B09048E92B4}"/>
              </a:ext>
            </a:extLst>
          </p:cNvPr>
          <p:cNvSpPr txBox="1"/>
          <p:nvPr/>
        </p:nvSpPr>
        <p:spPr>
          <a:xfrm>
            <a:off x="6060661" y="3284484"/>
            <a:ext cx="2196978" cy="1495754"/>
          </a:xfrm>
          <a:prstGeom prst="rect">
            <a:avLst/>
          </a:prstGeom>
          <a:noFill/>
          <a:ln>
            <a:noFill/>
          </a:ln>
        </p:spPr>
        <p:txBody>
          <a:bodyPr spcFirstLastPara="1" wrap="square" lIns="0" tIns="45700" rIns="0" bIns="45700" anchor="t" anchorCtr="0">
            <a:spAutoFit/>
          </a:bodyPr>
          <a:lstStyle/>
          <a:p>
            <a:pPr marL="0" marR="0" lvl="0" indent="0" algn="r" defTabSz="914400" rtl="1" eaLnBrk="1" fontAlgn="base" latinLnBrk="0" hangingPunct="1">
              <a:lnSpc>
                <a:spcPct val="95000"/>
              </a:lnSpc>
              <a:spcBef>
                <a:spcPct val="0"/>
              </a:spcBef>
              <a:spcAft>
                <a:spcPct val="0"/>
              </a:spcAft>
              <a:buClrTx/>
              <a:buSzTx/>
              <a:buFontTx/>
              <a:buNone/>
              <a:tabLst/>
              <a:defRPr/>
            </a:pPr>
            <a:r>
              <a:rPr kumimoji="0" lang="ar-SA" sz="1600" strike="noStrike" kern="1200" cap="none" spc="0" normalizeH="0" noProof="0" dirty="0">
                <a:ln>
                  <a:noFill/>
                </a:ln>
                <a:solidFill>
                  <a:srgbClr val="000000"/>
                </a:solidFill>
                <a:effectLst/>
                <a:uLnTx/>
                <a:uFillTx/>
                <a:latin typeface="Arial" panose="020B0604020202020204" pitchFamily="34" charset="0"/>
                <a:ea typeface="+mn-ea"/>
                <a:cs typeface="+mn-cs"/>
              </a:rPr>
              <a:t>سنطبق ممارسات تم اختبارها عالميًا لبناء الوحدة المطلوبة بحيث تكون الأفضل والأقدر على أداء المهام المنوطة بها بعد تأهيل كوادرها وتجهيزها بالقدرات اللازمة"</a:t>
            </a:r>
          </a:p>
        </p:txBody>
      </p:sp>
      <p:sp>
        <p:nvSpPr>
          <p:cNvPr id="28" name="Google Shape;1059;p2">
            <a:extLst>
              <a:ext uri="{FF2B5EF4-FFF2-40B4-BE49-F238E27FC236}">
                <a16:creationId xmlns:a16="http://schemas.microsoft.com/office/drawing/2014/main" id="{4D609D97-026C-0E8B-8A44-B489C58D6BE5}"/>
              </a:ext>
            </a:extLst>
          </p:cNvPr>
          <p:cNvSpPr/>
          <p:nvPr/>
        </p:nvSpPr>
        <p:spPr>
          <a:xfrm>
            <a:off x="8470829" y="1633537"/>
            <a:ext cx="2064753" cy="1130611"/>
          </a:xfrm>
          <a:custGeom>
            <a:avLst/>
            <a:gdLst/>
            <a:ahLst/>
            <a:cxnLst/>
            <a:rect l="l" t="t" r="r" b="b"/>
            <a:pathLst>
              <a:path w="1515" h="656" extrusionOk="0">
                <a:moveTo>
                  <a:pt x="1515" y="0"/>
                </a:moveTo>
                <a:lnTo>
                  <a:pt x="653" y="0"/>
                </a:lnTo>
                <a:lnTo>
                  <a:pt x="0" y="656"/>
                </a:lnTo>
              </a:path>
            </a:pathLst>
          </a:custGeom>
          <a:noFill/>
          <a:ln w="2540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900"/>
              <a:buFont typeface="Arial"/>
              <a:buNone/>
            </a:pPr>
            <a:endParaRPr sz="900" b="0" i="0" u="none" strike="noStrike" cap="none" dirty="0">
              <a:solidFill>
                <a:srgbClr val="000000"/>
              </a:solidFill>
              <a:latin typeface="Arial"/>
              <a:ea typeface="Arial"/>
              <a:cs typeface="Arial"/>
              <a:sym typeface="Arial"/>
            </a:endParaRPr>
          </a:p>
        </p:txBody>
      </p:sp>
      <p:sp>
        <p:nvSpPr>
          <p:cNvPr id="29" name="Google Shape;1060;p2">
            <a:extLst>
              <a:ext uri="{FF2B5EF4-FFF2-40B4-BE49-F238E27FC236}">
                <a16:creationId xmlns:a16="http://schemas.microsoft.com/office/drawing/2014/main" id="{05C93174-6E32-C22D-7E46-B4695016C74C}"/>
              </a:ext>
            </a:extLst>
          </p:cNvPr>
          <p:cNvSpPr/>
          <p:nvPr/>
        </p:nvSpPr>
        <p:spPr>
          <a:xfrm>
            <a:off x="8475280" y="5570311"/>
            <a:ext cx="2064753" cy="1129003"/>
          </a:xfrm>
          <a:custGeom>
            <a:avLst/>
            <a:gdLst/>
            <a:ahLst/>
            <a:cxnLst/>
            <a:rect l="l" t="t" r="r" b="b"/>
            <a:pathLst>
              <a:path w="1515" h="655" extrusionOk="0">
                <a:moveTo>
                  <a:pt x="0" y="655"/>
                </a:moveTo>
                <a:lnTo>
                  <a:pt x="862" y="655"/>
                </a:lnTo>
                <a:lnTo>
                  <a:pt x="1515" y="0"/>
                </a:lnTo>
              </a:path>
            </a:pathLst>
          </a:custGeom>
          <a:noFill/>
          <a:ln w="25400" cap="flat" cmpd="sng">
            <a:solidFill>
              <a:srgbClr val="7F7F7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a:lnSpc>
                <a:spcPct val="100000"/>
              </a:lnSpc>
              <a:spcBef>
                <a:spcPts val="0"/>
              </a:spcBef>
              <a:spcAft>
                <a:spcPts val="0"/>
              </a:spcAft>
              <a:buClr>
                <a:schemeClr val="dk1"/>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23" name="Picture 2" descr="Giorgio Biscardini">
            <a:extLst>
              <a:ext uri="{FF2B5EF4-FFF2-40B4-BE49-F238E27FC236}">
                <a16:creationId xmlns:a16="http://schemas.microsoft.com/office/drawing/2014/main" id="{AB56C9A5-0978-3D93-DE18-91059E9DE949}"/>
              </a:ext>
            </a:extLst>
          </p:cNvPr>
          <p:cNvPicPr preferRelativeResize="0">
            <a:picLocks noChangeArrowheads="1"/>
          </p:cNvPicPr>
          <p:nvPr/>
        </p:nvPicPr>
        <p:blipFill>
          <a:blip r:embed="rId7">
            <a:duotone>
              <a:schemeClr val="accent3">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6919966" y="703515"/>
            <a:ext cx="2103120" cy="1975581"/>
          </a:xfrm>
          <a:custGeom>
            <a:avLst/>
            <a:gdLst>
              <a:gd name="connsiteX0" fmla="*/ 783534 w 1819254"/>
              <a:gd name="connsiteY0" fmla="*/ 0 h 1669560"/>
              <a:gd name="connsiteX1" fmla="*/ 1819254 w 1819254"/>
              <a:gd name="connsiteY1" fmla="*/ 0 h 1669560"/>
              <a:gd name="connsiteX2" fmla="*/ 1819254 w 1819254"/>
              <a:gd name="connsiteY2" fmla="*/ 879958 h 1669560"/>
              <a:gd name="connsiteX3" fmla="*/ 1035047 w 1819254"/>
              <a:gd name="connsiteY3" fmla="*/ 1669560 h 1669560"/>
              <a:gd name="connsiteX4" fmla="*/ 0 w 1819254"/>
              <a:gd name="connsiteY4" fmla="*/ 1669560 h 1669560"/>
              <a:gd name="connsiteX5" fmla="*/ 0 w 1819254"/>
              <a:gd name="connsiteY5" fmla="*/ 788254 h 166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9254" h="1669560">
                <a:moveTo>
                  <a:pt x="783534" y="0"/>
                </a:moveTo>
                <a:lnTo>
                  <a:pt x="1819254" y="0"/>
                </a:lnTo>
                <a:lnTo>
                  <a:pt x="1819254" y="879958"/>
                </a:lnTo>
                <a:lnTo>
                  <a:pt x="1035047" y="1669560"/>
                </a:lnTo>
                <a:lnTo>
                  <a:pt x="0" y="1669560"/>
                </a:lnTo>
                <a:lnTo>
                  <a:pt x="0" y="788254"/>
                </a:lnTo>
                <a:close/>
              </a:path>
            </a:pathLst>
          </a:custGeom>
          <a:ln w="19050">
            <a:solidFill>
              <a:schemeClr val="bg1">
                <a:lumMod val="75000"/>
              </a:schemeClr>
            </a:solidFill>
          </a:ln>
          <a:effectLst/>
          <a:extLst>
            <a:ext uri="{909E8E84-426E-40DD-AFC4-6F175D3DCCD1}">
              <a14:hiddenFill xmlns:a14="http://schemas.microsoft.com/office/drawing/2010/main">
                <a:solidFill>
                  <a:srgbClr val="FFFFFF"/>
                </a:solidFill>
              </a14:hiddenFill>
            </a:ext>
          </a:extLst>
        </p:spPr>
      </p:pic>
      <p:pic>
        <p:nvPicPr>
          <p:cNvPr id="24" name="Picture 4" descr="Profile photo of Ramzi Hage">
            <a:extLst>
              <a:ext uri="{FF2B5EF4-FFF2-40B4-BE49-F238E27FC236}">
                <a16:creationId xmlns:a16="http://schemas.microsoft.com/office/drawing/2014/main" id="{B900EC23-4CC8-E279-B402-A2A56ADBF0CF}"/>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9373305" y="703515"/>
            <a:ext cx="2103120" cy="1975581"/>
          </a:xfrm>
          <a:custGeom>
            <a:avLst/>
            <a:gdLst>
              <a:gd name="connsiteX0" fmla="*/ 783534 w 1819254"/>
              <a:gd name="connsiteY0" fmla="*/ 0 h 1669560"/>
              <a:gd name="connsiteX1" fmla="*/ 1819254 w 1819254"/>
              <a:gd name="connsiteY1" fmla="*/ 0 h 1669560"/>
              <a:gd name="connsiteX2" fmla="*/ 1819254 w 1819254"/>
              <a:gd name="connsiteY2" fmla="*/ 879958 h 1669560"/>
              <a:gd name="connsiteX3" fmla="*/ 1035047 w 1819254"/>
              <a:gd name="connsiteY3" fmla="*/ 1669560 h 1669560"/>
              <a:gd name="connsiteX4" fmla="*/ 0 w 1819254"/>
              <a:gd name="connsiteY4" fmla="*/ 1669560 h 1669560"/>
              <a:gd name="connsiteX5" fmla="*/ 0 w 1819254"/>
              <a:gd name="connsiteY5" fmla="*/ 788254 h 1669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19254" h="1669560">
                <a:moveTo>
                  <a:pt x="783534" y="0"/>
                </a:moveTo>
                <a:lnTo>
                  <a:pt x="1819254" y="0"/>
                </a:lnTo>
                <a:lnTo>
                  <a:pt x="1819254" y="879958"/>
                </a:lnTo>
                <a:lnTo>
                  <a:pt x="1035047" y="1669560"/>
                </a:lnTo>
                <a:lnTo>
                  <a:pt x="0" y="1669560"/>
                </a:lnTo>
                <a:lnTo>
                  <a:pt x="0" y="788254"/>
                </a:lnTo>
                <a:close/>
              </a:path>
            </a:pathLst>
          </a:custGeom>
          <a:ln w="19050">
            <a:solidFill>
              <a:schemeClr val="bg1">
                <a:lumMod val="75000"/>
              </a:schemeClr>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80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5EA9A78A-4DEA-49D2-A457-BF8F820EC245}"/>
              </a:ext>
            </a:extLst>
          </p:cNvPr>
          <p:cNvGraphicFramePr>
            <a:graphicFrameLocks noChangeAspect="1"/>
          </p:cNvGraphicFramePr>
          <p:nvPr>
            <p:custDataLst>
              <p:tags r:id="rId1"/>
            </p:custDataLst>
            <p:extLst>
              <p:ext uri="{D42A27DB-BD31-4B8C-83A1-F6EECF244321}">
                <p14:modId xmlns:p14="http://schemas.microsoft.com/office/powerpoint/2010/main" val="8715866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Object 6" hidden="1">
                        <a:extLst>
                          <a:ext uri="{FF2B5EF4-FFF2-40B4-BE49-F238E27FC236}">
                            <a16:creationId xmlns:a16="http://schemas.microsoft.com/office/drawing/2014/main" id="{5EA9A78A-4DEA-49D2-A457-BF8F820EC2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4" name="Isosceles Triangle 43">
            <a:extLst>
              <a:ext uri="{FF2B5EF4-FFF2-40B4-BE49-F238E27FC236}">
                <a16:creationId xmlns:a16="http://schemas.microsoft.com/office/drawing/2014/main" id="{78A60E0D-1307-54D6-8155-D73C7A865C30}"/>
              </a:ext>
            </a:extLst>
          </p:cNvPr>
          <p:cNvSpPr/>
          <p:nvPr/>
        </p:nvSpPr>
        <p:spPr>
          <a:xfrm rot="16200000">
            <a:off x="103868" y="3876028"/>
            <a:ext cx="4708937" cy="308470"/>
          </a:xfrm>
          <a:custGeom>
            <a:avLst/>
            <a:gdLst>
              <a:gd name="connsiteX0" fmla="*/ 0 w 507137"/>
              <a:gd name="connsiteY0" fmla="*/ 478967 h 478967"/>
              <a:gd name="connsiteX1" fmla="*/ 253569 w 507137"/>
              <a:gd name="connsiteY1" fmla="*/ 0 h 478967"/>
              <a:gd name="connsiteX2" fmla="*/ 507137 w 507137"/>
              <a:gd name="connsiteY2" fmla="*/ 478967 h 478967"/>
              <a:gd name="connsiteX3" fmla="*/ 0 w 507137"/>
              <a:gd name="connsiteY3" fmla="*/ 478967 h 478967"/>
              <a:gd name="connsiteX0" fmla="*/ 0 w 1619657"/>
              <a:gd name="connsiteY0" fmla="*/ 478967 h 692327"/>
              <a:gd name="connsiteX1" fmla="*/ 253569 w 1619657"/>
              <a:gd name="connsiteY1" fmla="*/ 0 h 692327"/>
              <a:gd name="connsiteX2" fmla="*/ 1619657 w 1619657"/>
              <a:gd name="connsiteY2" fmla="*/ 692327 h 692327"/>
              <a:gd name="connsiteX3" fmla="*/ 0 w 1619657"/>
              <a:gd name="connsiteY3" fmla="*/ 478967 h 692327"/>
              <a:gd name="connsiteX0" fmla="*/ 0 w 4515257"/>
              <a:gd name="connsiteY0" fmla="*/ 684707 h 692327"/>
              <a:gd name="connsiteX1" fmla="*/ 3149169 w 4515257"/>
              <a:gd name="connsiteY1" fmla="*/ 0 h 692327"/>
              <a:gd name="connsiteX2" fmla="*/ 4515257 w 4515257"/>
              <a:gd name="connsiteY2" fmla="*/ 692327 h 692327"/>
              <a:gd name="connsiteX3" fmla="*/ 0 w 4515257"/>
              <a:gd name="connsiteY3" fmla="*/ 684707 h 692327"/>
              <a:gd name="connsiteX0" fmla="*/ 0 w 4515257"/>
              <a:gd name="connsiteY0" fmla="*/ 510961 h 518581"/>
              <a:gd name="connsiteX1" fmla="*/ 2408937 w 4515257"/>
              <a:gd name="connsiteY1" fmla="*/ 0 h 518581"/>
              <a:gd name="connsiteX2" fmla="*/ 4515257 w 4515257"/>
              <a:gd name="connsiteY2" fmla="*/ 518581 h 518581"/>
              <a:gd name="connsiteX3" fmla="*/ 0 w 4515257"/>
              <a:gd name="connsiteY3" fmla="*/ 510961 h 518581"/>
            </a:gdLst>
            <a:ahLst/>
            <a:cxnLst>
              <a:cxn ang="0">
                <a:pos x="connsiteX0" y="connsiteY0"/>
              </a:cxn>
              <a:cxn ang="0">
                <a:pos x="connsiteX1" y="connsiteY1"/>
              </a:cxn>
              <a:cxn ang="0">
                <a:pos x="connsiteX2" y="connsiteY2"/>
              </a:cxn>
              <a:cxn ang="0">
                <a:pos x="connsiteX3" y="connsiteY3"/>
              </a:cxn>
            </a:cxnLst>
            <a:rect l="l" t="t" r="r" b="b"/>
            <a:pathLst>
              <a:path w="4515257" h="518581">
                <a:moveTo>
                  <a:pt x="0" y="510961"/>
                </a:moveTo>
                <a:lnTo>
                  <a:pt x="2408937" y="0"/>
                </a:lnTo>
                <a:lnTo>
                  <a:pt x="4515257" y="518581"/>
                </a:lnTo>
                <a:lnTo>
                  <a:pt x="0" y="510961"/>
                </a:lnTo>
                <a:close/>
              </a:path>
            </a:pathLst>
          </a:custGeom>
          <a:gradFill>
            <a:gsLst>
              <a:gs pos="0">
                <a:schemeClr val="bg1"/>
              </a:gs>
              <a:gs pos="100000">
                <a:srgbClr val="FAE5E8"/>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 name="Title 1">
            <a:extLst>
              <a:ext uri="{FF2B5EF4-FFF2-40B4-BE49-F238E27FC236}">
                <a16:creationId xmlns:a16="http://schemas.microsoft.com/office/drawing/2014/main" id="{3A5DC37D-4DF9-4B61-B0FC-B233CE5FC5F3}"/>
              </a:ext>
            </a:extLst>
          </p:cNvPr>
          <p:cNvSpPr>
            <a:spLocks noGrp="1"/>
          </p:cNvSpPr>
          <p:nvPr>
            <p:ph type="title"/>
          </p:nvPr>
        </p:nvSpPr>
        <p:spPr>
          <a:xfrm>
            <a:off x="442913" y="384048"/>
            <a:ext cx="11434127" cy="841248"/>
          </a:xfrm>
        </p:spPr>
        <p:txBody>
          <a:bodyPr vert="horz"/>
          <a:lstStyle/>
          <a:p>
            <a:pPr algn="r" rtl="1"/>
            <a:r>
              <a:rPr lang="ar-SA" sz="2800" dirty="0">
                <a:cs typeface="Arial" charset="0"/>
              </a:rPr>
              <a:t>لتحقيق المهام المنوطة به، قام المركز الوطني لإدارة النفايات بإعداد وتطوير الاستراتيجية الوطنية لإدارة النفايات في المملكة، واشتملت على تحديد الأولويات ووضع مؤشرات الأداء الرئيسية الوطنية</a:t>
            </a:r>
          </a:p>
        </p:txBody>
      </p:sp>
      <p:sp>
        <p:nvSpPr>
          <p:cNvPr id="3" name="Subtitle 2">
            <a:extLst>
              <a:ext uri="{FF2B5EF4-FFF2-40B4-BE49-F238E27FC236}">
                <a16:creationId xmlns:a16="http://schemas.microsoft.com/office/drawing/2014/main" id="{0A172C72-09C3-4331-9C61-2467A0CD7C38}"/>
              </a:ext>
            </a:extLst>
          </p:cNvPr>
          <p:cNvSpPr>
            <a:spLocks noGrp="1"/>
          </p:cNvSpPr>
          <p:nvPr>
            <p:ph type="subTitle" idx="1"/>
          </p:nvPr>
        </p:nvSpPr>
        <p:spPr/>
        <p:txBody>
          <a:bodyPr/>
          <a:lstStyle/>
          <a:p>
            <a:pPr algn="r" rtl="1"/>
            <a:r>
              <a:rPr lang="ar-SA" dirty="0">
                <a:cs typeface="Arial" charset="0"/>
              </a:rPr>
              <a:t>الاستراتيجية الوطنية لإدارة النفايات</a:t>
            </a:r>
          </a:p>
        </p:txBody>
      </p:sp>
      <p:sp>
        <p:nvSpPr>
          <p:cNvPr id="4" name="Text Placeholder 3">
            <a:extLst>
              <a:ext uri="{FF2B5EF4-FFF2-40B4-BE49-F238E27FC236}">
                <a16:creationId xmlns:a16="http://schemas.microsoft.com/office/drawing/2014/main" id="{CF2F1B42-A644-4B50-B6F8-E1391E03130B}"/>
              </a:ext>
            </a:extLst>
          </p:cNvPr>
          <p:cNvSpPr>
            <a:spLocks noGrp="1"/>
          </p:cNvSpPr>
          <p:nvPr>
            <p:ph type="body" idx="2"/>
          </p:nvPr>
        </p:nvSpPr>
        <p:spPr/>
        <p:txBody>
          <a:bodyPr/>
          <a:lstStyle/>
          <a:p>
            <a:pPr algn="r" rtl="1"/>
            <a:r>
              <a:rPr lang="ar-SA" dirty="0">
                <a:cs typeface="Arial" charset="0"/>
              </a:rPr>
              <a:t>المصدر: المركز الوطني لإدارة النفايات، تحليلات فريق عمل إستراتيجي أند</a:t>
            </a:r>
          </a:p>
        </p:txBody>
      </p:sp>
      <p:sp>
        <p:nvSpPr>
          <p:cNvPr id="5" name="Slide Number Placeholder 4">
            <a:extLst>
              <a:ext uri="{FF2B5EF4-FFF2-40B4-BE49-F238E27FC236}">
                <a16:creationId xmlns:a16="http://schemas.microsoft.com/office/drawing/2014/main" id="{B1A85A8A-84BC-479E-874D-8E29AEE999B9}"/>
              </a:ext>
            </a:extLst>
          </p:cNvPr>
          <p:cNvSpPr>
            <a:spLocks noGrp="1"/>
          </p:cNvSpPr>
          <p:nvPr>
            <p:ph type="sldNum"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strike="noStrike" kern="1200" cap="none" spc="0" normalizeH="0" noProof="0" dirty="0">
                <a:ln>
                  <a:noFill/>
                </a:ln>
                <a:solidFill>
                  <a:srgbClr val="000000"/>
                </a:solidFill>
                <a:effectLst/>
                <a:uLnTx/>
                <a:uFillTx/>
                <a:latin typeface="Arial"/>
                <a:cs typeface="Arial"/>
                <a:sym typeface="Arial"/>
              </a:rPr>
              <a:t>3</a:t>
            </a:r>
          </a:p>
        </p:txBody>
      </p:sp>
      <p:grpSp>
        <p:nvGrpSpPr>
          <p:cNvPr id="34" name="Group 33">
            <a:extLst>
              <a:ext uri="{FF2B5EF4-FFF2-40B4-BE49-F238E27FC236}">
                <a16:creationId xmlns:a16="http://schemas.microsoft.com/office/drawing/2014/main" id="{2C0FC92E-61F5-6C1E-ED6C-77C7B4DCFD56}"/>
              </a:ext>
            </a:extLst>
          </p:cNvPr>
          <p:cNvGrpSpPr/>
          <p:nvPr/>
        </p:nvGrpSpPr>
        <p:grpSpPr>
          <a:xfrm>
            <a:off x="196940" y="2941110"/>
            <a:ext cx="2195698" cy="2116465"/>
            <a:chOff x="196940" y="3293718"/>
            <a:chExt cx="2195698" cy="2116465"/>
          </a:xfrm>
        </p:grpSpPr>
        <p:pic>
          <p:nvPicPr>
            <p:cNvPr id="32" name="Picture 31">
              <a:extLst>
                <a:ext uri="{FF2B5EF4-FFF2-40B4-BE49-F238E27FC236}">
                  <a16:creationId xmlns:a16="http://schemas.microsoft.com/office/drawing/2014/main" id="{6C57DDAA-7C01-4AB8-B533-17D6DEA3CF69}"/>
                </a:ext>
              </a:extLst>
            </p:cNvPr>
            <p:cNvPicPr>
              <a:picLocks noChangeAspect="1"/>
            </p:cNvPicPr>
            <p:nvPr/>
          </p:nvPicPr>
          <p:blipFill>
            <a:blip r:embed="rId5"/>
            <a:stretch>
              <a:fillRect/>
            </a:stretch>
          </p:blipFill>
          <p:spPr>
            <a:xfrm>
              <a:off x="296745" y="3293718"/>
              <a:ext cx="1996089" cy="1356818"/>
            </a:xfrm>
            <a:prstGeom prst="rect">
              <a:avLst/>
            </a:prstGeom>
            <a:ln>
              <a:noFill/>
            </a:ln>
            <a:effectLst>
              <a:outerShdw blurRad="292100" dist="139700" dir="2700000" algn="tl" rotWithShape="0">
                <a:srgbClr val="333333">
                  <a:alpha val="65000"/>
                </a:srgbClr>
              </a:outerShdw>
            </a:effectLst>
          </p:spPr>
        </p:pic>
        <p:sp>
          <p:nvSpPr>
            <p:cNvPr id="33" name="Rectangle 32">
              <a:extLst>
                <a:ext uri="{FF2B5EF4-FFF2-40B4-BE49-F238E27FC236}">
                  <a16:creationId xmlns:a16="http://schemas.microsoft.com/office/drawing/2014/main" id="{5F9DD9C9-D732-FBDA-9406-424BFA5C5755}"/>
                </a:ext>
              </a:extLst>
            </p:cNvPr>
            <p:cNvSpPr/>
            <p:nvPr/>
          </p:nvSpPr>
          <p:spPr>
            <a:xfrm>
              <a:off x="196940" y="4636155"/>
              <a:ext cx="2195698" cy="7740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ysClr val="windowText" lastClr="000000"/>
                  </a:solidFill>
                  <a:effectLst/>
                  <a:uLnTx/>
                  <a:uFillTx/>
                  <a:latin typeface="Arial"/>
                  <a:ea typeface="+mn-ea"/>
                  <a:cs typeface="+mn-cs"/>
                </a:rPr>
                <a:t>الاستراتيجية الوطنية لإدارة النفايات 2023</a:t>
              </a:r>
            </a:p>
          </p:txBody>
        </p:sp>
      </p:grpSp>
      <p:sp>
        <p:nvSpPr>
          <p:cNvPr id="48" name="Rectangle: Rounded Corners 47">
            <a:extLst>
              <a:ext uri="{FF2B5EF4-FFF2-40B4-BE49-F238E27FC236}">
                <a16:creationId xmlns:a16="http://schemas.microsoft.com/office/drawing/2014/main" id="{6027E119-99AD-CF65-C510-21BE5D16927E}"/>
              </a:ext>
            </a:extLst>
          </p:cNvPr>
          <p:cNvSpPr/>
          <p:nvPr/>
        </p:nvSpPr>
        <p:spPr>
          <a:xfrm>
            <a:off x="2608180" y="1596389"/>
            <a:ext cx="9116707" cy="4773931"/>
          </a:xfrm>
          <a:prstGeom prst="roundRect">
            <a:avLst>
              <a:gd name="adj" fmla="val 3797"/>
            </a:avLst>
          </a:prstGeom>
          <a:solidFill>
            <a:srgbClr val="FAE5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57" name="Group 56">
            <a:extLst>
              <a:ext uri="{FF2B5EF4-FFF2-40B4-BE49-F238E27FC236}">
                <a16:creationId xmlns:a16="http://schemas.microsoft.com/office/drawing/2014/main" id="{89FA25DC-5449-FD0F-C87D-E5450B2B69BA}"/>
              </a:ext>
            </a:extLst>
          </p:cNvPr>
          <p:cNvGrpSpPr/>
          <p:nvPr/>
        </p:nvGrpSpPr>
        <p:grpSpPr>
          <a:xfrm>
            <a:off x="2696718" y="1675797"/>
            <a:ext cx="8922346" cy="4593028"/>
            <a:chOff x="2947238" y="1730227"/>
            <a:chExt cx="8813344" cy="4593028"/>
          </a:xfrm>
        </p:grpSpPr>
        <p:sp>
          <p:nvSpPr>
            <p:cNvPr id="51" name="Rectangle 50">
              <a:extLst>
                <a:ext uri="{FF2B5EF4-FFF2-40B4-BE49-F238E27FC236}">
                  <a16:creationId xmlns:a16="http://schemas.microsoft.com/office/drawing/2014/main" id="{6C0047DE-93E2-E449-5265-2566FF49732D}"/>
                </a:ext>
              </a:extLst>
            </p:cNvPr>
            <p:cNvSpPr/>
            <p:nvPr/>
          </p:nvSpPr>
          <p:spPr>
            <a:xfrm>
              <a:off x="2947238" y="1730227"/>
              <a:ext cx="8813344" cy="827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rgbClr val="DB536A">
                      <a:lumMod val="75000"/>
                    </a:srgbClr>
                  </a:solidFill>
                  <a:effectLst/>
                  <a:uLnTx/>
                  <a:uFillTx/>
                  <a:latin typeface="Arial"/>
                  <a:ea typeface="+mn-ea"/>
                  <a:cs typeface="+mn-cs"/>
                </a:rPr>
                <a:t>الرؤية</a:t>
              </a:r>
            </a:p>
          </p:txBody>
        </p:sp>
        <p:sp>
          <p:nvSpPr>
            <p:cNvPr id="9" name="Rectangle 8">
              <a:extLst>
                <a:ext uri="{FF2B5EF4-FFF2-40B4-BE49-F238E27FC236}">
                  <a16:creationId xmlns:a16="http://schemas.microsoft.com/office/drawing/2014/main" id="{418705D6-F78F-651A-A6C8-AA43F6DD6616}"/>
                </a:ext>
              </a:extLst>
            </p:cNvPr>
            <p:cNvSpPr/>
            <p:nvPr/>
          </p:nvSpPr>
          <p:spPr>
            <a:xfrm>
              <a:off x="2947238" y="2671728"/>
              <a:ext cx="8813344" cy="827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rgbClr val="DB536A">
                      <a:lumMod val="75000"/>
                    </a:srgbClr>
                  </a:solidFill>
                  <a:effectLst/>
                  <a:uLnTx/>
                  <a:uFillTx/>
                  <a:latin typeface="Arial"/>
                  <a:ea typeface="+mn-ea"/>
                  <a:cs typeface="+mn-cs"/>
                </a:rPr>
                <a:t>13 أولوية استراتيجية</a:t>
              </a:r>
            </a:p>
          </p:txBody>
        </p:sp>
        <p:sp>
          <p:nvSpPr>
            <p:cNvPr id="12" name="Rectangle 11">
              <a:extLst>
                <a:ext uri="{FF2B5EF4-FFF2-40B4-BE49-F238E27FC236}">
                  <a16:creationId xmlns:a16="http://schemas.microsoft.com/office/drawing/2014/main" id="{9C5D7D94-C04E-150F-7009-1B58D1E0CE16}"/>
                </a:ext>
              </a:extLst>
            </p:cNvPr>
            <p:cNvSpPr/>
            <p:nvPr/>
          </p:nvSpPr>
          <p:spPr>
            <a:xfrm>
              <a:off x="2947238" y="5496231"/>
              <a:ext cx="8813344" cy="827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rgbClr val="DB536A">
                      <a:lumMod val="75000"/>
                    </a:srgbClr>
                  </a:solidFill>
                  <a:effectLst/>
                  <a:uLnTx/>
                  <a:uFillTx/>
                  <a:latin typeface="Arial"/>
                  <a:ea typeface="+mn-ea"/>
                  <a:cs typeface="+mn-cs"/>
                </a:rPr>
                <a:t>65 مبادرة</a:t>
              </a:r>
            </a:p>
          </p:txBody>
        </p:sp>
        <p:sp>
          <p:nvSpPr>
            <p:cNvPr id="14" name="Rectangle 13">
              <a:extLst>
                <a:ext uri="{FF2B5EF4-FFF2-40B4-BE49-F238E27FC236}">
                  <a16:creationId xmlns:a16="http://schemas.microsoft.com/office/drawing/2014/main" id="{3CB304B7-2DAB-5705-7B90-3041F030D7C6}"/>
                </a:ext>
              </a:extLst>
            </p:cNvPr>
            <p:cNvSpPr/>
            <p:nvPr/>
          </p:nvSpPr>
          <p:spPr>
            <a:xfrm>
              <a:off x="2947238" y="4554730"/>
              <a:ext cx="8813344" cy="827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rgbClr val="DB536A">
                      <a:lumMod val="75000"/>
                    </a:srgbClr>
                  </a:solidFill>
                  <a:effectLst/>
                  <a:uLnTx/>
                  <a:uFillTx/>
                  <a:latin typeface="Arial"/>
                  <a:ea typeface="+mn-ea"/>
                  <a:cs typeface="+mn-cs"/>
                </a:rPr>
                <a:t>19 مؤشر أداء رئيسي</a:t>
              </a:r>
            </a:p>
          </p:txBody>
        </p:sp>
        <p:sp>
          <p:nvSpPr>
            <p:cNvPr id="15" name="Rectangle 14">
              <a:extLst>
                <a:ext uri="{FF2B5EF4-FFF2-40B4-BE49-F238E27FC236}">
                  <a16:creationId xmlns:a16="http://schemas.microsoft.com/office/drawing/2014/main" id="{DFCFF645-9266-849B-F3C3-A8A95CE3EB96}"/>
                </a:ext>
              </a:extLst>
            </p:cNvPr>
            <p:cNvSpPr/>
            <p:nvPr/>
          </p:nvSpPr>
          <p:spPr>
            <a:xfrm>
              <a:off x="2947238" y="3613229"/>
              <a:ext cx="8813344" cy="827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600" b="1" strike="noStrike" kern="1200" cap="none" spc="0" normalizeH="0" noProof="0" dirty="0">
                  <a:ln>
                    <a:noFill/>
                  </a:ln>
                  <a:solidFill>
                    <a:srgbClr val="DB536A">
                      <a:lumMod val="75000"/>
                    </a:srgbClr>
                  </a:solidFill>
                  <a:effectLst/>
                  <a:uLnTx/>
                  <a:uFillTx/>
                  <a:latin typeface="Arial"/>
                  <a:ea typeface="+mn-ea"/>
                  <a:cs typeface="+mn-cs"/>
                </a:rPr>
                <a:t>11 برنامجًا</a:t>
              </a:r>
            </a:p>
          </p:txBody>
        </p:sp>
      </p:grpSp>
      <p:sp>
        <p:nvSpPr>
          <p:cNvPr id="6" name="Rectangle 5">
            <a:extLst>
              <a:ext uri="{FF2B5EF4-FFF2-40B4-BE49-F238E27FC236}">
                <a16:creationId xmlns:a16="http://schemas.microsoft.com/office/drawing/2014/main" id="{DB4398CB-EFEC-8639-FE52-1C1F7859738F}"/>
              </a:ext>
            </a:extLst>
          </p:cNvPr>
          <p:cNvSpPr/>
          <p:nvPr/>
        </p:nvSpPr>
        <p:spPr>
          <a:xfrm>
            <a:off x="2795447" y="1862700"/>
            <a:ext cx="8453120"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strike="noStrike" kern="1200" cap="none" spc="0" normalizeH="0" noProof="0" dirty="0">
                <a:ln>
                  <a:noFill/>
                </a:ln>
                <a:solidFill>
                  <a:srgbClr val="464646"/>
                </a:solidFill>
                <a:effectLst/>
                <a:uLnTx/>
                <a:uFillTx/>
                <a:latin typeface="Arial"/>
                <a:ea typeface="+mn-ea"/>
                <a:cs typeface="+mn-cs"/>
              </a:rPr>
              <a:t>"قطاع إدارة نفايات مستدام مبني على مبادئ الاقتصاد الدائري بما يساهم في تعزيز حماية البيئة والصحة العامة وجودة الحياة"</a:t>
            </a:r>
          </a:p>
        </p:txBody>
      </p:sp>
      <p:sp>
        <p:nvSpPr>
          <p:cNvPr id="10" name="Rectangle: Rounded Corners 9">
            <a:extLst>
              <a:ext uri="{FF2B5EF4-FFF2-40B4-BE49-F238E27FC236}">
                <a16:creationId xmlns:a16="http://schemas.microsoft.com/office/drawing/2014/main" id="{47C96F17-D0AC-F585-34F9-405A86A04C6F}"/>
              </a:ext>
            </a:extLst>
          </p:cNvPr>
          <p:cNvSpPr/>
          <p:nvPr/>
        </p:nvSpPr>
        <p:spPr>
          <a:xfrm>
            <a:off x="2907208" y="2996338"/>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توحيد آلية فرز النفايات من المصدر في المملكة</a:t>
            </a:r>
          </a:p>
        </p:txBody>
      </p:sp>
      <p:sp>
        <p:nvSpPr>
          <p:cNvPr id="11" name="Rectangle: Rounded Corners 10">
            <a:extLst>
              <a:ext uri="{FF2B5EF4-FFF2-40B4-BE49-F238E27FC236}">
                <a16:creationId xmlns:a16="http://schemas.microsoft.com/office/drawing/2014/main" id="{E090D5A1-62B3-2E7D-D531-554801020083}"/>
              </a:ext>
            </a:extLst>
          </p:cNvPr>
          <p:cNvSpPr/>
          <p:nvPr/>
        </p:nvSpPr>
        <p:spPr>
          <a:xfrm>
            <a:off x="4982533" y="2996338"/>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تعظيم أوجه التعاون عل مستوى أنواع النفايات</a:t>
            </a:r>
          </a:p>
        </p:txBody>
      </p:sp>
      <p:sp>
        <p:nvSpPr>
          <p:cNvPr id="16" name="Rectangle: Rounded Corners 15">
            <a:extLst>
              <a:ext uri="{FF2B5EF4-FFF2-40B4-BE49-F238E27FC236}">
                <a16:creationId xmlns:a16="http://schemas.microsoft.com/office/drawing/2014/main" id="{D69CB065-5FFA-9E8F-EDAC-B82F53EE060B}"/>
              </a:ext>
            </a:extLst>
          </p:cNvPr>
          <p:cNvSpPr/>
          <p:nvPr/>
        </p:nvSpPr>
        <p:spPr>
          <a:xfrm>
            <a:off x="7057857" y="2996338"/>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تحقيق أكبر استفادة ممكنة من النفايات</a:t>
            </a:r>
          </a:p>
        </p:txBody>
      </p:sp>
      <p:sp>
        <p:nvSpPr>
          <p:cNvPr id="17" name="Rectangle: Rounded Corners 16">
            <a:extLst>
              <a:ext uri="{FF2B5EF4-FFF2-40B4-BE49-F238E27FC236}">
                <a16:creationId xmlns:a16="http://schemas.microsoft.com/office/drawing/2014/main" id="{EB5EA785-4D01-0E2C-6664-4C34D76C350B}"/>
              </a:ext>
            </a:extLst>
          </p:cNvPr>
          <p:cNvSpPr/>
          <p:nvPr/>
        </p:nvSpPr>
        <p:spPr>
          <a:xfrm>
            <a:off x="9133182" y="2996338"/>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وضع إجراءات رسمية للتعاقد</a:t>
            </a:r>
          </a:p>
        </p:txBody>
      </p:sp>
      <p:sp>
        <p:nvSpPr>
          <p:cNvPr id="18" name="Rectangle: Rounded Corners 17">
            <a:extLst>
              <a:ext uri="{FF2B5EF4-FFF2-40B4-BE49-F238E27FC236}">
                <a16:creationId xmlns:a16="http://schemas.microsoft.com/office/drawing/2014/main" id="{9839B63C-4A2D-4970-08DB-A251E266CAF1}"/>
              </a:ext>
            </a:extLst>
          </p:cNvPr>
          <p:cNvSpPr/>
          <p:nvPr/>
        </p:nvSpPr>
        <p:spPr>
          <a:xfrm>
            <a:off x="2907208" y="3951590"/>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الحد من إنتاج النفايات بمختلف أنواعها</a:t>
            </a:r>
          </a:p>
        </p:txBody>
      </p:sp>
      <p:sp>
        <p:nvSpPr>
          <p:cNvPr id="19" name="Rectangle: Rounded Corners 18">
            <a:extLst>
              <a:ext uri="{FF2B5EF4-FFF2-40B4-BE49-F238E27FC236}">
                <a16:creationId xmlns:a16="http://schemas.microsoft.com/office/drawing/2014/main" id="{4FD7C3F6-4705-B58B-EB9B-E0FFDBB1E1E4}"/>
              </a:ext>
            </a:extLst>
          </p:cNvPr>
          <p:cNvSpPr/>
          <p:nvPr/>
        </p:nvSpPr>
        <p:spPr>
          <a:xfrm>
            <a:off x="4982533" y="3951590"/>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تشجيع البحث والابتكار لدعم اتخاذ القرار</a:t>
            </a:r>
          </a:p>
        </p:txBody>
      </p:sp>
      <p:sp>
        <p:nvSpPr>
          <p:cNvPr id="20" name="Rectangle: Rounded Corners 19">
            <a:extLst>
              <a:ext uri="{FF2B5EF4-FFF2-40B4-BE49-F238E27FC236}">
                <a16:creationId xmlns:a16="http://schemas.microsoft.com/office/drawing/2014/main" id="{B84CFAA0-F4AE-AE21-850F-E485CF6C2571}"/>
              </a:ext>
            </a:extLst>
          </p:cNvPr>
          <p:cNvSpPr/>
          <p:nvPr/>
        </p:nvSpPr>
        <p:spPr>
          <a:xfrm>
            <a:off x="7057858" y="3951590"/>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تحقيق الاستدامة والمسؤولية المالية في القطاع</a:t>
            </a:r>
            <a:endParaRPr kumimoji="0" lang="en-US" sz="1200" b="0" i="1" u="none" strike="noStrike" kern="1200" cap="none" spc="0" normalizeH="0" baseline="0" noProof="0" dirty="0">
              <a:ln>
                <a:noFill/>
              </a:ln>
              <a:solidFill>
                <a:srgbClr val="464646"/>
              </a:solidFill>
              <a:effectLst/>
              <a:uLnTx/>
              <a:uFillTx/>
              <a:latin typeface="Arial"/>
              <a:ea typeface="+mn-ea"/>
              <a:cs typeface="+mn-cs"/>
            </a:endParaRPr>
          </a:p>
        </p:txBody>
      </p:sp>
      <p:sp>
        <p:nvSpPr>
          <p:cNvPr id="21" name="Rectangle: Rounded Corners 20">
            <a:extLst>
              <a:ext uri="{FF2B5EF4-FFF2-40B4-BE49-F238E27FC236}">
                <a16:creationId xmlns:a16="http://schemas.microsoft.com/office/drawing/2014/main" id="{0E485DC9-B6AA-8E7F-DF19-862DC48A85FF}"/>
              </a:ext>
            </a:extLst>
          </p:cNvPr>
          <p:cNvSpPr/>
          <p:nvPr/>
        </p:nvSpPr>
        <p:spPr>
          <a:xfrm>
            <a:off x="9133182" y="3951590"/>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بناء مهارات وكفاءات القوى العاملة في القطاع</a:t>
            </a:r>
          </a:p>
        </p:txBody>
      </p:sp>
      <p:sp>
        <p:nvSpPr>
          <p:cNvPr id="22" name="Rectangle: Rounded Corners 21">
            <a:extLst>
              <a:ext uri="{FF2B5EF4-FFF2-40B4-BE49-F238E27FC236}">
                <a16:creationId xmlns:a16="http://schemas.microsoft.com/office/drawing/2014/main" id="{AE08DB93-1222-332E-6AE6-587A5426FAE9}"/>
              </a:ext>
            </a:extLst>
          </p:cNvPr>
          <p:cNvSpPr/>
          <p:nvPr/>
        </p:nvSpPr>
        <p:spPr>
          <a:xfrm>
            <a:off x="2907208" y="4880339"/>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100% تغطية البنية التحتية لجمع النفايات</a:t>
            </a:r>
          </a:p>
        </p:txBody>
      </p:sp>
      <p:sp>
        <p:nvSpPr>
          <p:cNvPr id="23" name="Rectangle: Rounded Corners 22">
            <a:extLst>
              <a:ext uri="{FF2B5EF4-FFF2-40B4-BE49-F238E27FC236}">
                <a16:creationId xmlns:a16="http://schemas.microsoft.com/office/drawing/2014/main" id="{40F56417-2F6D-2A84-014B-89C928727B94}"/>
              </a:ext>
            </a:extLst>
          </p:cNvPr>
          <p:cNvSpPr/>
          <p:nvPr/>
        </p:nvSpPr>
        <p:spPr>
          <a:xfrm>
            <a:off x="7057858" y="4880339"/>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90% معدل الاستبعاد عن مرادم النفايات العامة</a:t>
            </a:r>
          </a:p>
        </p:txBody>
      </p:sp>
      <p:sp>
        <p:nvSpPr>
          <p:cNvPr id="24" name="Rectangle: Rounded Corners 23">
            <a:extLst>
              <a:ext uri="{FF2B5EF4-FFF2-40B4-BE49-F238E27FC236}">
                <a16:creationId xmlns:a16="http://schemas.microsoft.com/office/drawing/2014/main" id="{49E001B8-B674-C5C6-2EAD-449F2F584C64}"/>
              </a:ext>
            </a:extLst>
          </p:cNvPr>
          <p:cNvSpPr/>
          <p:nvPr/>
        </p:nvSpPr>
        <p:spPr>
          <a:xfrm>
            <a:off x="9133182" y="4880339"/>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177% تقليل الانبعاثات السنوية لمكافئ ثاني أكسيد الكربون المتعلقة بالنفايات</a:t>
            </a:r>
          </a:p>
        </p:txBody>
      </p:sp>
      <p:sp>
        <p:nvSpPr>
          <p:cNvPr id="25" name="Rectangle: Rounded Corners 24">
            <a:extLst>
              <a:ext uri="{FF2B5EF4-FFF2-40B4-BE49-F238E27FC236}">
                <a16:creationId xmlns:a16="http://schemas.microsoft.com/office/drawing/2014/main" id="{3545EE51-AB70-96AB-41A6-C597EB143636}"/>
              </a:ext>
            </a:extLst>
          </p:cNvPr>
          <p:cNvSpPr/>
          <p:nvPr/>
        </p:nvSpPr>
        <p:spPr>
          <a:xfrm>
            <a:off x="4982533" y="4880339"/>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91% من النفايات التي يتم فرزها في المصدر</a:t>
            </a:r>
          </a:p>
        </p:txBody>
      </p:sp>
      <p:sp>
        <p:nvSpPr>
          <p:cNvPr id="26" name="Rectangle: Rounded Corners 25">
            <a:extLst>
              <a:ext uri="{FF2B5EF4-FFF2-40B4-BE49-F238E27FC236}">
                <a16:creationId xmlns:a16="http://schemas.microsoft.com/office/drawing/2014/main" id="{0B84F0D4-401D-E570-F652-EE4CEB87334C}"/>
              </a:ext>
            </a:extLst>
          </p:cNvPr>
          <p:cNvSpPr/>
          <p:nvPr/>
        </p:nvSpPr>
        <p:spPr>
          <a:xfrm>
            <a:off x="2907208" y="5833453"/>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إعادة تصميم الأطر التعاقدية لجمع النفايات</a:t>
            </a:r>
          </a:p>
        </p:txBody>
      </p:sp>
      <p:sp>
        <p:nvSpPr>
          <p:cNvPr id="27" name="Rectangle: Rounded Corners 26">
            <a:extLst>
              <a:ext uri="{FF2B5EF4-FFF2-40B4-BE49-F238E27FC236}">
                <a16:creationId xmlns:a16="http://schemas.microsoft.com/office/drawing/2014/main" id="{474069E7-DBD9-CD0A-0C33-79EEACAE5655}"/>
              </a:ext>
            </a:extLst>
          </p:cNvPr>
          <p:cNvSpPr/>
          <p:nvPr/>
        </p:nvSpPr>
        <p:spPr>
          <a:xfrm>
            <a:off x="4982533" y="5833453"/>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وضع خطة استراتيجية شاملة لكافة التجمعات</a:t>
            </a:r>
          </a:p>
        </p:txBody>
      </p:sp>
      <p:sp>
        <p:nvSpPr>
          <p:cNvPr id="28" name="Rectangle: Rounded Corners 27">
            <a:extLst>
              <a:ext uri="{FF2B5EF4-FFF2-40B4-BE49-F238E27FC236}">
                <a16:creationId xmlns:a16="http://schemas.microsoft.com/office/drawing/2014/main" id="{114972BB-303F-3731-74E5-A49F901EB56F}"/>
              </a:ext>
            </a:extLst>
          </p:cNvPr>
          <p:cNvSpPr/>
          <p:nvPr/>
        </p:nvSpPr>
        <p:spPr>
          <a:xfrm>
            <a:off x="7057858" y="5833453"/>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تفعيل المنصة الوطنية لإدارة النفايات</a:t>
            </a:r>
          </a:p>
        </p:txBody>
      </p:sp>
      <p:sp>
        <p:nvSpPr>
          <p:cNvPr id="29" name="Rectangle: Rounded Corners 28">
            <a:extLst>
              <a:ext uri="{FF2B5EF4-FFF2-40B4-BE49-F238E27FC236}">
                <a16:creationId xmlns:a16="http://schemas.microsoft.com/office/drawing/2014/main" id="{61A1B9EB-8564-F462-D47B-AE31AC476081}"/>
              </a:ext>
            </a:extLst>
          </p:cNvPr>
          <p:cNvSpPr/>
          <p:nvPr/>
        </p:nvSpPr>
        <p:spPr>
          <a:xfrm>
            <a:off x="9133182" y="5833453"/>
            <a:ext cx="1948471" cy="366956"/>
          </a:xfrm>
          <a:prstGeom prst="roundRect">
            <a:avLst/>
          </a:prstGeom>
          <a:pattFill prst="ltUpDiag">
            <a:fgClr>
              <a:srgbClr val="FAE5E8"/>
            </a:fgClr>
            <a:bgClr>
              <a:schemeClr val="bg1"/>
            </a:bgClr>
          </a:pattFill>
          <a:ln w="190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464646"/>
                </a:solidFill>
                <a:effectLst/>
                <a:uLnTx/>
                <a:uFillTx/>
                <a:latin typeface="Arial"/>
                <a:ea typeface="+mn-ea"/>
                <a:cs typeface="+mn-cs"/>
              </a:rPr>
              <a:t>وضع استراتيجية وطنية لاستيراد وتصدير النفايات</a:t>
            </a:r>
          </a:p>
        </p:txBody>
      </p:sp>
      <p:sp>
        <p:nvSpPr>
          <p:cNvPr id="53" name="Rectangle 52">
            <a:extLst>
              <a:ext uri="{FF2B5EF4-FFF2-40B4-BE49-F238E27FC236}">
                <a16:creationId xmlns:a16="http://schemas.microsoft.com/office/drawing/2014/main" id="{B7BA7FFD-4F3E-8C41-6C66-5CC3569B1772}"/>
              </a:ext>
            </a:extLst>
          </p:cNvPr>
          <p:cNvSpPr/>
          <p:nvPr/>
        </p:nvSpPr>
        <p:spPr>
          <a:xfrm>
            <a:off x="11111836" y="2887646"/>
            <a:ext cx="440396"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1" strike="noStrike" kern="1200" cap="none" spc="0" normalizeH="0" noProof="0" dirty="0">
                <a:ln>
                  <a:noFill/>
                </a:ln>
                <a:solidFill>
                  <a:srgbClr val="000000"/>
                </a:solidFill>
                <a:effectLst/>
                <a:uLnTx/>
                <a:uFillTx/>
                <a:latin typeface="Arial"/>
                <a:ea typeface="+mn-ea"/>
                <a:cs typeface="+mn-cs"/>
              </a:rPr>
              <a:t>…</a:t>
            </a:r>
          </a:p>
        </p:txBody>
      </p:sp>
      <p:sp>
        <p:nvSpPr>
          <p:cNvPr id="54" name="Rectangle 53">
            <a:extLst>
              <a:ext uri="{FF2B5EF4-FFF2-40B4-BE49-F238E27FC236}">
                <a16:creationId xmlns:a16="http://schemas.microsoft.com/office/drawing/2014/main" id="{7F82D676-8AB9-068C-B896-3403A2B0F095}"/>
              </a:ext>
            </a:extLst>
          </p:cNvPr>
          <p:cNvSpPr/>
          <p:nvPr/>
        </p:nvSpPr>
        <p:spPr>
          <a:xfrm>
            <a:off x="11111836" y="5653213"/>
            <a:ext cx="440396"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1" strike="noStrike" kern="1200" cap="none" spc="0" normalizeH="0" noProof="0" dirty="0">
                <a:ln>
                  <a:noFill/>
                </a:ln>
                <a:solidFill>
                  <a:srgbClr val="000000"/>
                </a:solidFill>
                <a:effectLst/>
                <a:uLnTx/>
                <a:uFillTx/>
                <a:latin typeface="Arial"/>
                <a:ea typeface="+mn-ea"/>
                <a:cs typeface="+mn-cs"/>
              </a:rPr>
              <a:t>…</a:t>
            </a:r>
          </a:p>
        </p:txBody>
      </p:sp>
      <p:sp>
        <p:nvSpPr>
          <p:cNvPr id="55" name="Rectangle 54">
            <a:extLst>
              <a:ext uri="{FF2B5EF4-FFF2-40B4-BE49-F238E27FC236}">
                <a16:creationId xmlns:a16="http://schemas.microsoft.com/office/drawing/2014/main" id="{9D09F8CE-B651-40B4-8E8B-43557CED98F3}"/>
              </a:ext>
            </a:extLst>
          </p:cNvPr>
          <p:cNvSpPr/>
          <p:nvPr/>
        </p:nvSpPr>
        <p:spPr>
          <a:xfrm>
            <a:off x="11111836" y="3830578"/>
            <a:ext cx="440396"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1" strike="noStrike" kern="1200" cap="none" spc="0" normalizeH="0" noProof="0" dirty="0">
                <a:ln>
                  <a:noFill/>
                </a:ln>
                <a:solidFill>
                  <a:srgbClr val="000000"/>
                </a:solidFill>
                <a:effectLst/>
                <a:uLnTx/>
                <a:uFillTx/>
                <a:latin typeface="Arial"/>
                <a:ea typeface="+mn-ea"/>
                <a:cs typeface="+mn-cs"/>
              </a:rPr>
              <a:t>…</a:t>
            </a:r>
          </a:p>
        </p:txBody>
      </p:sp>
      <p:sp>
        <p:nvSpPr>
          <p:cNvPr id="58" name="Rectangle 57">
            <a:extLst>
              <a:ext uri="{FF2B5EF4-FFF2-40B4-BE49-F238E27FC236}">
                <a16:creationId xmlns:a16="http://schemas.microsoft.com/office/drawing/2014/main" id="{281234E6-2FC6-DD1E-55F0-195B54F0A7C0}"/>
              </a:ext>
            </a:extLst>
          </p:cNvPr>
          <p:cNvSpPr/>
          <p:nvPr/>
        </p:nvSpPr>
        <p:spPr>
          <a:xfrm>
            <a:off x="11111836" y="4773510"/>
            <a:ext cx="440396" cy="7315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800" b="1" strike="noStrike" kern="1200" cap="none" spc="0" normalizeH="0" noProof="0" dirty="0">
                <a:ln>
                  <a:noFill/>
                </a:ln>
                <a:solidFill>
                  <a:srgbClr val="000000"/>
                </a:solidFill>
                <a:effectLst/>
                <a:uLnTx/>
                <a:uFillTx/>
                <a:latin typeface="Arial"/>
                <a:ea typeface="+mn-ea"/>
                <a:cs typeface="+mn-cs"/>
              </a:rPr>
              <a:t>…</a:t>
            </a:r>
          </a:p>
        </p:txBody>
      </p:sp>
      <p:sp>
        <p:nvSpPr>
          <p:cNvPr id="64" name="Star: 5 Points 63">
            <a:extLst>
              <a:ext uri="{FF2B5EF4-FFF2-40B4-BE49-F238E27FC236}">
                <a16:creationId xmlns:a16="http://schemas.microsoft.com/office/drawing/2014/main" id="{3EDB5699-86E0-3CAE-5847-BAB2BD651BDB}"/>
              </a:ext>
            </a:extLst>
          </p:cNvPr>
          <p:cNvSpPr/>
          <p:nvPr/>
        </p:nvSpPr>
        <p:spPr>
          <a:xfrm>
            <a:off x="6836229" y="4793253"/>
            <a:ext cx="154797" cy="154797"/>
          </a:xfrm>
          <a:prstGeom prst="star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5" name="Star: 5 Points 64">
            <a:extLst>
              <a:ext uri="{FF2B5EF4-FFF2-40B4-BE49-F238E27FC236}">
                <a16:creationId xmlns:a16="http://schemas.microsoft.com/office/drawing/2014/main" id="{A5BCE4AB-48CF-C1C5-D2BC-46B007FF4297}"/>
              </a:ext>
            </a:extLst>
          </p:cNvPr>
          <p:cNvSpPr/>
          <p:nvPr/>
        </p:nvSpPr>
        <p:spPr>
          <a:xfrm>
            <a:off x="8914958" y="4793253"/>
            <a:ext cx="154797" cy="154797"/>
          </a:xfrm>
          <a:prstGeom prst="star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6" name="Star: 5 Points 65">
            <a:extLst>
              <a:ext uri="{FF2B5EF4-FFF2-40B4-BE49-F238E27FC236}">
                <a16:creationId xmlns:a16="http://schemas.microsoft.com/office/drawing/2014/main" id="{CDD0B621-354E-470A-9960-E00CC260930D}"/>
              </a:ext>
            </a:extLst>
          </p:cNvPr>
          <p:cNvSpPr/>
          <p:nvPr/>
        </p:nvSpPr>
        <p:spPr>
          <a:xfrm>
            <a:off x="9918391" y="6477633"/>
            <a:ext cx="170277" cy="170277"/>
          </a:xfrm>
          <a:prstGeom prst="star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DCBFA594-67B5-C251-1E09-90B013F5F6D0}"/>
              </a:ext>
            </a:extLst>
          </p:cNvPr>
          <p:cNvSpPr/>
          <p:nvPr/>
        </p:nvSpPr>
        <p:spPr>
          <a:xfrm>
            <a:off x="10061645" y="6390532"/>
            <a:ext cx="1602257" cy="3444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حسب نوع النفايات</a:t>
            </a:r>
          </a:p>
        </p:txBody>
      </p:sp>
      <p:sp>
        <p:nvSpPr>
          <p:cNvPr id="13" name="Freeform 49">
            <a:extLst>
              <a:ext uri="{FF2B5EF4-FFF2-40B4-BE49-F238E27FC236}">
                <a16:creationId xmlns:a16="http://schemas.microsoft.com/office/drawing/2014/main" id="{1FC2CABB-8A9B-9DE9-5B92-2A1EF83E8A1A}"/>
              </a:ext>
            </a:extLst>
          </p:cNvPr>
          <p:cNvSpPr>
            <a:spLocks noEditPoints="1"/>
          </p:cNvSpPr>
          <p:nvPr/>
        </p:nvSpPr>
        <p:spPr bwMode="auto">
          <a:xfrm>
            <a:off x="11075934" y="1716229"/>
            <a:ext cx="520860" cy="296831"/>
          </a:xfrm>
          <a:custGeom>
            <a:avLst/>
            <a:gdLst>
              <a:gd name="T0" fmla="*/ 559 w 563"/>
              <a:gd name="T1" fmla="*/ 167 h 354"/>
              <a:gd name="T2" fmla="*/ 281 w 563"/>
              <a:gd name="T3" fmla="*/ 0 h 354"/>
              <a:gd name="T4" fmla="*/ 4 w 563"/>
              <a:gd name="T5" fmla="*/ 167 h 354"/>
              <a:gd name="T6" fmla="*/ 4 w 563"/>
              <a:gd name="T7" fmla="*/ 186 h 354"/>
              <a:gd name="T8" fmla="*/ 281 w 563"/>
              <a:gd name="T9" fmla="*/ 354 h 354"/>
              <a:gd name="T10" fmla="*/ 559 w 563"/>
              <a:gd name="T11" fmla="*/ 186 h 354"/>
              <a:gd name="T12" fmla="*/ 559 w 563"/>
              <a:gd name="T13" fmla="*/ 167 h 354"/>
              <a:gd name="T14" fmla="*/ 549 w 563"/>
              <a:gd name="T15" fmla="*/ 179 h 354"/>
              <a:gd name="T16" fmla="*/ 281 w 563"/>
              <a:gd name="T17" fmla="*/ 342 h 354"/>
              <a:gd name="T18" fmla="*/ 13 w 563"/>
              <a:gd name="T19" fmla="*/ 179 h 354"/>
              <a:gd name="T20" fmla="*/ 13 w 563"/>
              <a:gd name="T21" fmla="*/ 174 h 354"/>
              <a:gd name="T22" fmla="*/ 281 w 563"/>
              <a:gd name="T23" fmla="*/ 11 h 354"/>
              <a:gd name="T24" fmla="*/ 549 w 563"/>
              <a:gd name="T25" fmla="*/ 174 h 354"/>
              <a:gd name="T26" fmla="*/ 549 w 563"/>
              <a:gd name="T27" fmla="*/ 179 h 354"/>
              <a:gd name="T28" fmla="*/ 281 w 563"/>
              <a:gd name="T29" fmla="*/ 42 h 354"/>
              <a:gd name="T30" fmla="*/ 147 w 563"/>
              <a:gd name="T31" fmla="*/ 177 h 354"/>
              <a:gd name="T32" fmla="*/ 281 w 563"/>
              <a:gd name="T33" fmla="*/ 311 h 354"/>
              <a:gd name="T34" fmla="*/ 416 w 563"/>
              <a:gd name="T35" fmla="*/ 177 h 354"/>
              <a:gd name="T36" fmla="*/ 281 w 563"/>
              <a:gd name="T37" fmla="*/ 42 h 354"/>
              <a:gd name="T38" fmla="*/ 281 w 563"/>
              <a:gd name="T39" fmla="*/ 300 h 354"/>
              <a:gd name="T40" fmla="*/ 158 w 563"/>
              <a:gd name="T41" fmla="*/ 177 h 354"/>
              <a:gd name="T42" fmla="*/ 281 w 563"/>
              <a:gd name="T43" fmla="*/ 53 h 354"/>
              <a:gd name="T44" fmla="*/ 405 w 563"/>
              <a:gd name="T45" fmla="*/ 177 h 354"/>
              <a:gd name="T46" fmla="*/ 281 w 563"/>
              <a:gd name="T47" fmla="*/ 300 h 354"/>
              <a:gd name="T48" fmla="*/ 326 w 563"/>
              <a:gd name="T49" fmla="*/ 97 h 354"/>
              <a:gd name="T50" fmla="*/ 302 w 563"/>
              <a:gd name="T51" fmla="*/ 107 h 354"/>
              <a:gd name="T52" fmla="*/ 281 w 563"/>
              <a:gd name="T53" fmla="*/ 104 h 354"/>
              <a:gd name="T54" fmla="*/ 209 w 563"/>
              <a:gd name="T55" fmla="*/ 177 h 354"/>
              <a:gd name="T56" fmla="*/ 281 w 563"/>
              <a:gd name="T57" fmla="*/ 249 h 354"/>
              <a:gd name="T58" fmla="*/ 354 w 563"/>
              <a:gd name="T59" fmla="*/ 177 h 354"/>
              <a:gd name="T60" fmla="*/ 350 w 563"/>
              <a:gd name="T61" fmla="*/ 152 h 354"/>
              <a:gd name="T62" fmla="*/ 358 w 563"/>
              <a:gd name="T63" fmla="*/ 129 h 354"/>
              <a:gd name="T64" fmla="*/ 326 w 563"/>
              <a:gd name="T65" fmla="*/ 97 h 354"/>
              <a:gd name="T66" fmla="*/ 326 w 563"/>
              <a:gd name="T67" fmla="*/ 108 h 354"/>
              <a:gd name="T68" fmla="*/ 347 w 563"/>
              <a:gd name="T69" fmla="*/ 129 h 354"/>
              <a:gd name="T70" fmla="*/ 326 w 563"/>
              <a:gd name="T71" fmla="*/ 150 h 354"/>
              <a:gd name="T72" fmla="*/ 305 w 563"/>
              <a:gd name="T73" fmla="*/ 129 h 354"/>
              <a:gd name="T74" fmla="*/ 326 w 563"/>
              <a:gd name="T75" fmla="*/ 108 h 354"/>
              <a:gd name="T76" fmla="*/ 281 w 563"/>
              <a:gd name="T77" fmla="*/ 238 h 354"/>
              <a:gd name="T78" fmla="*/ 220 w 563"/>
              <a:gd name="T79" fmla="*/ 177 h 354"/>
              <a:gd name="T80" fmla="*/ 281 w 563"/>
              <a:gd name="T81" fmla="*/ 115 h 354"/>
              <a:gd name="T82" fmla="*/ 296 w 563"/>
              <a:gd name="T83" fmla="*/ 117 h 354"/>
              <a:gd name="T84" fmla="*/ 293 w 563"/>
              <a:gd name="T85" fmla="*/ 129 h 354"/>
              <a:gd name="T86" fmla="*/ 326 w 563"/>
              <a:gd name="T87" fmla="*/ 162 h 354"/>
              <a:gd name="T88" fmla="*/ 340 w 563"/>
              <a:gd name="T89" fmla="*/ 159 h 354"/>
              <a:gd name="T90" fmla="*/ 343 w 563"/>
              <a:gd name="T91" fmla="*/ 177 h 354"/>
              <a:gd name="T92" fmla="*/ 281 w 563"/>
              <a:gd name="T93" fmla="*/ 238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63" h="354">
                <a:moveTo>
                  <a:pt x="559" y="167"/>
                </a:moveTo>
                <a:cubicBezTo>
                  <a:pt x="485" y="59"/>
                  <a:pt x="387" y="0"/>
                  <a:pt x="281" y="0"/>
                </a:cubicBezTo>
                <a:cubicBezTo>
                  <a:pt x="176" y="0"/>
                  <a:pt x="78" y="59"/>
                  <a:pt x="4" y="167"/>
                </a:cubicBezTo>
                <a:cubicBezTo>
                  <a:pt x="0" y="173"/>
                  <a:pt x="0" y="180"/>
                  <a:pt x="4" y="186"/>
                </a:cubicBezTo>
                <a:cubicBezTo>
                  <a:pt x="78" y="294"/>
                  <a:pt x="176" y="354"/>
                  <a:pt x="281" y="354"/>
                </a:cubicBezTo>
                <a:cubicBezTo>
                  <a:pt x="387" y="354"/>
                  <a:pt x="485" y="294"/>
                  <a:pt x="559" y="186"/>
                </a:cubicBezTo>
                <a:cubicBezTo>
                  <a:pt x="563" y="180"/>
                  <a:pt x="563" y="173"/>
                  <a:pt x="559" y="167"/>
                </a:cubicBezTo>
                <a:close/>
                <a:moveTo>
                  <a:pt x="549" y="179"/>
                </a:moveTo>
                <a:cubicBezTo>
                  <a:pt x="478" y="284"/>
                  <a:pt x="383" y="342"/>
                  <a:pt x="281" y="342"/>
                </a:cubicBezTo>
                <a:cubicBezTo>
                  <a:pt x="180" y="342"/>
                  <a:pt x="85" y="284"/>
                  <a:pt x="13" y="179"/>
                </a:cubicBezTo>
                <a:cubicBezTo>
                  <a:pt x="12" y="178"/>
                  <a:pt x="12" y="176"/>
                  <a:pt x="13" y="174"/>
                </a:cubicBezTo>
                <a:cubicBezTo>
                  <a:pt x="85" y="69"/>
                  <a:pt x="180" y="11"/>
                  <a:pt x="281" y="11"/>
                </a:cubicBezTo>
                <a:cubicBezTo>
                  <a:pt x="383" y="11"/>
                  <a:pt x="478" y="69"/>
                  <a:pt x="549" y="174"/>
                </a:cubicBezTo>
                <a:cubicBezTo>
                  <a:pt x="551" y="176"/>
                  <a:pt x="551" y="178"/>
                  <a:pt x="549" y="179"/>
                </a:cubicBezTo>
                <a:close/>
                <a:moveTo>
                  <a:pt x="281" y="42"/>
                </a:moveTo>
                <a:cubicBezTo>
                  <a:pt x="207" y="42"/>
                  <a:pt x="147" y="102"/>
                  <a:pt x="147" y="177"/>
                </a:cubicBezTo>
                <a:cubicBezTo>
                  <a:pt x="147" y="251"/>
                  <a:pt x="207" y="311"/>
                  <a:pt x="281" y="311"/>
                </a:cubicBezTo>
                <a:cubicBezTo>
                  <a:pt x="356" y="311"/>
                  <a:pt x="416" y="251"/>
                  <a:pt x="416" y="177"/>
                </a:cubicBezTo>
                <a:cubicBezTo>
                  <a:pt x="416" y="102"/>
                  <a:pt x="356" y="42"/>
                  <a:pt x="281" y="42"/>
                </a:cubicBezTo>
                <a:close/>
                <a:moveTo>
                  <a:pt x="281" y="300"/>
                </a:moveTo>
                <a:cubicBezTo>
                  <a:pt x="213" y="300"/>
                  <a:pt x="158" y="245"/>
                  <a:pt x="158" y="177"/>
                </a:cubicBezTo>
                <a:cubicBezTo>
                  <a:pt x="158" y="109"/>
                  <a:pt x="213" y="53"/>
                  <a:pt x="281" y="53"/>
                </a:cubicBezTo>
                <a:cubicBezTo>
                  <a:pt x="349" y="53"/>
                  <a:pt x="405" y="109"/>
                  <a:pt x="405" y="177"/>
                </a:cubicBezTo>
                <a:cubicBezTo>
                  <a:pt x="405" y="245"/>
                  <a:pt x="349" y="300"/>
                  <a:pt x="281" y="300"/>
                </a:cubicBezTo>
                <a:close/>
                <a:moveTo>
                  <a:pt x="326" y="97"/>
                </a:moveTo>
                <a:cubicBezTo>
                  <a:pt x="317" y="97"/>
                  <a:pt x="308" y="101"/>
                  <a:pt x="302" y="107"/>
                </a:cubicBezTo>
                <a:cubicBezTo>
                  <a:pt x="295" y="105"/>
                  <a:pt x="289" y="104"/>
                  <a:pt x="281" y="104"/>
                </a:cubicBezTo>
                <a:cubicBezTo>
                  <a:pt x="241" y="104"/>
                  <a:pt x="209" y="137"/>
                  <a:pt x="209" y="177"/>
                </a:cubicBezTo>
                <a:cubicBezTo>
                  <a:pt x="209" y="217"/>
                  <a:pt x="241" y="249"/>
                  <a:pt x="281" y="249"/>
                </a:cubicBezTo>
                <a:cubicBezTo>
                  <a:pt x="322" y="249"/>
                  <a:pt x="354" y="217"/>
                  <a:pt x="354" y="177"/>
                </a:cubicBezTo>
                <a:cubicBezTo>
                  <a:pt x="354" y="168"/>
                  <a:pt x="353" y="160"/>
                  <a:pt x="350" y="152"/>
                </a:cubicBezTo>
                <a:cubicBezTo>
                  <a:pt x="355" y="146"/>
                  <a:pt x="358" y="138"/>
                  <a:pt x="358" y="129"/>
                </a:cubicBezTo>
                <a:cubicBezTo>
                  <a:pt x="358" y="111"/>
                  <a:pt x="344" y="97"/>
                  <a:pt x="326" y="97"/>
                </a:cubicBezTo>
                <a:close/>
                <a:moveTo>
                  <a:pt x="326" y="108"/>
                </a:moveTo>
                <a:cubicBezTo>
                  <a:pt x="338" y="108"/>
                  <a:pt x="347" y="118"/>
                  <a:pt x="347" y="129"/>
                </a:cubicBezTo>
                <a:cubicBezTo>
                  <a:pt x="347" y="141"/>
                  <a:pt x="338" y="150"/>
                  <a:pt x="326" y="150"/>
                </a:cubicBezTo>
                <a:cubicBezTo>
                  <a:pt x="314" y="150"/>
                  <a:pt x="305" y="141"/>
                  <a:pt x="305" y="129"/>
                </a:cubicBezTo>
                <a:cubicBezTo>
                  <a:pt x="305" y="118"/>
                  <a:pt x="314" y="108"/>
                  <a:pt x="326" y="108"/>
                </a:cubicBezTo>
                <a:close/>
                <a:moveTo>
                  <a:pt x="281" y="238"/>
                </a:moveTo>
                <a:cubicBezTo>
                  <a:pt x="248" y="238"/>
                  <a:pt x="220" y="210"/>
                  <a:pt x="220" y="177"/>
                </a:cubicBezTo>
                <a:cubicBezTo>
                  <a:pt x="220" y="143"/>
                  <a:pt x="248" y="115"/>
                  <a:pt x="281" y="115"/>
                </a:cubicBezTo>
                <a:cubicBezTo>
                  <a:pt x="286" y="115"/>
                  <a:pt x="291" y="116"/>
                  <a:pt x="296" y="117"/>
                </a:cubicBezTo>
                <a:cubicBezTo>
                  <a:pt x="294" y="121"/>
                  <a:pt x="293" y="125"/>
                  <a:pt x="293" y="129"/>
                </a:cubicBezTo>
                <a:cubicBezTo>
                  <a:pt x="293" y="147"/>
                  <a:pt x="308" y="162"/>
                  <a:pt x="326" y="162"/>
                </a:cubicBezTo>
                <a:cubicBezTo>
                  <a:pt x="331" y="162"/>
                  <a:pt x="336" y="161"/>
                  <a:pt x="340" y="159"/>
                </a:cubicBezTo>
                <a:cubicBezTo>
                  <a:pt x="342" y="164"/>
                  <a:pt x="343" y="170"/>
                  <a:pt x="343" y="177"/>
                </a:cubicBezTo>
                <a:cubicBezTo>
                  <a:pt x="343" y="210"/>
                  <a:pt x="315" y="238"/>
                  <a:pt x="281" y="238"/>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0" name="Freeform 9">
            <a:extLst>
              <a:ext uri="{FF2B5EF4-FFF2-40B4-BE49-F238E27FC236}">
                <a16:creationId xmlns:a16="http://schemas.microsoft.com/office/drawing/2014/main" id="{2E7F95C8-722F-AE92-0476-62D71F090906}"/>
              </a:ext>
            </a:extLst>
          </p:cNvPr>
          <p:cNvSpPr>
            <a:spLocks noEditPoints="1"/>
          </p:cNvSpPr>
          <p:nvPr/>
        </p:nvSpPr>
        <p:spPr bwMode="auto">
          <a:xfrm>
            <a:off x="11120252" y="2640140"/>
            <a:ext cx="444079" cy="344536"/>
          </a:xfrm>
          <a:custGeom>
            <a:avLst/>
            <a:gdLst>
              <a:gd name="T0" fmla="*/ 381 w 559"/>
              <a:gd name="T1" fmla="*/ 457 h 487"/>
              <a:gd name="T2" fmla="*/ 279 w 559"/>
              <a:gd name="T3" fmla="*/ 487 h 487"/>
              <a:gd name="T4" fmla="*/ 177 w 559"/>
              <a:gd name="T5" fmla="*/ 457 h 487"/>
              <a:gd name="T6" fmla="*/ 181 w 559"/>
              <a:gd name="T7" fmla="*/ 446 h 487"/>
              <a:gd name="T8" fmla="*/ 280 w 559"/>
              <a:gd name="T9" fmla="*/ 476 h 487"/>
              <a:gd name="T10" fmla="*/ 385 w 559"/>
              <a:gd name="T11" fmla="*/ 450 h 487"/>
              <a:gd name="T12" fmla="*/ 124 w 559"/>
              <a:gd name="T13" fmla="*/ 354 h 487"/>
              <a:gd name="T14" fmla="*/ 120 w 559"/>
              <a:gd name="T15" fmla="*/ 343 h 487"/>
              <a:gd name="T16" fmla="*/ 0 w 559"/>
              <a:gd name="T17" fmla="*/ 390 h 487"/>
              <a:gd name="T18" fmla="*/ 120 w 559"/>
              <a:gd name="T19" fmla="*/ 438 h 487"/>
              <a:gd name="T20" fmla="*/ 128 w 559"/>
              <a:gd name="T21" fmla="*/ 434 h 487"/>
              <a:gd name="T22" fmla="*/ 14 w 559"/>
              <a:gd name="T23" fmla="*/ 393 h 487"/>
              <a:gd name="T24" fmla="*/ 14 w 559"/>
              <a:gd name="T25" fmla="*/ 387 h 487"/>
              <a:gd name="T26" fmla="*/ 438 w 559"/>
              <a:gd name="T27" fmla="*/ 343 h 487"/>
              <a:gd name="T28" fmla="*/ 435 w 559"/>
              <a:gd name="T29" fmla="*/ 354 h 487"/>
              <a:gd name="T30" fmla="*/ 547 w 559"/>
              <a:gd name="T31" fmla="*/ 390 h 487"/>
              <a:gd name="T32" fmla="*/ 435 w 559"/>
              <a:gd name="T33" fmla="*/ 427 h 487"/>
              <a:gd name="T34" fmla="*/ 437 w 559"/>
              <a:gd name="T35" fmla="*/ 438 h 487"/>
              <a:gd name="T36" fmla="*/ 548 w 559"/>
              <a:gd name="T37" fmla="*/ 404 h 487"/>
              <a:gd name="T38" fmla="*/ 548 w 559"/>
              <a:gd name="T39" fmla="*/ 376 h 487"/>
              <a:gd name="T40" fmla="*/ 399 w 559"/>
              <a:gd name="T41" fmla="*/ 413 h 487"/>
              <a:gd name="T42" fmla="*/ 142 w 559"/>
              <a:gd name="T43" fmla="*/ 395 h 487"/>
              <a:gd name="T44" fmla="*/ 164 w 559"/>
              <a:gd name="T45" fmla="*/ 318 h 487"/>
              <a:gd name="T46" fmla="*/ 178 w 559"/>
              <a:gd name="T47" fmla="*/ 289 h 487"/>
              <a:gd name="T48" fmla="*/ 212 w 559"/>
              <a:gd name="T49" fmla="*/ 171 h 487"/>
              <a:gd name="T50" fmla="*/ 216 w 559"/>
              <a:gd name="T51" fmla="*/ 136 h 487"/>
              <a:gd name="T52" fmla="*/ 262 w 559"/>
              <a:gd name="T53" fmla="*/ 44 h 487"/>
              <a:gd name="T54" fmla="*/ 279 w 559"/>
              <a:gd name="T55" fmla="*/ 0 h 487"/>
              <a:gd name="T56" fmla="*/ 297 w 559"/>
              <a:gd name="T57" fmla="*/ 44 h 487"/>
              <a:gd name="T58" fmla="*/ 343 w 559"/>
              <a:gd name="T59" fmla="*/ 136 h 487"/>
              <a:gd name="T60" fmla="*/ 347 w 559"/>
              <a:gd name="T61" fmla="*/ 171 h 487"/>
              <a:gd name="T62" fmla="*/ 381 w 559"/>
              <a:gd name="T63" fmla="*/ 289 h 487"/>
              <a:gd name="T64" fmla="*/ 395 w 559"/>
              <a:gd name="T65" fmla="*/ 318 h 487"/>
              <a:gd name="T66" fmla="*/ 417 w 559"/>
              <a:gd name="T67" fmla="*/ 395 h 487"/>
              <a:gd name="T68" fmla="*/ 400 w 559"/>
              <a:gd name="T69" fmla="*/ 389 h 487"/>
              <a:gd name="T70" fmla="*/ 395 w 559"/>
              <a:gd name="T71" fmla="*/ 382 h 487"/>
              <a:gd name="T72" fmla="*/ 378 w 559"/>
              <a:gd name="T73" fmla="*/ 316 h 487"/>
              <a:gd name="T74" fmla="*/ 388 w 559"/>
              <a:gd name="T75" fmla="*/ 307 h 487"/>
              <a:gd name="T76" fmla="*/ 366 w 559"/>
              <a:gd name="T77" fmla="*/ 300 h 487"/>
              <a:gd name="T78" fmla="*/ 337 w 559"/>
              <a:gd name="T79" fmla="*/ 164 h 487"/>
              <a:gd name="T80" fmla="*/ 342 w 559"/>
              <a:gd name="T81" fmla="*/ 160 h 487"/>
              <a:gd name="T82" fmla="*/ 341 w 559"/>
              <a:gd name="T83" fmla="*/ 148 h 487"/>
              <a:gd name="T84" fmla="*/ 329 w 559"/>
              <a:gd name="T85" fmla="*/ 139 h 487"/>
              <a:gd name="T86" fmla="*/ 288 w 559"/>
              <a:gd name="T87" fmla="*/ 52 h 487"/>
              <a:gd name="T88" fmla="*/ 286 w 559"/>
              <a:gd name="T89" fmla="*/ 18 h 487"/>
              <a:gd name="T90" fmla="*/ 273 w 559"/>
              <a:gd name="T91" fmla="*/ 18 h 487"/>
              <a:gd name="T92" fmla="*/ 271 w 559"/>
              <a:gd name="T93" fmla="*/ 52 h 487"/>
              <a:gd name="T94" fmla="*/ 229 w 559"/>
              <a:gd name="T95" fmla="*/ 139 h 487"/>
              <a:gd name="T96" fmla="*/ 217 w 559"/>
              <a:gd name="T97" fmla="*/ 148 h 487"/>
              <a:gd name="T98" fmla="*/ 217 w 559"/>
              <a:gd name="T99" fmla="*/ 160 h 487"/>
              <a:gd name="T100" fmla="*/ 222 w 559"/>
              <a:gd name="T101" fmla="*/ 164 h 487"/>
              <a:gd name="T102" fmla="*/ 193 w 559"/>
              <a:gd name="T103" fmla="*/ 300 h 487"/>
              <a:gd name="T104" fmla="*/ 171 w 559"/>
              <a:gd name="T105" fmla="*/ 307 h 487"/>
              <a:gd name="T106" fmla="*/ 181 w 559"/>
              <a:gd name="T107" fmla="*/ 316 h 487"/>
              <a:gd name="T108" fmla="*/ 164 w 559"/>
              <a:gd name="T109" fmla="*/ 382 h 487"/>
              <a:gd name="T110" fmla="*/ 159 w 559"/>
              <a:gd name="T111" fmla="*/ 389 h 487"/>
              <a:gd name="T112" fmla="*/ 160 w 559"/>
              <a:gd name="T113" fmla="*/ 401 h 487"/>
              <a:gd name="T114" fmla="*/ 405 w 559"/>
              <a:gd name="T115" fmla="*/ 39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59" h="487">
                <a:moveTo>
                  <a:pt x="385" y="450"/>
                </a:moveTo>
                <a:cubicBezTo>
                  <a:pt x="386" y="453"/>
                  <a:pt x="384" y="456"/>
                  <a:pt x="381" y="457"/>
                </a:cubicBezTo>
                <a:cubicBezTo>
                  <a:pt x="284" y="487"/>
                  <a:pt x="284" y="487"/>
                  <a:pt x="284" y="487"/>
                </a:cubicBezTo>
                <a:cubicBezTo>
                  <a:pt x="282" y="487"/>
                  <a:pt x="281" y="487"/>
                  <a:pt x="279" y="487"/>
                </a:cubicBezTo>
                <a:cubicBezTo>
                  <a:pt x="278" y="487"/>
                  <a:pt x="276" y="487"/>
                  <a:pt x="275" y="487"/>
                </a:cubicBezTo>
                <a:cubicBezTo>
                  <a:pt x="177" y="457"/>
                  <a:pt x="177" y="457"/>
                  <a:pt x="177" y="457"/>
                </a:cubicBezTo>
                <a:cubicBezTo>
                  <a:pt x="174" y="456"/>
                  <a:pt x="173" y="453"/>
                  <a:pt x="174" y="450"/>
                </a:cubicBezTo>
                <a:cubicBezTo>
                  <a:pt x="174" y="447"/>
                  <a:pt x="178" y="445"/>
                  <a:pt x="181" y="446"/>
                </a:cubicBezTo>
                <a:cubicBezTo>
                  <a:pt x="278" y="476"/>
                  <a:pt x="278" y="476"/>
                  <a:pt x="278" y="476"/>
                </a:cubicBezTo>
                <a:cubicBezTo>
                  <a:pt x="279" y="476"/>
                  <a:pt x="280" y="476"/>
                  <a:pt x="280" y="476"/>
                </a:cubicBezTo>
                <a:cubicBezTo>
                  <a:pt x="378" y="446"/>
                  <a:pt x="378" y="446"/>
                  <a:pt x="378" y="446"/>
                </a:cubicBezTo>
                <a:cubicBezTo>
                  <a:pt x="381" y="445"/>
                  <a:pt x="384" y="447"/>
                  <a:pt x="385" y="450"/>
                </a:cubicBezTo>
                <a:close/>
                <a:moveTo>
                  <a:pt x="14" y="387"/>
                </a:moveTo>
                <a:cubicBezTo>
                  <a:pt x="124" y="354"/>
                  <a:pt x="124" y="354"/>
                  <a:pt x="124" y="354"/>
                </a:cubicBezTo>
                <a:cubicBezTo>
                  <a:pt x="127" y="353"/>
                  <a:pt x="129" y="350"/>
                  <a:pt x="128" y="347"/>
                </a:cubicBezTo>
                <a:cubicBezTo>
                  <a:pt x="127" y="344"/>
                  <a:pt x="123" y="342"/>
                  <a:pt x="120" y="343"/>
                </a:cubicBezTo>
                <a:cubicBezTo>
                  <a:pt x="11" y="376"/>
                  <a:pt x="11" y="376"/>
                  <a:pt x="11" y="376"/>
                </a:cubicBezTo>
                <a:cubicBezTo>
                  <a:pt x="4" y="378"/>
                  <a:pt x="0" y="384"/>
                  <a:pt x="0" y="390"/>
                </a:cubicBezTo>
                <a:cubicBezTo>
                  <a:pt x="0" y="397"/>
                  <a:pt x="4" y="403"/>
                  <a:pt x="11" y="404"/>
                </a:cubicBezTo>
                <a:cubicBezTo>
                  <a:pt x="120" y="438"/>
                  <a:pt x="120" y="438"/>
                  <a:pt x="120" y="438"/>
                </a:cubicBezTo>
                <a:cubicBezTo>
                  <a:pt x="121" y="438"/>
                  <a:pt x="122" y="438"/>
                  <a:pt x="122" y="438"/>
                </a:cubicBezTo>
                <a:cubicBezTo>
                  <a:pt x="125" y="438"/>
                  <a:pt x="127" y="436"/>
                  <a:pt x="128" y="434"/>
                </a:cubicBezTo>
                <a:cubicBezTo>
                  <a:pt x="129" y="431"/>
                  <a:pt x="127" y="427"/>
                  <a:pt x="124" y="427"/>
                </a:cubicBezTo>
                <a:cubicBezTo>
                  <a:pt x="14" y="393"/>
                  <a:pt x="14" y="393"/>
                  <a:pt x="14" y="393"/>
                </a:cubicBezTo>
                <a:cubicBezTo>
                  <a:pt x="12" y="393"/>
                  <a:pt x="11" y="392"/>
                  <a:pt x="11" y="390"/>
                </a:cubicBezTo>
                <a:cubicBezTo>
                  <a:pt x="11" y="389"/>
                  <a:pt x="12" y="388"/>
                  <a:pt x="14" y="387"/>
                </a:cubicBezTo>
                <a:close/>
                <a:moveTo>
                  <a:pt x="548" y="376"/>
                </a:moveTo>
                <a:cubicBezTo>
                  <a:pt x="438" y="343"/>
                  <a:pt x="438" y="343"/>
                  <a:pt x="438" y="343"/>
                </a:cubicBezTo>
                <a:cubicBezTo>
                  <a:pt x="435" y="342"/>
                  <a:pt x="432" y="344"/>
                  <a:pt x="431" y="347"/>
                </a:cubicBezTo>
                <a:cubicBezTo>
                  <a:pt x="430" y="350"/>
                  <a:pt x="432" y="353"/>
                  <a:pt x="435" y="354"/>
                </a:cubicBezTo>
                <a:cubicBezTo>
                  <a:pt x="545" y="387"/>
                  <a:pt x="545" y="387"/>
                  <a:pt x="545" y="387"/>
                </a:cubicBezTo>
                <a:cubicBezTo>
                  <a:pt x="546" y="388"/>
                  <a:pt x="547" y="389"/>
                  <a:pt x="547" y="390"/>
                </a:cubicBezTo>
                <a:cubicBezTo>
                  <a:pt x="547" y="392"/>
                  <a:pt x="546" y="393"/>
                  <a:pt x="545" y="393"/>
                </a:cubicBezTo>
                <a:cubicBezTo>
                  <a:pt x="435" y="427"/>
                  <a:pt x="435" y="427"/>
                  <a:pt x="435" y="427"/>
                </a:cubicBezTo>
                <a:cubicBezTo>
                  <a:pt x="432" y="427"/>
                  <a:pt x="430" y="431"/>
                  <a:pt x="431" y="434"/>
                </a:cubicBezTo>
                <a:cubicBezTo>
                  <a:pt x="432" y="436"/>
                  <a:pt x="434" y="438"/>
                  <a:pt x="437" y="438"/>
                </a:cubicBezTo>
                <a:cubicBezTo>
                  <a:pt x="437" y="438"/>
                  <a:pt x="438" y="438"/>
                  <a:pt x="438" y="438"/>
                </a:cubicBezTo>
                <a:cubicBezTo>
                  <a:pt x="548" y="404"/>
                  <a:pt x="548" y="404"/>
                  <a:pt x="548" y="404"/>
                </a:cubicBezTo>
                <a:cubicBezTo>
                  <a:pt x="554" y="403"/>
                  <a:pt x="559" y="397"/>
                  <a:pt x="559" y="390"/>
                </a:cubicBezTo>
                <a:cubicBezTo>
                  <a:pt x="559" y="384"/>
                  <a:pt x="555" y="378"/>
                  <a:pt x="548" y="376"/>
                </a:cubicBezTo>
                <a:close/>
                <a:moveTo>
                  <a:pt x="417" y="395"/>
                </a:moveTo>
                <a:cubicBezTo>
                  <a:pt x="417" y="405"/>
                  <a:pt x="409" y="413"/>
                  <a:pt x="399" y="413"/>
                </a:cubicBezTo>
                <a:cubicBezTo>
                  <a:pt x="160" y="413"/>
                  <a:pt x="160" y="413"/>
                  <a:pt x="160" y="413"/>
                </a:cubicBezTo>
                <a:cubicBezTo>
                  <a:pt x="150" y="413"/>
                  <a:pt x="142" y="405"/>
                  <a:pt x="142" y="395"/>
                </a:cubicBezTo>
                <a:cubicBezTo>
                  <a:pt x="142" y="389"/>
                  <a:pt x="146" y="383"/>
                  <a:pt x="151" y="380"/>
                </a:cubicBezTo>
                <a:cubicBezTo>
                  <a:pt x="148" y="365"/>
                  <a:pt x="147" y="341"/>
                  <a:pt x="164" y="318"/>
                </a:cubicBezTo>
                <a:cubicBezTo>
                  <a:pt x="161" y="315"/>
                  <a:pt x="160" y="311"/>
                  <a:pt x="160" y="307"/>
                </a:cubicBezTo>
                <a:cubicBezTo>
                  <a:pt x="160" y="297"/>
                  <a:pt x="168" y="289"/>
                  <a:pt x="178" y="289"/>
                </a:cubicBezTo>
                <a:cubicBezTo>
                  <a:pt x="189" y="289"/>
                  <a:pt x="189" y="289"/>
                  <a:pt x="189" y="289"/>
                </a:cubicBezTo>
                <a:cubicBezTo>
                  <a:pt x="228" y="254"/>
                  <a:pt x="219" y="197"/>
                  <a:pt x="212" y="171"/>
                </a:cubicBezTo>
                <a:cubicBezTo>
                  <a:pt x="205" y="168"/>
                  <a:pt x="200" y="162"/>
                  <a:pt x="200" y="154"/>
                </a:cubicBezTo>
                <a:cubicBezTo>
                  <a:pt x="200" y="145"/>
                  <a:pt x="207" y="137"/>
                  <a:pt x="216" y="136"/>
                </a:cubicBezTo>
                <a:cubicBezTo>
                  <a:pt x="214" y="130"/>
                  <a:pt x="213" y="124"/>
                  <a:pt x="213" y="117"/>
                </a:cubicBezTo>
                <a:cubicBezTo>
                  <a:pt x="213" y="92"/>
                  <a:pt x="230" y="68"/>
                  <a:pt x="262" y="44"/>
                </a:cubicBezTo>
                <a:cubicBezTo>
                  <a:pt x="262" y="18"/>
                  <a:pt x="262" y="18"/>
                  <a:pt x="262" y="18"/>
                </a:cubicBezTo>
                <a:cubicBezTo>
                  <a:pt x="262" y="8"/>
                  <a:pt x="270" y="0"/>
                  <a:pt x="279" y="0"/>
                </a:cubicBezTo>
                <a:cubicBezTo>
                  <a:pt x="289" y="0"/>
                  <a:pt x="297" y="8"/>
                  <a:pt x="297" y="18"/>
                </a:cubicBezTo>
                <a:cubicBezTo>
                  <a:pt x="297" y="44"/>
                  <a:pt x="297" y="44"/>
                  <a:pt x="297" y="44"/>
                </a:cubicBezTo>
                <a:cubicBezTo>
                  <a:pt x="329" y="68"/>
                  <a:pt x="346" y="92"/>
                  <a:pt x="346" y="117"/>
                </a:cubicBezTo>
                <a:cubicBezTo>
                  <a:pt x="346" y="124"/>
                  <a:pt x="345" y="130"/>
                  <a:pt x="343" y="136"/>
                </a:cubicBezTo>
                <a:cubicBezTo>
                  <a:pt x="352" y="137"/>
                  <a:pt x="359" y="145"/>
                  <a:pt x="359" y="154"/>
                </a:cubicBezTo>
                <a:cubicBezTo>
                  <a:pt x="359" y="162"/>
                  <a:pt x="354" y="168"/>
                  <a:pt x="347" y="171"/>
                </a:cubicBezTo>
                <a:cubicBezTo>
                  <a:pt x="340" y="197"/>
                  <a:pt x="331" y="254"/>
                  <a:pt x="370" y="289"/>
                </a:cubicBezTo>
                <a:cubicBezTo>
                  <a:pt x="381" y="289"/>
                  <a:pt x="381" y="289"/>
                  <a:pt x="381" y="289"/>
                </a:cubicBezTo>
                <a:cubicBezTo>
                  <a:pt x="391" y="289"/>
                  <a:pt x="399" y="297"/>
                  <a:pt x="399" y="307"/>
                </a:cubicBezTo>
                <a:cubicBezTo>
                  <a:pt x="399" y="311"/>
                  <a:pt x="398" y="315"/>
                  <a:pt x="395" y="318"/>
                </a:cubicBezTo>
                <a:cubicBezTo>
                  <a:pt x="412" y="341"/>
                  <a:pt x="411" y="365"/>
                  <a:pt x="408" y="380"/>
                </a:cubicBezTo>
                <a:cubicBezTo>
                  <a:pt x="413" y="383"/>
                  <a:pt x="417" y="389"/>
                  <a:pt x="417" y="395"/>
                </a:cubicBezTo>
                <a:close/>
                <a:moveTo>
                  <a:pt x="405" y="395"/>
                </a:moveTo>
                <a:cubicBezTo>
                  <a:pt x="405" y="392"/>
                  <a:pt x="403" y="389"/>
                  <a:pt x="400" y="389"/>
                </a:cubicBezTo>
                <a:cubicBezTo>
                  <a:pt x="393" y="388"/>
                  <a:pt x="393" y="388"/>
                  <a:pt x="393" y="388"/>
                </a:cubicBezTo>
                <a:cubicBezTo>
                  <a:pt x="395" y="382"/>
                  <a:pt x="395" y="382"/>
                  <a:pt x="395" y="382"/>
                </a:cubicBezTo>
                <a:cubicBezTo>
                  <a:pt x="399" y="369"/>
                  <a:pt x="403" y="344"/>
                  <a:pt x="383" y="321"/>
                </a:cubicBezTo>
                <a:cubicBezTo>
                  <a:pt x="378" y="316"/>
                  <a:pt x="378" y="316"/>
                  <a:pt x="378" y="316"/>
                </a:cubicBezTo>
                <a:cubicBezTo>
                  <a:pt x="384" y="312"/>
                  <a:pt x="384" y="312"/>
                  <a:pt x="384" y="312"/>
                </a:cubicBezTo>
                <a:cubicBezTo>
                  <a:pt x="386" y="311"/>
                  <a:pt x="388" y="309"/>
                  <a:pt x="388" y="307"/>
                </a:cubicBezTo>
                <a:cubicBezTo>
                  <a:pt x="388" y="303"/>
                  <a:pt x="385" y="300"/>
                  <a:pt x="381" y="300"/>
                </a:cubicBezTo>
                <a:cubicBezTo>
                  <a:pt x="366" y="300"/>
                  <a:pt x="366" y="300"/>
                  <a:pt x="366" y="300"/>
                </a:cubicBezTo>
                <a:cubicBezTo>
                  <a:pt x="364" y="299"/>
                  <a:pt x="364" y="299"/>
                  <a:pt x="364" y="299"/>
                </a:cubicBezTo>
                <a:cubicBezTo>
                  <a:pt x="316" y="258"/>
                  <a:pt x="329" y="191"/>
                  <a:pt x="337" y="164"/>
                </a:cubicBezTo>
                <a:cubicBezTo>
                  <a:pt x="338" y="160"/>
                  <a:pt x="338" y="160"/>
                  <a:pt x="338" y="160"/>
                </a:cubicBezTo>
                <a:cubicBezTo>
                  <a:pt x="342" y="160"/>
                  <a:pt x="342" y="160"/>
                  <a:pt x="342" y="160"/>
                </a:cubicBezTo>
                <a:cubicBezTo>
                  <a:pt x="345" y="160"/>
                  <a:pt x="348" y="157"/>
                  <a:pt x="348" y="154"/>
                </a:cubicBezTo>
                <a:cubicBezTo>
                  <a:pt x="348" y="150"/>
                  <a:pt x="345" y="148"/>
                  <a:pt x="341" y="148"/>
                </a:cubicBezTo>
                <a:cubicBezTo>
                  <a:pt x="325" y="148"/>
                  <a:pt x="325" y="148"/>
                  <a:pt x="325" y="148"/>
                </a:cubicBezTo>
                <a:cubicBezTo>
                  <a:pt x="329" y="139"/>
                  <a:pt x="329" y="139"/>
                  <a:pt x="329" y="139"/>
                </a:cubicBezTo>
                <a:cubicBezTo>
                  <a:pt x="333" y="132"/>
                  <a:pt x="335" y="125"/>
                  <a:pt x="335" y="117"/>
                </a:cubicBezTo>
                <a:cubicBezTo>
                  <a:pt x="334" y="96"/>
                  <a:pt x="319" y="74"/>
                  <a:pt x="288" y="52"/>
                </a:cubicBezTo>
                <a:cubicBezTo>
                  <a:pt x="286" y="50"/>
                  <a:pt x="286" y="50"/>
                  <a:pt x="286" y="50"/>
                </a:cubicBezTo>
                <a:cubicBezTo>
                  <a:pt x="286" y="18"/>
                  <a:pt x="286" y="18"/>
                  <a:pt x="286" y="18"/>
                </a:cubicBezTo>
                <a:cubicBezTo>
                  <a:pt x="286" y="14"/>
                  <a:pt x="283" y="11"/>
                  <a:pt x="279" y="11"/>
                </a:cubicBezTo>
                <a:cubicBezTo>
                  <a:pt x="276" y="11"/>
                  <a:pt x="273" y="14"/>
                  <a:pt x="273" y="18"/>
                </a:cubicBezTo>
                <a:cubicBezTo>
                  <a:pt x="273" y="50"/>
                  <a:pt x="273" y="50"/>
                  <a:pt x="273" y="50"/>
                </a:cubicBezTo>
                <a:cubicBezTo>
                  <a:pt x="271" y="52"/>
                  <a:pt x="271" y="52"/>
                  <a:pt x="271" y="52"/>
                </a:cubicBezTo>
                <a:cubicBezTo>
                  <a:pt x="240" y="74"/>
                  <a:pt x="225" y="96"/>
                  <a:pt x="224" y="117"/>
                </a:cubicBezTo>
                <a:cubicBezTo>
                  <a:pt x="224" y="125"/>
                  <a:pt x="226" y="132"/>
                  <a:pt x="229" y="139"/>
                </a:cubicBezTo>
                <a:cubicBezTo>
                  <a:pt x="234" y="148"/>
                  <a:pt x="234" y="148"/>
                  <a:pt x="234" y="148"/>
                </a:cubicBezTo>
                <a:cubicBezTo>
                  <a:pt x="217" y="148"/>
                  <a:pt x="217" y="148"/>
                  <a:pt x="217" y="148"/>
                </a:cubicBezTo>
                <a:cubicBezTo>
                  <a:pt x="214" y="148"/>
                  <a:pt x="211" y="150"/>
                  <a:pt x="211" y="154"/>
                </a:cubicBezTo>
                <a:cubicBezTo>
                  <a:pt x="211" y="157"/>
                  <a:pt x="214" y="160"/>
                  <a:pt x="217" y="160"/>
                </a:cubicBezTo>
                <a:cubicBezTo>
                  <a:pt x="221" y="160"/>
                  <a:pt x="221" y="160"/>
                  <a:pt x="221" y="160"/>
                </a:cubicBezTo>
                <a:cubicBezTo>
                  <a:pt x="222" y="164"/>
                  <a:pt x="222" y="164"/>
                  <a:pt x="222" y="164"/>
                </a:cubicBezTo>
                <a:cubicBezTo>
                  <a:pt x="230" y="191"/>
                  <a:pt x="243" y="258"/>
                  <a:pt x="195" y="299"/>
                </a:cubicBezTo>
                <a:cubicBezTo>
                  <a:pt x="193" y="300"/>
                  <a:pt x="193" y="300"/>
                  <a:pt x="193" y="300"/>
                </a:cubicBezTo>
                <a:cubicBezTo>
                  <a:pt x="178" y="300"/>
                  <a:pt x="178" y="300"/>
                  <a:pt x="178" y="300"/>
                </a:cubicBezTo>
                <a:cubicBezTo>
                  <a:pt x="174" y="300"/>
                  <a:pt x="171" y="303"/>
                  <a:pt x="171" y="307"/>
                </a:cubicBezTo>
                <a:cubicBezTo>
                  <a:pt x="171" y="309"/>
                  <a:pt x="173" y="311"/>
                  <a:pt x="175" y="312"/>
                </a:cubicBezTo>
                <a:cubicBezTo>
                  <a:pt x="181" y="316"/>
                  <a:pt x="181" y="316"/>
                  <a:pt x="181" y="316"/>
                </a:cubicBezTo>
                <a:cubicBezTo>
                  <a:pt x="176" y="321"/>
                  <a:pt x="176" y="321"/>
                  <a:pt x="176" y="321"/>
                </a:cubicBezTo>
                <a:cubicBezTo>
                  <a:pt x="156" y="344"/>
                  <a:pt x="160" y="369"/>
                  <a:pt x="164" y="382"/>
                </a:cubicBezTo>
                <a:cubicBezTo>
                  <a:pt x="165" y="388"/>
                  <a:pt x="165" y="388"/>
                  <a:pt x="165" y="388"/>
                </a:cubicBezTo>
                <a:cubicBezTo>
                  <a:pt x="159" y="389"/>
                  <a:pt x="159" y="389"/>
                  <a:pt x="159" y="389"/>
                </a:cubicBezTo>
                <a:cubicBezTo>
                  <a:pt x="156" y="389"/>
                  <a:pt x="154" y="392"/>
                  <a:pt x="154" y="395"/>
                </a:cubicBezTo>
                <a:cubicBezTo>
                  <a:pt x="154" y="399"/>
                  <a:pt x="156" y="401"/>
                  <a:pt x="160" y="401"/>
                </a:cubicBezTo>
                <a:cubicBezTo>
                  <a:pt x="399" y="401"/>
                  <a:pt x="399" y="401"/>
                  <a:pt x="399" y="401"/>
                </a:cubicBezTo>
                <a:cubicBezTo>
                  <a:pt x="402" y="401"/>
                  <a:pt x="405" y="399"/>
                  <a:pt x="405" y="395"/>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Freeform 269">
            <a:extLst>
              <a:ext uri="{FF2B5EF4-FFF2-40B4-BE49-F238E27FC236}">
                <a16:creationId xmlns:a16="http://schemas.microsoft.com/office/drawing/2014/main" id="{B83CD376-7E46-4C87-638C-7F0863133263}"/>
              </a:ext>
            </a:extLst>
          </p:cNvPr>
          <p:cNvSpPr>
            <a:spLocks noEditPoints="1"/>
          </p:cNvSpPr>
          <p:nvPr/>
        </p:nvSpPr>
        <p:spPr bwMode="auto">
          <a:xfrm>
            <a:off x="11172986" y="3592505"/>
            <a:ext cx="385295" cy="320177"/>
          </a:xfrm>
          <a:custGeom>
            <a:avLst/>
            <a:gdLst>
              <a:gd name="T0" fmla="*/ 365 w 626"/>
              <a:gd name="T1" fmla="*/ 581 h 594"/>
              <a:gd name="T2" fmla="*/ 320 w 626"/>
              <a:gd name="T3" fmla="*/ 446 h 594"/>
              <a:gd name="T4" fmla="*/ 539 w 626"/>
              <a:gd name="T5" fmla="*/ 368 h 594"/>
              <a:gd name="T6" fmla="*/ 539 w 626"/>
              <a:gd name="T7" fmla="*/ 223 h 594"/>
              <a:gd name="T8" fmla="*/ 539 w 626"/>
              <a:gd name="T9" fmla="*/ 79 h 594"/>
              <a:gd name="T10" fmla="*/ 166 w 626"/>
              <a:gd name="T11" fmla="*/ 0 h 594"/>
              <a:gd name="T12" fmla="*/ 134 w 626"/>
              <a:gd name="T13" fmla="*/ 151 h 594"/>
              <a:gd name="T14" fmla="*/ 134 w 626"/>
              <a:gd name="T15" fmla="*/ 295 h 594"/>
              <a:gd name="T16" fmla="*/ 166 w 626"/>
              <a:gd name="T17" fmla="*/ 446 h 594"/>
              <a:gd name="T18" fmla="*/ 306 w 626"/>
              <a:gd name="T19" fmla="*/ 536 h 594"/>
              <a:gd name="T20" fmla="*/ 7 w 626"/>
              <a:gd name="T21" fmla="*/ 581 h 594"/>
              <a:gd name="T22" fmla="*/ 7 w 626"/>
              <a:gd name="T23" fmla="*/ 594 h 594"/>
              <a:gd name="T24" fmla="*/ 274 w 626"/>
              <a:gd name="T25" fmla="*/ 588 h 594"/>
              <a:gd name="T26" fmla="*/ 352 w 626"/>
              <a:gd name="T27" fmla="*/ 588 h 594"/>
              <a:gd name="T28" fmla="*/ 620 w 626"/>
              <a:gd name="T29" fmla="*/ 594 h 594"/>
              <a:gd name="T30" fmla="*/ 620 w 626"/>
              <a:gd name="T31" fmla="*/ 581 h 594"/>
              <a:gd name="T32" fmla="*/ 166 w 626"/>
              <a:gd name="T33" fmla="*/ 13 h 594"/>
              <a:gd name="T34" fmla="*/ 526 w 626"/>
              <a:gd name="T35" fmla="*/ 79 h 594"/>
              <a:gd name="T36" fmla="*/ 166 w 626"/>
              <a:gd name="T37" fmla="*/ 145 h 594"/>
              <a:gd name="T38" fmla="*/ 100 w 626"/>
              <a:gd name="T39" fmla="*/ 223 h 594"/>
              <a:gd name="T40" fmla="*/ 461 w 626"/>
              <a:gd name="T41" fmla="*/ 158 h 594"/>
              <a:gd name="T42" fmla="*/ 461 w 626"/>
              <a:gd name="T43" fmla="*/ 289 h 594"/>
              <a:gd name="T44" fmla="*/ 100 w 626"/>
              <a:gd name="T45" fmla="*/ 223 h 594"/>
              <a:gd name="T46" fmla="*/ 166 w 626"/>
              <a:gd name="T47" fmla="*/ 302 h 594"/>
              <a:gd name="T48" fmla="*/ 526 w 626"/>
              <a:gd name="T49" fmla="*/ 368 h 594"/>
              <a:gd name="T50" fmla="*/ 166 w 626"/>
              <a:gd name="T51" fmla="*/ 433 h 594"/>
              <a:gd name="T52" fmla="*/ 461 w 626"/>
              <a:gd name="T53" fmla="*/ 86 h 594"/>
              <a:gd name="T54" fmla="*/ 309 w 626"/>
              <a:gd name="T55" fmla="*/ 79 h 594"/>
              <a:gd name="T56" fmla="*/ 461 w 626"/>
              <a:gd name="T57" fmla="*/ 72 h 594"/>
              <a:gd name="T58" fmla="*/ 461 w 626"/>
              <a:gd name="T59" fmla="*/ 86 h 594"/>
              <a:gd name="T60" fmla="*/ 240 w 626"/>
              <a:gd name="T61" fmla="*/ 72 h 594"/>
              <a:gd name="T62" fmla="*/ 167 w 626"/>
              <a:gd name="T63" fmla="*/ 86 h 594"/>
              <a:gd name="T64" fmla="*/ 167 w 626"/>
              <a:gd name="T65" fmla="*/ 86 h 594"/>
              <a:gd name="T66" fmla="*/ 315 w 626"/>
              <a:gd name="T67" fmla="*/ 230 h 594"/>
              <a:gd name="T68" fmla="*/ 315 w 626"/>
              <a:gd name="T69" fmla="*/ 217 h 594"/>
              <a:gd name="T70" fmla="*/ 468 w 626"/>
              <a:gd name="T71" fmla="*/ 223 h 594"/>
              <a:gd name="T72" fmla="*/ 240 w 626"/>
              <a:gd name="T73" fmla="*/ 230 h 594"/>
              <a:gd name="T74" fmla="*/ 240 w 626"/>
              <a:gd name="T75" fmla="*/ 230 h 594"/>
              <a:gd name="T76" fmla="*/ 167 w 626"/>
              <a:gd name="T77" fmla="*/ 217 h 594"/>
              <a:gd name="T78" fmla="*/ 315 w 626"/>
              <a:gd name="T79" fmla="*/ 374 h 594"/>
              <a:gd name="T80" fmla="*/ 315 w 626"/>
              <a:gd name="T81" fmla="*/ 361 h 594"/>
              <a:gd name="T82" fmla="*/ 468 w 626"/>
              <a:gd name="T83" fmla="*/ 368 h 594"/>
              <a:gd name="T84" fmla="*/ 315 w 626"/>
              <a:gd name="T85" fmla="*/ 374 h 594"/>
              <a:gd name="T86" fmla="*/ 240 w 626"/>
              <a:gd name="T87" fmla="*/ 361 h 594"/>
              <a:gd name="T88" fmla="*/ 167 w 626"/>
              <a:gd name="T89" fmla="*/ 374 h 594"/>
              <a:gd name="T90" fmla="*/ 167 w 626"/>
              <a:gd name="T91" fmla="*/ 374 h 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626" h="594">
                <a:moveTo>
                  <a:pt x="620" y="581"/>
                </a:moveTo>
                <a:cubicBezTo>
                  <a:pt x="365" y="581"/>
                  <a:pt x="365" y="581"/>
                  <a:pt x="365" y="581"/>
                </a:cubicBezTo>
                <a:cubicBezTo>
                  <a:pt x="362" y="557"/>
                  <a:pt x="343" y="539"/>
                  <a:pt x="320" y="536"/>
                </a:cubicBezTo>
                <a:cubicBezTo>
                  <a:pt x="320" y="446"/>
                  <a:pt x="320" y="446"/>
                  <a:pt x="320" y="446"/>
                </a:cubicBezTo>
                <a:cubicBezTo>
                  <a:pt x="461" y="446"/>
                  <a:pt x="461" y="446"/>
                  <a:pt x="461" y="446"/>
                </a:cubicBezTo>
                <a:cubicBezTo>
                  <a:pt x="504" y="446"/>
                  <a:pt x="539" y="411"/>
                  <a:pt x="539" y="368"/>
                </a:cubicBezTo>
                <a:cubicBezTo>
                  <a:pt x="539" y="335"/>
                  <a:pt x="520" y="308"/>
                  <a:pt x="492" y="295"/>
                </a:cubicBezTo>
                <a:cubicBezTo>
                  <a:pt x="520" y="283"/>
                  <a:pt x="539" y="256"/>
                  <a:pt x="539" y="223"/>
                </a:cubicBezTo>
                <a:cubicBezTo>
                  <a:pt x="539" y="191"/>
                  <a:pt x="520" y="163"/>
                  <a:pt x="492" y="151"/>
                </a:cubicBezTo>
                <a:cubicBezTo>
                  <a:pt x="520" y="139"/>
                  <a:pt x="539" y="111"/>
                  <a:pt x="539" y="79"/>
                </a:cubicBezTo>
                <a:cubicBezTo>
                  <a:pt x="539" y="36"/>
                  <a:pt x="504" y="0"/>
                  <a:pt x="461" y="0"/>
                </a:cubicBezTo>
                <a:cubicBezTo>
                  <a:pt x="166" y="0"/>
                  <a:pt x="166" y="0"/>
                  <a:pt x="166" y="0"/>
                </a:cubicBezTo>
                <a:cubicBezTo>
                  <a:pt x="122" y="0"/>
                  <a:pt x="87" y="36"/>
                  <a:pt x="87" y="79"/>
                </a:cubicBezTo>
                <a:cubicBezTo>
                  <a:pt x="87" y="111"/>
                  <a:pt x="106" y="139"/>
                  <a:pt x="134" y="151"/>
                </a:cubicBezTo>
                <a:cubicBezTo>
                  <a:pt x="106" y="163"/>
                  <a:pt x="87" y="191"/>
                  <a:pt x="87" y="223"/>
                </a:cubicBezTo>
                <a:cubicBezTo>
                  <a:pt x="87" y="256"/>
                  <a:pt x="106" y="283"/>
                  <a:pt x="134" y="295"/>
                </a:cubicBezTo>
                <a:cubicBezTo>
                  <a:pt x="106" y="308"/>
                  <a:pt x="87" y="335"/>
                  <a:pt x="87" y="368"/>
                </a:cubicBezTo>
                <a:cubicBezTo>
                  <a:pt x="87" y="411"/>
                  <a:pt x="122" y="446"/>
                  <a:pt x="166" y="446"/>
                </a:cubicBezTo>
                <a:cubicBezTo>
                  <a:pt x="306" y="446"/>
                  <a:pt x="306" y="446"/>
                  <a:pt x="306" y="446"/>
                </a:cubicBezTo>
                <a:cubicBezTo>
                  <a:pt x="306" y="536"/>
                  <a:pt x="306" y="536"/>
                  <a:pt x="306" y="536"/>
                </a:cubicBezTo>
                <a:cubicBezTo>
                  <a:pt x="283" y="539"/>
                  <a:pt x="264" y="557"/>
                  <a:pt x="261" y="581"/>
                </a:cubicBezTo>
                <a:cubicBezTo>
                  <a:pt x="7" y="581"/>
                  <a:pt x="7" y="581"/>
                  <a:pt x="7" y="581"/>
                </a:cubicBezTo>
                <a:cubicBezTo>
                  <a:pt x="3" y="581"/>
                  <a:pt x="0" y="584"/>
                  <a:pt x="0" y="588"/>
                </a:cubicBezTo>
                <a:cubicBezTo>
                  <a:pt x="0" y="591"/>
                  <a:pt x="3" y="594"/>
                  <a:pt x="7" y="594"/>
                </a:cubicBezTo>
                <a:cubicBezTo>
                  <a:pt x="267" y="594"/>
                  <a:pt x="267" y="594"/>
                  <a:pt x="267" y="594"/>
                </a:cubicBezTo>
                <a:cubicBezTo>
                  <a:pt x="271" y="594"/>
                  <a:pt x="274" y="591"/>
                  <a:pt x="274" y="588"/>
                </a:cubicBezTo>
                <a:cubicBezTo>
                  <a:pt x="274" y="566"/>
                  <a:pt x="291" y="548"/>
                  <a:pt x="313" y="548"/>
                </a:cubicBezTo>
                <a:cubicBezTo>
                  <a:pt x="335" y="548"/>
                  <a:pt x="352" y="566"/>
                  <a:pt x="352" y="588"/>
                </a:cubicBezTo>
                <a:cubicBezTo>
                  <a:pt x="352" y="591"/>
                  <a:pt x="355" y="594"/>
                  <a:pt x="359" y="594"/>
                </a:cubicBezTo>
                <a:cubicBezTo>
                  <a:pt x="620" y="594"/>
                  <a:pt x="620" y="594"/>
                  <a:pt x="620" y="594"/>
                </a:cubicBezTo>
                <a:cubicBezTo>
                  <a:pt x="623" y="594"/>
                  <a:pt x="626" y="591"/>
                  <a:pt x="626" y="588"/>
                </a:cubicBezTo>
                <a:cubicBezTo>
                  <a:pt x="626" y="584"/>
                  <a:pt x="623" y="581"/>
                  <a:pt x="620" y="581"/>
                </a:cubicBezTo>
                <a:close/>
                <a:moveTo>
                  <a:pt x="100" y="79"/>
                </a:moveTo>
                <a:cubicBezTo>
                  <a:pt x="100" y="43"/>
                  <a:pt x="129" y="13"/>
                  <a:pt x="166" y="13"/>
                </a:cubicBezTo>
                <a:cubicBezTo>
                  <a:pt x="461" y="13"/>
                  <a:pt x="461" y="13"/>
                  <a:pt x="461" y="13"/>
                </a:cubicBezTo>
                <a:cubicBezTo>
                  <a:pt x="497" y="13"/>
                  <a:pt x="526" y="43"/>
                  <a:pt x="526" y="79"/>
                </a:cubicBezTo>
                <a:cubicBezTo>
                  <a:pt x="526" y="115"/>
                  <a:pt x="497" y="145"/>
                  <a:pt x="461" y="145"/>
                </a:cubicBezTo>
                <a:cubicBezTo>
                  <a:pt x="166" y="145"/>
                  <a:pt x="166" y="145"/>
                  <a:pt x="166" y="145"/>
                </a:cubicBezTo>
                <a:cubicBezTo>
                  <a:pt x="129" y="145"/>
                  <a:pt x="100" y="115"/>
                  <a:pt x="100" y="79"/>
                </a:cubicBezTo>
                <a:close/>
                <a:moveTo>
                  <a:pt x="100" y="223"/>
                </a:moveTo>
                <a:cubicBezTo>
                  <a:pt x="100" y="187"/>
                  <a:pt x="129" y="158"/>
                  <a:pt x="166" y="158"/>
                </a:cubicBezTo>
                <a:cubicBezTo>
                  <a:pt x="461" y="158"/>
                  <a:pt x="461" y="158"/>
                  <a:pt x="461" y="158"/>
                </a:cubicBezTo>
                <a:cubicBezTo>
                  <a:pt x="497" y="158"/>
                  <a:pt x="526" y="187"/>
                  <a:pt x="526" y="223"/>
                </a:cubicBezTo>
                <a:cubicBezTo>
                  <a:pt x="526" y="259"/>
                  <a:pt x="497" y="289"/>
                  <a:pt x="461" y="289"/>
                </a:cubicBezTo>
                <a:cubicBezTo>
                  <a:pt x="166" y="289"/>
                  <a:pt x="166" y="289"/>
                  <a:pt x="166" y="289"/>
                </a:cubicBezTo>
                <a:cubicBezTo>
                  <a:pt x="129" y="289"/>
                  <a:pt x="100" y="259"/>
                  <a:pt x="100" y="223"/>
                </a:cubicBezTo>
                <a:close/>
                <a:moveTo>
                  <a:pt x="100" y="368"/>
                </a:moveTo>
                <a:cubicBezTo>
                  <a:pt x="100" y="332"/>
                  <a:pt x="129" y="302"/>
                  <a:pt x="166" y="302"/>
                </a:cubicBezTo>
                <a:cubicBezTo>
                  <a:pt x="461" y="302"/>
                  <a:pt x="461" y="302"/>
                  <a:pt x="461" y="302"/>
                </a:cubicBezTo>
                <a:cubicBezTo>
                  <a:pt x="497" y="302"/>
                  <a:pt x="526" y="332"/>
                  <a:pt x="526" y="368"/>
                </a:cubicBezTo>
                <a:cubicBezTo>
                  <a:pt x="526" y="404"/>
                  <a:pt x="497" y="433"/>
                  <a:pt x="461" y="433"/>
                </a:cubicBezTo>
                <a:cubicBezTo>
                  <a:pt x="166" y="433"/>
                  <a:pt x="166" y="433"/>
                  <a:pt x="166" y="433"/>
                </a:cubicBezTo>
                <a:cubicBezTo>
                  <a:pt x="129" y="433"/>
                  <a:pt x="100" y="404"/>
                  <a:pt x="100" y="368"/>
                </a:cubicBezTo>
                <a:close/>
                <a:moveTo>
                  <a:pt x="461" y="86"/>
                </a:moveTo>
                <a:cubicBezTo>
                  <a:pt x="315" y="86"/>
                  <a:pt x="315" y="86"/>
                  <a:pt x="315" y="86"/>
                </a:cubicBezTo>
                <a:cubicBezTo>
                  <a:pt x="312" y="86"/>
                  <a:pt x="309" y="83"/>
                  <a:pt x="309" y="79"/>
                </a:cubicBezTo>
                <a:cubicBezTo>
                  <a:pt x="309" y="75"/>
                  <a:pt x="312" y="72"/>
                  <a:pt x="315" y="72"/>
                </a:cubicBezTo>
                <a:cubicBezTo>
                  <a:pt x="461" y="72"/>
                  <a:pt x="461" y="72"/>
                  <a:pt x="461" y="72"/>
                </a:cubicBezTo>
                <a:cubicBezTo>
                  <a:pt x="465" y="72"/>
                  <a:pt x="468" y="75"/>
                  <a:pt x="468" y="79"/>
                </a:cubicBezTo>
                <a:cubicBezTo>
                  <a:pt x="468" y="83"/>
                  <a:pt x="465" y="86"/>
                  <a:pt x="461" y="86"/>
                </a:cubicBezTo>
                <a:close/>
                <a:moveTo>
                  <a:pt x="240" y="86"/>
                </a:moveTo>
                <a:cubicBezTo>
                  <a:pt x="232" y="86"/>
                  <a:pt x="232" y="72"/>
                  <a:pt x="240" y="72"/>
                </a:cubicBezTo>
                <a:cubicBezTo>
                  <a:pt x="249" y="72"/>
                  <a:pt x="249" y="86"/>
                  <a:pt x="240" y="86"/>
                </a:cubicBezTo>
                <a:close/>
                <a:moveTo>
                  <a:pt x="167" y="86"/>
                </a:moveTo>
                <a:cubicBezTo>
                  <a:pt x="159" y="86"/>
                  <a:pt x="159" y="72"/>
                  <a:pt x="167" y="72"/>
                </a:cubicBezTo>
                <a:cubicBezTo>
                  <a:pt x="176" y="72"/>
                  <a:pt x="176" y="86"/>
                  <a:pt x="167" y="86"/>
                </a:cubicBezTo>
                <a:close/>
                <a:moveTo>
                  <a:pt x="461" y="230"/>
                </a:moveTo>
                <a:cubicBezTo>
                  <a:pt x="315" y="230"/>
                  <a:pt x="315" y="230"/>
                  <a:pt x="315" y="230"/>
                </a:cubicBezTo>
                <a:cubicBezTo>
                  <a:pt x="312" y="230"/>
                  <a:pt x="309" y="227"/>
                  <a:pt x="309" y="223"/>
                </a:cubicBezTo>
                <a:cubicBezTo>
                  <a:pt x="309" y="220"/>
                  <a:pt x="312" y="217"/>
                  <a:pt x="315" y="217"/>
                </a:cubicBezTo>
                <a:cubicBezTo>
                  <a:pt x="461" y="217"/>
                  <a:pt x="461" y="217"/>
                  <a:pt x="461" y="217"/>
                </a:cubicBezTo>
                <a:cubicBezTo>
                  <a:pt x="465" y="217"/>
                  <a:pt x="468" y="220"/>
                  <a:pt x="468" y="223"/>
                </a:cubicBezTo>
                <a:cubicBezTo>
                  <a:pt x="468" y="227"/>
                  <a:pt x="465" y="230"/>
                  <a:pt x="461" y="230"/>
                </a:cubicBezTo>
                <a:close/>
                <a:moveTo>
                  <a:pt x="240" y="230"/>
                </a:moveTo>
                <a:cubicBezTo>
                  <a:pt x="232" y="230"/>
                  <a:pt x="232" y="217"/>
                  <a:pt x="240" y="217"/>
                </a:cubicBezTo>
                <a:cubicBezTo>
                  <a:pt x="249" y="217"/>
                  <a:pt x="249" y="230"/>
                  <a:pt x="240" y="230"/>
                </a:cubicBezTo>
                <a:close/>
                <a:moveTo>
                  <a:pt x="167" y="230"/>
                </a:moveTo>
                <a:cubicBezTo>
                  <a:pt x="159" y="230"/>
                  <a:pt x="159" y="217"/>
                  <a:pt x="167" y="217"/>
                </a:cubicBezTo>
                <a:cubicBezTo>
                  <a:pt x="176" y="217"/>
                  <a:pt x="176" y="230"/>
                  <a:pt x="167" y="230"/>
                </a:cubicBezTo>
                <a:close/>
                <a:moveTo>
                  <a:pt x="315" y="374"/>
                </a:moveTo>
                <a:cubicBezTo>
                  <a:pt x="312" y="374"/>
                  <a:pt x="309" y="371"/>
                  <a:pt x="309" y="368"/>
                </a:cubicBezTo>
                <a:cubicBezTo>
                  <a:pt x="309" y="364"/>
                  <a:pt x="312" y="361"/>
                  <a:pt x="315" y="361"/>
                </a:cubicBezTo>
                <a:cubicBezTo>
                  <a:pt x="461" y="361"/>
                  <a:pt x="461" y="361"/>
                  <a:pt x="461" y="361"/>
                </a:cubicBezTo>
                <a:cubicBezTo>
                  <a:pt x="465" y="361"/>
                  <a:pt x="468" y="364"/>
                  <a:pt x="468" y="368"/>
                </a:cubicBezTo>
                <a:cubicBezTo>
                  <a:pt x="468" y="371"/>
                  <a:pt x="465" y="374"/>
                  <a:pt x="461" y="374"/>
                </a:cubicBezTo>
                <a:lnTo>
                  <a:pt x="315" y="374"/>
                </a:lnTo>
                <a:close/>
                <a:moveTo>
                  <a:pt x="240" y="374"/>
                </a:moveTo>
                <a:cubicBezTo>
                  <a:pt x="232" y="374"/>
                  <a:pt x="232" y="361"/>
                  <a:pt x="240" y="361"/>
                </a:cubicBezTo>
                <a:cubicBezTo>
                  <a:pt x="249" y="361"/>
                  <a:pt x="249" y="374"/>
                  <a:pt x="240" y="374"/>
                </a:cubicBezTo>
                <a:close/>
                <a:moveTo>
                  <a:pt x="167" y="374"/>
                </a:moveTo>
                <a:cubicBezTo>
                  <a:pt x="159" y="374"/>
                  <a:pt x="159" y="361"/>
                  <a:pt x="167" y="361"/>
                </a:cubicBezTo>
                <a:cubicBezTo>
                  <a:pt x="176" y="361"/>
                  <a:pt x="176" y="374"/>
                  <a:pt x="167" y="374"/>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5" name="Graphic 14">
            <a:extLst>
              <a:ext uri="{FF2B5EF4-FFF2-40B4-BE49-F238E27FC236}">
                <a16:creationId xmlns:a16="http://schemas.microsoft.com/office/drawing/2014/main" id="{EBE26D3A-9422-F25B-E0F2-EDCF287E8A27}"/>
              </a:ext>
            </a:extLst>
          </p:cNvPr>
          <p:cNvSpPr/>
          <p:nvPr/>
        </p:nvSpPr>
        <p:spPr>
          <a:xfrm>
            <a:off x="11165947" y="4540790"/>
            <a:ext cx="403264" cy="287707"/>
          </a:xfrm>
          <a:custGeom>
            <a:avLst/>
            <a:gdLst>
              <a:gd name="connsiteX0" fmla="*/ 392477 w 403264"/>
              <a:gd name="connsiteY0" fmla="*/ 267752 h 287707"/>
              <a:gd name="connsiteX1" fmla="*/ 388131 w 403264"/>
              <a:gd name="connsiteY1" fmla="*/ 270890 h 287707"/>
              <a:gd name="connsiteX2" fmla="*/ 386683 w 403264"/>
              <a:gd name="connsiteY2" fmla="*/ 270649 h 287707"/>
              <a:gd name="connsiteX3" fmla="*/ 383786 w 403264"/>
              <a:gd name="connsiteY3" fmla="*/ 264855 h 287707"/>
              <a:gd name="connsiteX4" fmla="*/ 312372 w 403264"/>
              <a:gd name="connsiteY4" fmla="*/ 44053 h 287707"/>
              <a:gd name="connsiteX5" fmla="*/ 89317 w 403264"/>
              <a:gd name="connsiteY5" fmla="*/ 45139 h 287707"/>
              <a:gd name="connsiteX6" fmla="*/ 19189 w 403264"/>
              <a:gd name="connsiteY6" fmla="*/ 264815 h 287707"/>
              <a:gd name="connsiteX7" fmla="*/ 16172 w 403264"/>
              <a:gd name="connsiteY7" fmla="*/ 270568 h 287707"/>
              <a:gd name="connsiteX8" fmla="*/ 10418 w 403264"/>
              <a:gd name="connsiteY8" fmla="*/ 267551 h 287707"/>
              <a:gd name="connsiteX9" fmla="*/ 83925 w 403264"/>
              <a:gd name="connsiteY9" fmla="*/ 37696 h 287707"/>
              <a:gd name="connsiteX10" fmla="*/ 317682 w 403264"/>
              <a:gd name="connsiteY10" fmla="*/ 36570 h 287707"/>
              <a:gd name="connsiteX11" fmla="*/ 392477 w 403264"/>
              <a:gd name="connsiteY11" fmla="*/ 267752 h 287707"/>
              <a:gd name="connsiteX12" fmla="*/ 214805 w 403264"/>
              <a:gd name="connsiteY12" fmla="*/ 259585 h 287707"/>
              <a:gd name="connsiteX13" fmla="*/ 221283 w 403264"/>
              <a:gd name="connsiteY13" fmla="*/ 253107 h 287707"/>
              <a:gd name="connsiteX14" fmla="*/ 221283 w 403264"/>
              <a:gd name="connsiteY14" fmla="*/ 252986 h 287707"/>
              <a:gd name="connsiteX15" fmla="*/ 214805 w 403264"/>
              <a:gd name="connsiteY15" fmla="*/ 246509 h 287707"/>
              <a:gd name="connsiteX16" fmla="*/ 208649 w 403264"/>
              <a:gd name="connsiteY16" fmla="*/ 251136 h 287707"/>
              <a:gd name="connsiteX17" fmla="*/ 208328 w 403264"/>
              <a:gd name="connsiteY17" fmla="*/ 252986 h 287707"/>
              <a:gd name="connsiteX18" fmla="*/ 214805 w 403264"/>
              <a:gd name="connsiteY18" fmla="*/ 259585 h 287707"/>
              <a:gd name="connsiteX19" fmla="*/ 195171 w 403264"/>
              <a:gd name="connsiteY19" fmla="*/ 248279 h 287707"/>
              <a:gd name="connsiteX20" fmla="*/ 198631 w 403264"/>
              <a:gd name="connsiteY20" fmla="*/ 247193 h 287707"/>
              <a:gd name="connsiteX21" fmla="*/ 200683 w 403264"/>
              <a:gd name="connsiteY21" fmla="*/ 238341 h 287707"/>
              <a:gd name="connsiteX22" fmla="*/ 191832 w 403264"/>
              <a:gd name="connsiteY22" fmla="*/ 236289 h 287707"/>
              <a:gd name="connsiteX23" fmla="*/ 191832 w 403264"/>
              <a:gd name="connsiteY23" fmla="*/ 236169 h 287707"/>
              <a:gd name="connsiteX24" fmla="*/ 189659 w 403264"/>
              <a:gd name="connsiteY24" fmla="*/ 245141 h 287707"/>
              <a:gd name="connsiteX25" fmla="*/ 195171 w 403264"/>
              <a:gd name="connsiteY25" fmla="*/ 248279 h 287707"/>
              <a:gd name="connsiteX26" fmla="*/ 198511 w 403264"/>
              <a:gd name="connsiteY26" fmla="*/ 258860 h 287707"/>
              <a:gd name="connsiteX27" fmla="*/ 189659 w 403264"/>
              <a:gd name="connsiteY27" fmla="*/ 261113 h 287707"/>
              <a:gd name="connsiteX28" fmla="*/ 191912 w 403264"/>
              <a:gd name="connsiteY28" fmla="*/ 269965 h 287707"/>
              <a:gd name="connsiteX29" fmla="*/ 195252 w 403264"/>
              <a:gd name="connsiteY29" fmla="*/ 270810 h 287707"/>
              <a:gd name="connsiteX30" fmla="*/ 200764 w 403264"/>
              <a:gd name="connsiteY30" fmla="*/ 267672 h 287707"/>
              <a:gd name="connsiteX31" fmla="*/ 198511 w 403264"/>
              <a:gd name="connsiteY31" fmla="*/ 258860 h 287707"/>
              <a:gd name="connsiteX32" fmla="*/ 44496 w 403264"/>
              <a:gd name="connsiteY32" fmla="*/ 245664 h 287707"/>
              <a:gd name="connsiteX33" fmla="*/ 42324 w 403264"/>
              <a:gd name="connsiteY33" fmla="*/ 244256 h 287707"/>
              <a:gd name="connsiteX34" fmla="*/ 37375 w 403264"/>
              <a:gd name="connsiteY34" fmla="*/ 244256 h 287707"/>
              <a:gd name="connsiteX35" fmla="*/ 35323 w 403264"/>
              <a:gd name="connsiteY35" fmla="*/ 245664 h 287707"/>
              <a:gd name="connsiteX36" fmla="*/ 33915 w 403264"/>
              <a:gd name="connsiteY36" fmla="*/ 247836 h 287707"/>
              <a:gd name="connsiteX37" fmla="*/ 33392 w 403264"/>
              <a:gd name="connsiteY37" fmla="*/ 250331 h 287707"/>
              <a:gd name="connsiteX38" fmla="*/ 33915 w 403264"/>
              <a:gd name="connsiteY38" fmla="*/ 252825 h 287707"/>
              <a:gd name="connsiteX39" fmla="*/ 35323 w 403264"/>
              <a:gd name="connsiteY39" fmla="*/ 254877 h 287707"/>
              <a:gd name="connsiteX40" fmla="*/ 37375 w 403264"/>
              <a:gd name="connsiteY40" fmla="*/ 256285 h 287707"/>
              <a:gd name="connsiteX41" fmla="*/ 39869 w 403264"/>
              <a:gd name="connsiteY41" fmla="*/ 256808 h 287707"/>
              <a:gd name="connsiteX42" fmla="*/ 42364 w 403264"/>
              <a:gd name="connsiteY42" fmla="*/ 256285 h 287707"/>
              <a:gd name="connsiteX43" fmla="*/ 44537 w 403264"/>
              <a:gd name="connsiteY43" fmla="*/ 254877 h 287707"/>
              <a:gd name="connsiteX44" fmla="*/ 45945 w 403264"/>
              <a:gd name="connsiteY44" fmla="*/ 252825 h 287707"/>
              <a:gd name="connsiteX45" fmla="*/ 46387 w 403264"/>
              <a:gd name="connsiteY45" fmla="*/ 250331 h 287707"/>
              <a:gd name="connsiteX46" fmla="*/ 45945 w 403264"/>
              <a:gd name="connsiteY46" fmla="*/ 247836 h 287707"/>
              <a:gd name="connsiteX47" fmla="*/ 44496 w 403264"/>
              <a:gd name="connsiteY47" fmla="*/ 245664 h 287707"/>
              <a:gd name="connsiteX48" fmla="*/ 65297 w 403264"/>
              <a:gd name="connsiteY48" fmla="*/ 235404 h 287707"/>
              <a:gd name="connsiteX49" fmla="*/ 61073 w 403264"/>
              <a:gd name="connsiteY49" fmla="*/ 243491 h 287707"/>
              <a:gd name="connsiteX50" fmla="*/ 67228 w 403264"/>
              <a:gd name="connsiteY50" fmla="*/ 248038 h 287707"/>
              <a:gd name="connsiteX51" fmla="*/ 69159 w 403264"/>
              <a:gd name="connsiteY51" fmla="*/ 247836 h 287707"/>
              <a:gd name="connsiteX52" fmla="*/ 73384 w 403264"/>
              <a:gd name="connsiteY52" fmla="*/ 239629 h 287707"/>
              <a:gd name="connsiteX53" fmla="*/ 65297 w 403264"/>
              <a:gd name="connsiteY53" fmla="*/ 235404 h 287707"/>
              <a:gd name="connsiteX54" fmla="*/ 99214 w 403264"/>
              <a:gd name="connsiteY54" fmla="*/ 228404 h 287707"/>
              <a:gd name="connsiteX55" fmla="*/ 97162 w 403264"/>
              <a:gd name="connsiteY55" fmla="*/ 226995 h 287707"/>
              <a:gd name="connsiteX56" fmla="*/ 92213 w 403264"/>
              <a:gd name="connsiteY56" fmla="*/ 226995 h 287707"/>
              <a:gd name="connsiteX57" fmla="*/ 90041 w 403264"/>
              <a:gd name="connsiteY57" fmla="*/ 228404 h 287707"/>
              <a:gd name="connsiteX58" fmla="*/ 88633 w 403264"/>
              <a:gd name="connsiteY58" fmla="*/ 230455 h 287707"/>
              <a:gd name="connsiteX59" fmla="*/ 88190 w 403264"/>
              <a:gd name="connsiteY59" fmla="*/ 232950 h 287707"/>
              <a:gd name="connsiteX60" fmla="*/ 90041 w 403264"/>
              <a:gd name="connsiteY60" fmla="*/ 237577 h 287707"/>
              <a:gd name="connsiteX61" fmla="*/ 94708 w 403264"/>
              <a:gd name="connsiteY61" fmla="*/ 239428 h 287707"/>
              <a:gd name="connsiteX62" fmla="*/ 97202 w 403264"/>
              <a:gd name="connsiteY62" fmla="*/ 238985 h 287707"/>
              <a:gd name="connsiteX63" fmla="*/ 99254 w 403264"/>
              <a:gd name="connsiteY63" fmla="*/ 237577 h 287707"/>
              <a:gd name="connsiteX64" fmla="*/ 100662 w 403264"/>
              <a:gd name="connsiteY64" fmla="*/ 235404 h 287707"/>
              <a:gd name="connsiteX65" fmla="*/ 101185 w 403264"/>
              <a:gd name="connsiteY65" fmla="*/ 232910 h 287707"/>
              <a:gd name="connsiteX66" fmla="*/ 100662 w 403264"/>
              <a:gd name="connsiteY66" fmla="*/ 230415 h 287707"/>
              <a:gd name="connsiteX67" fmla="*/ 99214 w 403264"/>
              <a:gd name="connsiteY67" fmla="*/ 228404 h 287707"/>
              <a:gd name="connsiteX68" fmla="*/ 46106 w 403264"/>
              <a:gd name="connsiteY68" fmla="*/ 142706 h 287707"/>
              <a:gd name="connsiteX69" fmla="*/ 44054 w 403264"/>
              <a:gd name="connsiteY69" fmla="*/ 141298 h 287707"/>
              <a:gd name="connsiteX70" fmla="*/ 39105 w 403264"/>
              <a:gd name="connsiteY70" fmla="*/ 141298 h 287707"/>
              <a:gd name="connsiteX71" fmla="*/ 36932 w 403264"/>
              <a:gd name="connsiteY71" fmla="*/ 142706 h 287707"/>
              <a:gd name="connsiteX72" fmla="*/ 35524 w 403264"/>
              <a:gd name="connsiteY72" fmla="*/ 144758 h 287707"/>
              <a:gd name="connsiteX73" fmla="*/ 35082 w 403264"/>
              <a:gd name="connsiteY73" fmla="*/ 147252 h 287707"/>
              <a:gd name="connsiteX74" fmla="*/ 36932 w 403264"/>
              <a:gd name="connsiteY74" fmla="*/ 151799 h 287707"/>
              <a:gd name="connsiteX75" fmla="*/ 39105 w 403264"/>
              <a:gd name="connsiteY75" fmla="*/ 153328 h 287707"/>
              <a:gd name="connsiteX76" fmla="*/ 41599 w 403264"/>
              <a:gd name="connsiteY76" fmla="*/ 153770 h 287707"/>
              <a:gd name="connsiteX77" fmla="*/ 44094 w 403264"/>
              <a:gd name="connsiteY77" fmla="*/ 153328 h 287707"/>
              <a:gd name="connsiteX78" fmla="*/ 46146 w 403264"/>
              <a:gd name="connsiteY78" fmla="*/ 151799 h 287707"/>
              <a:gd name="connsiteX79" fmla="*/ 48077 w 403264"/>
              <a:gd name="connsiteY79" fmla="*/ 147252 h 287707"/>
              <a:gd name="connsiteX80" fmla="*/ 47554 w 403264"/>
              <a:gd name="connsiteY80" fmla="*/ 144758 h 287707"/>
              <a:gd name="connsiteX81" fmla="*/ 46106 w 403264"/>
              <a:gd name="connsiteY81" fmla="*/ 142706 h 287707"/>
              <a:gd name="connsiteX82" fmla="*/ 70608 w 403264"/>
              <a:gd name="connsiteY82" fmla="*/ 150149 h 287707"/>
              <a:gd name="connsiteX83" fmla="*/ 62400 w 403264"/>
              <a:gd name="connsiteY83" fmla="*/ 154253 h 287707"/>
              <a:gd name="connsiteX84" fmla="*/ 66504 w 403264"/>
              <a:gd name="connsiteY84" fmla="*/ 162461 h 287707"/>
              <a:gd name="connsiteX85" fmla="*/ 68435 w 403264"/>
              <a:gd name="connsiteY85" fmla="*/ 162782 h 287707"/>
              <a:gd name="connsiteX86" fmla="*/ 74712 w 403264"/>
              <a:gd name="connsiteY86" fmla="*/ 158357 h 287707"/>
              <a:gd name="connsiteX87" fmla="*/ 70608 w 403264"/>
              <a:gd name="connsiteY87" fmla="*/ 150149 h 287707"/>
              <a:gd name="connsiteX88" fmla="*/ 97927 w 403264"/>
              <a:gd name="connsiteY88" fmla="*/ 159322 h 287707"/>
              <a:gd name="connsiteX89" fmla="*/ 92978 w 403264"/>
              <a:gd name="connsiteY89" fmla="*/ 159322 h 287707"/>
              <a:gd name="connsiteX90" fmla="*/ 90926 w 403264"/>
              <a:gd name="connsiteY90" fmla="*/ 160731 h 287707"/>
              <a:gd name="connsiteX91" fmla="*/ 88995 w 403264"/>
              <a:gd name="connsiteY91" fmla="*/ 165277 h 287707"/>
              <a:gd name="connsiteX92" fmla="*/ 90926 w 403264"/>
              <a:gd name="connsiteY92" fmla="*/ 169944 h 287707"/>
              <a:gd name="connsiteX93" fmla="*/ 92978 w 403264"/>
              <a:gd name="connsiteY93" fmla="*/ 171352 h 287707"/>
              <a:gd name="connsiteX94" fmla="*/ 95553 w 403264"/>
              <a:gd name="connsiteY94" fmla="*/ 171795 h 287707"/>
              <a:gd name="connsiteX95" fmla="*/ 100099 w 403264"/>
              <a:gd name="connsiteY95" fmla="*/ 169944 h 287707"/>
              <a:gd name="connsiteX96" fmla="*/ 101507 w 403264"/>
              <a:gd name="connsiteY96" fmla="*/ 167771 h 287707"/>
              <a:gd name="connsiteX97" fmla="*/ 101950 w 403264"/>
              <a:gd name="connsiteY97" fmla="*/ 165277 h 287707"/>
              <a:gd name="connsiteX98" fmla="*/ 100099 w 403264"/>
              <a:gd name="connsiteY98" fmla="*/ 160731 h 287707"/>
              <a:gd name="connsiteX99" fmla="*/ 97927 w 403264"/>
              <a:gd name="connsiteY99" fmla="*/ 159322 h 287707"/>
              <a:gd name="connsiteX100" fmla="*/ 106335 w 403264"/>
              <a:gd name="connsiteY100" fmla="*/ 57451 h 287707"/>
              <a:gd name="connsiteX101" fmla="*/ 99335 w 403264"/>
              <a:gd name="connsiteY101" fmla="*/ 56043 h 287707"/>
              <a:gd name="connsiteX102" fmla="*/ 97283 w 403264"/>
              <a:gd name="connsiteY102" fmla="*/ 57451 h 287707"/>
              <a:gd name="connsiteX103" fmla="*/ 95794 w 403264"/>
              <a:gd name="connsiteY103" fmla="*/ 59583 h 287707"/>
              <a:gd name="connsiteX104" fmla="*/ 95352 w 403264"/>
              <a:gd name="connsiteY104" fmla="*/ 62078 h 287707"/>
              <a:gd name="connsiteX105" fmla="*/ 97283 w 403264"/>
              <a:gd name="connsiteY105" fmla="*/ 66624 h 287707"/>
              <a:gd name="connsiteX106" fmla="*/ 99335 w 403264"/>
              <a:gd name="connsiteY106" fmla="*/ 68032 h 287707"/>
              <a:gd name="connsiteX107" fmla="*/ 101829 w 403264"/>
              <a:gd name="connsiteY107" fmla="*/ 68555 h 287707"/>
              <a:gd name="connsiteX108" fmla="*/ 104324 w 403264"/>
              <a:gd name="connsiteY108" fmla="*/ 68032 h 287707"/>
              <a:gd name="connsiteX109" fmla="*/ 106376 w 403264"/>
              <a:gd name="connsiteY109" fmla="*/ 66624 h 287707"/>
              <a:gd name="connsiteX110" fmla="*/ 108307 w 403264"/>
              <a:gd name="connsiteY110" fmla="*/ 62078 h 287707"/>
              <a:gd name="connsiteX111" fmla="*/ 107784 w 403264"/>
              <a:gd name="connsiteY111" fmla="*/ 59583 h 287707"/>
              <a:gd name="connsiteX112" fmla="*/ 106335 w 403264"/>
              <a:gd name="connsiteY112" fmla="*/ 57451 h 287707"/>
              <a:gd name="connsiteX113" fmla="*/ 114945 w 403264"/>
              <a:gd name="connsiteY113" fmla="*/ 80223 h 287707"/>
              <a:gd name="connsiteX114" fmla="*/ 113416 w 403264"/>
              <a:gd name="connsiteY114" fmla="*/ 89276 h 287707"/>
              <a:gd name="connsiteX115" fmla="*/ 118727 w 403264"/>
              <a:gd name="connsiteY115" fmla="*/ 91851 h 287707"/>
              <a:gd name="connsiteX116" fmla="*/ 122509 w 403264"/>
              <a:gd name="connsiteY116" fmla="*/ 90684 h 287707"/>
              <a:gd name="connsiteX117" fmla="*/ 123998 w 403264"/>
              <a:gd name="connsiteY117" fmla="*/ 81591 h 287707"/>
              <a:gd name="connsiteX118" fmla="*/ 114945 w 403264"/>
              <a:gd name="connsiteY118" fmla="*/ 80223 h 287707"/>
              <a:gd name="connsiteX119" fmla="*/ 140333 w 403264"/>
              <a:gd name="connsiteY119" fmla="*/ 104283 h 287707"/>
              <a:gd name="connsiteX120" fmla="*/ 138160 w 403264"/>
              <a:gd name="connsiteY120" fmla="*/ 102875 h 287707"/>
              <a:gd name="connsiteX121" fmla="*/ 133211 w 403264"/>
              <a:gd name="connsiteY121" fmla="*/ 102875 h 287707"/>
              <a:gd name="connsiteX122" fmla="*/ 131159 w 403264"/>
              <a:gd name="connsiteY122" fmla="*/ 104283 h 287707"/>
              <a:gd name="connsiteX123" fmla="*/ 129751 w 403264"/>
              <a:gd name="connsiteY123" fmla="*/ 106335 h 287707"/>
              <a:gd name="connsiteX124" fmla="*/ 129309 w 403264"/>
              <a:gd name="connsiteY124" fmla="*/ 108829 h 287707"/>
              <a:gd name="connsiteX125" fmla="*/ 131159 w 403264"/>
              <a:gd name="connsiteY125" fmla="*/ 113456 h 287707"/>
              <a:gd name="connsiteX126" fmla="*/ 133211 w 403264"/>
              <a:gd name="connsiteY126" fmla="*/ 114744 h 287707"/>
              <a:gd name="connsiteX127" fmla="*/ 135706 w 403264"/>
              <a:gd name="connsiteY127" fmla="*/ 115267 h 287707"/>
              <a:gd name="connsiteX128" fmla="*/ 138200 w 403264"/>
              <a:gd name="connsiteY128" fmla="*/ 114744 h 287707"/>
              <a:gd name="connsiteX129" fmla="*/ 140373 w 403264"/>
              <a:gd name="connsiteY129" fmla="*/ 113456 h 287707"/>
              <a:gd name="connsiteX130" fmla="*/ 141781 w 403264"/>
              <a:gd name="connsiteY130" fmla="*/ 111283 h 287707"/>
              <a:gd name="connsiteX131" fmla="*/ 142224 w 403264"/>
              <a:gd name="connsiteY131" fmla="*/ 108789 h 287707"/>
              <a:gd name="connsiteX132" fmla="*/ 141781 w 403264"/>
              <a:gd name="connsiteY132" fmla="*/ 106295 h 287707"/>
              <a:gd name="connsiteX133" fmla="*/ 140333 w 403264"/>
              <a:gd name="connsiteY133" fmla="*/ 104283 h 287707"/>
              <a:gd name="connsiteX134" fmla="*/ 365923 w 403264"/>
              <a:gd name="connsiteY134" fmla="*/ 244296 h 287707"/>
              <a:gd name="connsiteX135" fmla="*/ 360974 w 403264"/>
              <a:gd name="connsiteY135" fmla="*/ 244296 h 287707"/>
              <a:gd name="connsiteX136" fmla="*/ 358922 w 403264"/>
              <a:gd name="connsiteY136" fmla="*/ 245704 h 287707"/>
              <a:gd name="connsiteX137" fmla="*/ 356991 w 403264"/>
              <a:gd name="connsiteY137" fmla="*/ 250331 h 287707"/>
              <a:gd name="connsiteX138" fmla="*/ 357514 w 403264"/>
              <a:gd name="connsiteY138" fmla="*/ 252825 h 287707"/>
              <a:gd name="connsiteX139" fmla="*/ 358922 w 403264"/>
              <a:gd name="connsiteY139" fmla="*/ 254877 h 287707"/>
              <a:gd name="connsiteX140" fmla="*/ 363468 w 403264"/>
              <a:gd name="connsiteY140" fmla="*/ 256808 h 287707"/>
              <a:gd name="connsiteX141" fmla="*/ 365963 w 403264"/>
              <a:gd name="connsiteY141" fmla="*/ 256285 h 287707"/>
              <a:gd name="connsiteX142" fmla="*/ 368135 w 403264"/>
              <a:gd name="connsiteY142" fmla="*/ 254877 h 287707"/>
              <a:gd name="connsiteX143" fmla="*/ 369544 w 403264"/>
              <a:gd name="connsiteY143" fmla="*/ 252825 h 287707"/>
              <a:gd name="connsiteX144" fmla="*/ 369986 w 403264"/>
              <a:gd name="connsiteY144" fmla="*/ 250331 h 287707"/>
              <a:gd name="connsiteX145" fmla="*/ 368135 w 403264"/>
              <a:gd name="connsiteY145" fmla="*/ 245704 h 287707"/>
              <a:gd name="connsiteX146" fmla="*/ 365923 w 403264"/>
              <a:gd name="connsiteY146" fmla="*/ 244296 h 287707"/>
              <a:gd name="connsiteX147" fmla="*/ 338081 w 403264"/>
              <a:gd name="connsiteY147" fmla="*/ 235404 h 287707"/>
              <a:gd name="connsiteX148" fmla="*/ 329873 w 403264"/>
              <a:gd name="connsiteY148" fmla="*/ 239629 h 287707"/>
              <a:gd name="connsiteX149" fmla="*/ 334178 w 403264"/>
              <a:gd name="connsiteY149" fmla="*/ 247836 h 287707"/>
              <a:gd name="connsiteX150" fmla="*/ 336109 w 403264"/>
              <a:gd name="connsiteY150" fmla="*/ 248038 h 287707"/>
              <a:gd name="connsiteX151" fmla="*/ 342265 w 403264"/>
              <a:gd name="connsiteY151" fmla="*/ 243491 h 287707"/>
              <a:gd name="connsiteX152" fmla="*/ 338081 w 403264"/>
              <a:gd name="connsiteY152" fmla="*/ 235404 h 287707"/>
              <a:gd name="connsiteX153" fmla="*/ 313257 w 403264"/>
              <a:gd name="connsiteY153" fmla="*/ 228404 h 287707"/>
              <a:gd name="connsiteX154" fmla="*/ 311205 w 403264"/>
              <a:gd name="connsiteY154" fmla="*/ 226995 h 287707"/>
              <a:gd name="connsiteX155" fmla="*/ 304083 w 403264"/>
              <a:gd name="connsiteY155" fmla="*/ 228404 h 287707"/>
              <a:gd name="connsiteX156" fmla="*/ 302675 w 403264"/>
              <a:gd name="connsiteY156" fmla="*/ 230455 h 287707"/>
              <a:gd name="connsiteX157" fmla="*/ 302233 w 403264"/>
              <a:gd name="connsiteY157" fmla="*/ 232950 h 287707"/>
              <a:gd name="connsiteX158" fmla="*/ 302675 w 403264"/>
              <a:gd name="connsiteY158" fmla="*/ 235444 h 287707"/>
              <a:gd name="connsiteX159" fmla="*/ 304164 w 403264"/>
              <a:gd name="connsiteY159" fmla="*/ 237617 h 287707"/>
              <a:gd name="connsiteX160" fmla="*/ 306216 w 403264"/>
              <a:gd name="connsiteY160" fmla="*/ 239025 h 287707"/>
              <a:gd name="connsiteX161" fmla="*/ 308710 w 403264"/>
              <a:gd name="connsiteY161" fmla="*/ 239468 h 287707"/>
              <a:gd name="connsiteX162" fmla="*/ 311205 w 403264"/>
              <a:gd name="connsiteY162" fmla="*/ 239025 h 287707"/>
              <a:gd name="connsiteX163" fmla="*/ 313257 w 403264"/>
              <a:gd name="connsiteY163" fmla="*/ 237617 h 287707"/>
              <a:gd name="connsiteX164" fmla="*/ 314665 w 403264"/>
              <a:gd name="connsiteY164" fmla="*/ 235444 h 287707"/>
              <a:gd name="connsiteX165" fmla="*/ 315188 w 403264"/>
              <a:gd name="connsiteY165" fmla="*/ 232950 h 287707"/>
              <a:gd name="connsiteX166" fmla="*/ 314665 w 403264"/>
              <a:gd name="connsiteY166" fmla="*/ 230455 h 287707"/>
              <a:gd name="connsiteX167" fmla="*/ 313257 w 403264"/>
              <a:gd name="connsiteY167" fmla="*/ 228404 h 287707"/>
              <a:gd name="connsiteX168" fmla="*/ 359324 w 403264"/>
              <a:gd name="connsiteY168" fmla="*/ 153287 h 287707"/>
              <a:gd name="connsiteX169" fmla="*/ 361819 w 403264"/>
              <a:gd name="connsiteY169" fmla="*/ 153730 h 287707"/>
              <a:gd name="connsiteX170" fmla="*/ 364313 w 403264"/>
              <a:gd name="connsiteY170" fmla="*/ 153287 h 287707"/>
              <a:gd name="connsiteX171" fmla="*/ 366365 w 403264"/>
              <a:gd name="connsiteY171" fmla="*/ 151879 h 287707"/>
              <a:gd name="connsiteX172" fmla="*/ 367773 w 403264"/>
              <a:gd name="connsiteY172" fmla="*/ 149707 h 287707"/>
              <a:gd name="connsiteX173" fmla="*/ 368296 w 403264"/>
              <a:gd name="connsiteY173" fmla="*/ 147212 h 287707"/>
              <a:gd name="connsiteX174" fmla="*/ 367773 w 403264"/>
              <a:gd name="connsiteY174" fmla="*/ 144718 h 287707"/>
              <a:gd name="connsiteX175" fmla="*/ 366365 w 403264"/>
              <a:gd name="connsiteY175" fmla="*/ 142666 h 287707"/>
              <a:gd name="connsiteX176" fmla="*/ 364313 w 403264"/>
              <a:gd name="connsiteY176" fmla="*/ 141258 h 287707"/>
              <a:gd name="connsiteX177" fmla="*/ 357192 w 403264"/>
              <a:gd name="connsiteY177" fmla="*/ 142666 h 287707"/>
              <a:gd name="connsiteX178" fmla="*/ 355784 w 403264"/>
              <a:gd name="connsiteY178" fmla="*/ 144718 h 287707"/>
              <a:gd name="connsiteX179" fmla="*/ 355341 w 403264"/>
              <a:gd name="connsiteY179" fmla="*/ 147212 h 287707"/>
              <a:gd name="connsiteX180" fmla="*/ 355784 w 403264"/>
              <a:gd name="connsiteY180" fmla="*/ 149707 h 287707"/>
              <a:gd name="connsiteX181" fmla="*/ 357313 w 403264"/>
              <a:gd name="connsiteY181" fmla="*/ 151879 h 287707"/>
              <a:gd name="connsiteX182" fmla="*/ 359324 w 403264"/>
              <a:gd name="connsiteY182" fmla="*/ 153287 h 287707"/>
              <a:gd name="connsiteX183" fmla="*/ 334822 w 403264"/>
              <a:gd name="connsiteY183" fmla="*/ 162782 h 287707"/>
              <a:gd name="connsiteX184" fmla="*/ 336874 w 403264"/>
              <a:gd name="connsiteY184" fmla="*/ 162461 h 287707"/>
              <a:gd name="connsiteX185" fmla="*/ 340978 w 403264"/>
              <a:gd name="connsiteY185" fmla="*/ 154253 h 287707"/>
              <a:gd name="connsiteX186" fmla="*/ 332770 w 403264"/>
              <a:gd name="connsiteY186" fmla="*/ 150149 h 287707"/>
              <a:gd name="connsiteX187" fmla="*/ 328666 w 403264"/>
              <a:gd name="connsiteY187" fmla="*/ 158357 h 287707"/>
              <a:gd name="connsiteX188" fmla="*/ 334822 w 403264"/>
              <a:gd name="connsiteY188" fmla="*/ 162782 h 287707"/>
              <a:gd name="connsiteX189" fmla="*/ 305371 w 403264"/>
              <a:gd name="connsiteY189" fmla="*/ 171312 h 287707"/>
              <a:gd name="connsiteX190" fmla="*/ 307865 w 403264"/>
              <a:gd name="connsiteY190" fmla="*/ 171755 h 287707"/>
              <a:gd name="connsiteX191" fmla="*/ 310360 w 403264"/>
              <a:gd name="connsiteY191" fmla="*/ 171312 h 287707"/>
              <a:gd name="connsiteX192" fmla="*/ 312533 w 403264"/>
              <a:gd name="connsiteY192" fmla="*/ 169904 h 287707"/>
              <a:gd name="connsiteX193" fmla="*/ 313941 w 403264"/>
              <a:gd name="connsiteY193" fmla="*/ 167731 h 287707"/>
              <a:gd name="connsiteX194" fmla="*/ 314383 w 403264"/>
              <a:gd name="connsiteY194" fmla="*/ 165237 h 287707"/>
              <a:gd name="connsiteX195" fmla="*/ 313941 w 403264"/>
              <a:gd name="connsiteY195" fmla="*/ 162742 h 287707"/>
              <a:gd name="connsiteX196" fmla="*/ 312533 w 403264"/>
              <a:gd name="connsiteY196" fmla="*/ 160690 h 287707"/>
              <a:gd name="connsiteX197" fmla="*/ 310360 w 403264"/>
              <a:gd name="connsiteY197" fmla="*/ 159282 h 287707"/>
              <a:gd name="connsiteX198" fmla="*/ 303359 w 403264"/>
              <a:gd name="connsiteY198" fmla="*/ 160690 h 287707"/>
              <a:gd name="connsiteX199" fmla="*/ 301951 w 403264"/>
              <a:gd name="connsiteY199" fmla="*/ 162742 h 287707"/>
              <a:gd name="connsiteX200" fmla="*/ 301428 w 403264"/>
              <a:gd name="connsiteY200" fmla="*/ 165237 h 287707"/>
              <a:gd name="connsiteX201" fmla="*/ 301951 w 403264"/>
              <a:gd name="connsiteY201" fmla="*/ 167731 h 287707"/>
              <a:gd name="connsiteX202" fmla="*/ 303359 w 403264"/>
              <a:gd name="connsiteY202" fmla="*/ 169904 h 287707"/>
              <a:gd name="connsiteX203" fmla="*/ 305371 w 403264"/>
              <a:gd name="connsiteY203" fmla="*/ 171312 h 287707"/>
              <a:gd name="connsiteX204" fmla="*/ 306095 w 403264"/>
              <a:gd name="connsiteY204" fmla="*/ 66624 h 287707"/>
              <a:gd name="connsiteX205" fmla="*/ 308026 w 403264"/>
              <a:gd name="connsiteY205" fmla="*/ 62078 h 287707"/>
              <a:gd name="connsiteX206" fmla="*/ 307503 w 403264"/>
              <a:gd name="connsiteY206" fmla="*/ 59583 h 287707"/>
              <a:gd name="connsiteX207" fmla="*/ 306095 w 403264"/>
              <a:gd name="connsiteY207" fmla="*/ 57451 h 287707"/>
              <a:gd name="connsiteX208" fmla="*/ 304043 w 403264"/>
              <a:gd name="connsiteY208" fmla="*/ 56163 h 287707"/>
              <a:gd name="connsiteX209" fmla="*/ 296922 w 403264"/>
              <a:gd name="connsiteY209" fmla="*/ 57451 h 287707"/>
              <a:gd name="connsiteX210" fmla="*/ 295514 w 403264"/>
              <a:gd name="connsiteY210" fmla="*/ 59583 h 287707"/>
              <a:gd name="connsiteX211" fmla="*/ 295071 w 403264"/>
              <a:gd name="connsiteY211" fmla="*/ 62078 h 287707"/>
              <a:gd name="connsiteX212" fmla="*/ 295514 w 403264"/>
              <a:gd name="connsiteY212" fmla="*/ 64572 h 287707"/>
              <a:gd name="connsiteX213" fmla="*/ 297043 w 403264"/>
              <a:gd name="connsiteY213" fmla="*/ 66624 h 287707"/>
              <a:gd name="connsiteX214" fmla="*/ 301589 w 403264"/>
              <a:gd name="connsiteY214" fmla="*/ 68555 h 287707"/>
              <a:gd name="connsiteX215" fmla="*/ 306095 w 403264"/>
              <a:gd name="connsiteY215" fmla="*/ 66624 h 287707"/>
              <a:gd name="connsiteX216" fmla="*/ 279340 w 403264"/>
              <a:gd name="connsiteY216" fmla="*/ 81631 h 287707"/>
              <a:gd name="connsiteX217" fmla="*/ 280748 w 403264"/>
              <a:gd name="connsiteY217" fmla="*/ 90724 h 287707"/>
              <a:gd name="connsiteX218" fmla="*/ 284651 w 403264"/>
              <a:gd name="connsiteY218" fmla="*/ 91891 h 287707"/>
              <a:gd name="connsiteX219" fmla="*/ 289841 w 403264"/>
              <a:gd name="connsiteY219" fmla="*/ 89316 h 287707"/>
              <a:gd name="connsiteX220" fmla="*/ 288433 w 403264"/>
              <a:gd name="connsiteY220" fmla="*/ 80263 h 287707"/>
              <a:gd name="connsiteX221" fmla="*/ 279340 w 403264"/>
              <a:gd name="connsiteY221" fmla="*/ 81631 h 287707"/>
              <a:gd name="connsiteX222" fmla="*/ 272218 w 403264"/>
              <a:gd name="connsiteY222" fmla="*/ 104283 h 287707"/>
              <a:gd name="connsiteX223" fmla="*/ 270086 w 403264"/>
              <a:gd name="connsiteY223" fmla="*/ 102875 h 287707"/>
              <a:gd name="connsiteX224" fmla="*/ 265137 w 403264"/>
              <a:gd name="connsiteY224" fmla="*/ 102875 h 287707"/>
              <a:gd name="connsiteX225" fmla="*/ 263085 w 403264"/>
              <a:gd name="connsiteY225" fmla="*/ 104283 h 287707"/>
              <a:gd name="connsiteX226" fmla="*/ 261677 w 403264"/>
              <a:gd name="connsiteY226" fmla="*/ 106335 h 287707"/>
              <a:gd name="connsiteX227" fmla="*/ 261154 w 403264"/>
              <a:gd name="connsiteY227" fmla="*/ 108829 h 287707"/>
              <a:gd name="connsiteX228" fmla="*/ 263085 w 403264"/>
              <a:gd name="connsiteY228" fmla="*/ 113376 h 287707"/>
              <a:gd name="connsiteX229" fmla="*/ 267712 w 403264"/>
              <a:gd name="connsiteY229" fmla="*/ 115307 h 287707"/>
              <a:gd name="connsiteX230" fmla="*/ 270086 w 403264"/>
              <a:gd name="connsiteY230" fmla="*/ 114864 h 287707"/>
              <a:gd name="connsiteX231" fmla="*/ 272218 w 403264"/>
              <a:gd name="connsiteY231" fmla="*/ 113376 h 287707"/>
              <a:gd name="connsiteX232" fmla="*/ 274069 w 403264"/>
              <a:gd name="connsiteY232" fmla="*/ 108829 h 287707"/>
              <a:gd name="connsiteX233" fmla="*/ 273667 w 403264"/>
              <a:gd name="connsiteY233" fmla="*/ 106335 h 287707"/>
              <a:gd name="connsiteX234" fmla="*/ 272218 w 403264"/>
              <a:gd name="connsiteY234" fmla="*/ 104283 h 287707"/>
              <a:gd name="connsiteX235" fmla="*/ 198832 w 403264"/>
              <a:gd name="connsiteY235" fmla="*/ 35322 h 287707"/>
              <a:gd name="connsiteX236" fmla="*/ 201327 w 403264"/>
              <a:gd name="connsiteY236" fmla="*/ 35886 h 287707"/>
              <a:gd name="connsiteX237" fmla="*/ 205873 w 403264"/>
              <a:gd name="connsiteY237" fmla="*/ 33954 h 287707"/>
              <a:gd name="connsiteX238" fmla="*/ 207281 w 403264"/>
              <a:gd name="connsiteY238" fmla="*/ 31903 h 287707"/>
              <a:gd name="connsiteX239" fmla="*/ 207804 w 403264"/>
              <a:gd name="connsiteY239" fmla="*/ 29408 h 287707"/>
              <a:gd name="connsiteX240" fmla="*/ 207281 w 403264"/>
              <a:gd name="connsiteY240" fmla="*/ 26914 h 287707"/>
              <a:gd name="connsiteX241" fmla="*/ 205994 w 403264"/>
              <a:gd name="connsiteY241" fmla="*/ 24741 h 287707"/>
              <a:gd name="connsiteX242" fmla="*/ 203821 w 403264"/>
              <a:gd name="connsiteY242" fmla="*/ 23453 h 287707"/>
              <a:gd name="connsiteX243" fmla="*/ 198873 w 403264"/>
              <a:gd name="connsiteY243" fmla="*/ 23453 h 287707"/>
              <a:gd name="connsiteX244" fmla="*/ 196821 w 403264"/>
              <a:gd name="connsiteY244" fmla="*/ 24741 h 287707"/>
              <a:gd name="connsiteX245" fmla="*/ 195413 w 403264"/>
              <a:gd name="connsiteY245" fmla="*/ 26914 h 287707"/>
              <a:gd name="connsiteX246" fmla="*/ 194849 w 403264"/>
              <a:gd name="connsiteY246" fmla="*/ 29408 h 287707"/>
              <a:gd name="connsiteX247" fmla="*/ 195413 w 403264"/>
              <a:gd name="connsiteY247" fmla="*/ 31903 h 287707"/>
              <a:gd name="connsiteX248" fmla="*/ 196821 w 403264"/>
              <a:gd name="connsiteY248" fmla="*/ 33954 h 287707"/>
              <a:gd name="connsiteX249" fmla="*/ 198832 w 403264"/>
              <a:gd name="connsiteY249" fmla="*/ 35322 h 287707"/>
              <a:gd name="connsiteX250" fmla="*/ 201327 w 403264"/>
              <a:gd name="connsiteY250" fmla="*/ 64371 h 287707"/>
              <a:gd name="connsiteX251" fmla="*/ 207804 w 403264"/>
              <a:gd name="connsiteY251" fmla="*/ 57893 h 287707"/>
              <a:gd name="connsiteX252" fmla="*/ 201327 w 403264"/>
              <a:gd name="connsiteY252" fmla="*/ 51416 h 287707"/>
              <a:gd name="connsiteX253" fmla="*/ 194849 w 403264"/>
              <a:gd name="connsiteY253" fmla="*/ 57893 h 287707"/>
              <a:gd name="connsiteX254" fmla="*/ 201327 w 403264"/>
              <a:gd name="connsiteY254" fmla="*/ 64371 h 287707"/>
              <a:gd name="connsiteX255" fmla="*/ 195372 w 403264"/>
              <a:gd name="connsiteY255" fmla="*/ 88833 h 287707"/>
              <a:gd name="connsiteX256" fmla="*/ 196780 w 403264"/>
              <a:gd name="connsiteY256" fmla="*/ 90885 h 287707"/>
              <a:gd name="connsiteX257" fmla="*/ 201327 w 403264"/>
              <a:gd name="connsiteY257" fmla="*/ 92736 h 287707"/>
              <a:gd name="connsiteX258" fmla="*/ 203821 w 403264"/>
              <a:gd name="connsiteY258" fmla="*/ 92293 h 287707"/>
              <a:gd name="connsiteX259" fmla="*/ 205873 w 403264"/>
              <a:gd name="connsiteY259" fmla="*/ 90885 h 287707"/>
              <a:gd name="connsiteX260" fmla="*/ 207281 w 403264"/>
              <a:gd name="connsiteY260" fmla="*/ 88833 h 287707"/>
              <a:gd name="connsiteX261" fmla="*/ 207804 w 403264"/>
              <a:gd name="connsiteY261" fmla="*/ 86339 h 287707"/>
              <a:gd name="connsiteX262" fmla="*/ 207281 w 403264"/>
              <a:gd name="connsiteY262" fmla="*/ 83844 h 287707"/>
              <a:gd name="connsiteX263" fmla="*/ 205994 w 403264"/>
              <a:gd name="connsiteY263" fmla="*/ 81712 h 287707"/>
              <a:gd name="connsiteX264" fmla="*/ 203821 w 403264"/>
              <a:gd name="connsiteY264" fmla="*/ 80304 h 287707"/>
              <a:gd name="connsiteX265" fmla="*/ 198873 w 403264"/>
              <a:gd name="connsiteY265" fmla="*/ 80304 h 287707"/>
              <a:gd name="connsiteX266" fmla="*/ 196821 w 403264"/>
              <a:gd name="connsiteY266" fmla="*/ 81712 h 287707"/>
              <a:gd name="connsiteX267" fmla="*/ 194889 w 403264"/>
              <a:gd name="connsiteY267" fmla="*/ 86339 h 287707"/>
              <a:gd name="connsiteX268" fmla="*/ 195372 w 403264"/>
              <a:gd name="connsiteY268" fmla="*/ 88833 h 287707"/>
              <a:gd name="connsiteX269" fmla="*/ 206034 w 403264"/>
              <a:gd name="connsiteY269" fmla="*/ 141177 h 287707"/>
              <a:gd name="connsiteX270" fmla="*/ 236169 w 403264"/>
              <a:gd name="connsiteY270" fmla="*/ 253187 h 287707"/>
              <a:gd name="connsiteX271" fmla="*/ 201649 w 403264"/>
              <a:gd name="connsiteY271" fmla="*/ 287708 h 287707"/>
              <a:gd name="connsiteX272" fmla="*/ 167128 w 403264"/>
              <a:gd name="connsiteY272" fmla="*/ 253187 h 287707"/>
              <a:gd name="connsiteX273" fmla="*/ 197263 w 403264"/>
              <a:gd name="connsiteY273" fmla="*/ 141177 h 287707"/>
              <a:gd name="connsiteX274" fmla="*/ 206034 w 403264"/>
              <a:gd name="connsiteY274" fmla="*/ 141177 h 287707"/>
              <a:gd name="connsiteX275" fmla="*/ 226996 w 403264"/>
              <a:gd name="connsiteY275" fmla="*/ 253147 h 287707"/>
              <a:gd name="connsiteX276" fmla="*/ 201649 w 403264"/>
              <a:gd name="connsiteY276" fmla="*/ 157874 h 287707"/>
              <a:gd name="connsiteX277" fmla="*/ 176302 w 403264"/>
              <a:gd name="connsiteY277" fmla="*/ 253147 h 287707"/>
              <a:gd name="connsiteX278" fmla="*/ 201649 w 403264"/>
              <a:gd name="connsiteY278" fmla="*/ 278494 h 287707"/>
              <a:gd name="connsiteX279" fmla="*/ 226996 w 403264"/>
              <a:gd name="connsiteY279" fmla="*/ 253147 h 287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403264" h="287707">
                <a:moveTo>
                  <a:pt x="392477" y="267752"/>
                </a:moveTo>
                <a:cubicBezTo>
                  <a:pt x="391833" y="269683"/>
                  <a:pt x="390022" y="270890"/>
                  <a:pt x="388131" y="270890"/>
                </a:cubicBezTo>
                <a:cubicBezTo>
                  <a:pt x="387649" y="270890"/>
                  <a:pt x="387166" y="270810"/>
                  <a:pt x="386683" y="270649"/>
                </a:cubicBezTo>
                <a:cubicBezTo>
                  <a:pt x="384269" y="269844"/>
                  <a:pt x="382982" y="267229"/>
                  <a:pt x="383786" y="264855"/>
                </a:cubicBezTo>
                <a:cubicBezTo>
                  <a:pt x="411266" y="182658"/>
                  <a:pt x="382579" y="93943"/>
                  <a:pt x="312372" y="44053"/>
                </a:cubicBezTo>
                <a:cubicBezTo>
                  <a:pt x="246308" y="-2900"/>
                  <a:pt x="154616" y="-2457"/>
                  <a:pt x="89317" y="45139"/>
                </a:cubicBezTo>
                <a:cubicBezTo>
                  <a:pt x="19632" y="95914"/>
                  <a:pt x="-7244" y="180123"/>
                  <a:pt x="19189" y="264815"/>
                </a:cubicBezTo>
                <a:cubicBezTo>
                  <a:pt x="19954" y="267229"/>
                  <a:pt x="18586" y="269804"/>
                  <a:pt x="16172" y="270568"/>
                </a:cubicBezTo>
                <a:cubicBezTo>
                  <a:pt x="13677" y="271373"/>
                  <a:pt x="11183" y="269965"/>
                  <a:pt x="10418" y="267551"/>
                </a:cubicBezTo>
                <a:cubicBezTo>
                  <a:pt x="-17182" y="178997"/>
                  <a:pt x="10982" y="90885"/>
                  <a:pt x="83925" y="37696"/>
                </a:cubicBezTo>
                <a:cubicBezTo>
                  <a:pt x="152322" y="-12153"/>
                  <a:pt x="248481" y="-12596"/>
                  <a:pt x="317682" y="36570"/>
                </a:cubicBezTo>
                <a:cubicBezTo>
                  <a:pt x="391189" y="88793"/>
                  <a:pt x="421244" y="181692"/>
                  <a:pt x="392477" y="267752"/>
                </a:cubicBezTo>
                <a:close/>
                <a:moveTo>
                  <a:pt x="214805" y="259585"/>
                </a:moveTo>
                <a:cubicBezTo>
                  <a:pt x="218386" y="259585"/>
                  <a:pt x="221283" y="256688"/>
                  <a:pt x="221283" y="253107"/>
                </a:cubicBezTo>
                <a:lnTo>
                  <a:pt x="221283" y="252986"/>
                </a:lnTo>
                <a:cubicBezTo>
                  <a:pt x="221283" y="249325"/>
                  <a:pt x="218386" y="246509"/>
                  <a:pt x="214805" y="246509"/>
                </a:cubicBezTo>
                <a:cubicBezTo>
                  <a:pt x="211868" y="246509"/>
                  <a:pt x="209414" y="248440"/>
                  <a:pt x="208649" y="251136"/>
                </a:cubicBezTo>
                <a:cubicBezTo>
                  <a:pt x="208448" y="251699"/>
                  <a:pt x="208328" y="252343"/>
                  <a:pt x="208328" y="252986"/>
                </a:cubicBezTo>
                <a:cubicBezTo>
                  <a:pt x="208328" y="256567"/>
                  <a:pt x="211224" y="259504"/>
                  <a:pt x="214805" y="259585"/>
                </a:cubicBezTo>
                <a:close/>
                <a:moveTo>
                  <a:pt x="195171" y="248279"/>
                </a:moveTo>
                <a:cubicBezTo>
                  <a:pt x="196378" y="248279"/>
                  <a:pt x="197545" y="247957"/>
                  <a:pt x="198631" y="247193"/>
                </a:cubicBezTo>
                <a:cubicBezTo>
                  <a:pt x="201649" y="245342"/>
                  <a:pt x="202614" y="241359"/>
                  <a:pt x="200683" y="238341"/>
                </a:cubicBezTo>
                <a:cubicBezTo>
                  <a:pt x="198832" y="235324"/>
                  <a:pt x="194849" y="234358"/>
                  <a:pt x="191832" y="236289"/>
                </a:cubicBezTo>
                <a:lnTo>
                  <a:pt x="191832" y="236169"/>
                </a:lnTo>
                <a:cubicBezTo>
                  <a:pt x="188694" y="238100"/>
                  <a:pt x="187849" y="242083"/>
                  <a:pt x="189659" y="245141"/>
                </a:cubicBezTo>
                <a:cubicBezTo>
                  <a:pt x="190947" y="247072"/>
                  <a:pt x="192999" y="248279"/>
                  <a:pt x="195171" y="248279"/>
                </a:cubicBezTo>
                <a:close/>
                <a:moveTo>
                  <a:pt x="198511" y="258860"/>
                </a:moveTo>
                <a:cubicBezTo>
                  <a:pt x="195493" y="257010"/>
                  <a:pt x="191510" y="258015"/>
                  <a:pt x="189659" y="261113"/>
                </a:cubicBezTo>
                <a:cubicBezTo>
                  <a:pt x="187808" y="264131"/>
                  <a:pt x="188814" y="268114"/>
                  <a:pt x="191912" y="269965"/>
                </a:cubicBezTo>
                <a:cubicBezTo>
                  <a:pt x="192999" y="270609"/>
                  <a:pt x="194085" y="270810"/>
                  <a:pt x="195252" y="270810"/>
                </a:cubicBezTo>
                <a:cubicBezTo>
                  <a:pt x="197424" y="270810"/>
                  <a:pt x="199557" y="269723"/>
                  <a:pt x="200764" y="267672"/>
                </a:cubicBezTo>
                <a:cubicBezTo>
                  <a:pt x="202614" y="264654"/>
                  <a:pt x="201608" y="260671"/>
                  <a:pt x="198511" y="258860"/>
                </a:cubicBezTo>
                <a:close/>
                <a:moveTo>
                  <a:pt x="44496" y="245664"/>
                </a:moveTo>
                <a:cubicBezTo>
                  <a:pt x="43853" y="245141"/>
                  <a:pt x="43209" y="244577"/>
                  <a:pt x="42324" y="244256"/>
                </a:cubicBezTo>
                <a:cubicBezTo>
                  <a:pt x="40835" y="243612"/>
                  <a:pt x="38984" y="243612"/>
                  <a:pt x="37375" y="244256"/>
                </a:cubicBezTo>
                <a:cubicBezTo>
                  <a:pt x="36610" y="244577"/>
                  <a:pt x="35886" y="245100"/>
                  <a:pt x="35323" y="245664"/>
                </a:cubicBezTo>
                <a:cubicBezTo>
                  <a:pt x="34679" y="246307"/>
                  <a:pt x="34237" y="247072"/>
                  <a:pt x="33915" y="247836"/>
                </a:cubicBezTo>
                <a:cubicBezTo>
                  <a:pt x="33593" y="248601"/>
                  <a:pt x="33392" y="249446"/>
                  <a:pt x="33392" y="250331"/>
                </a:cubicBezTo>
                <a:cubicBezTo>
                  <a:pt x="33392" y="251176"/>
                  <a:pt x="33633" y="251940"/>
                  <a:pt x="33915" y="252825"/>
                </a:cubicBezTo>
                <a:cubicBezTo>
                  <a:pt x="34237" y="253590"/>
                  <a:pt x="34679" y="254314"/>
                  <a:pt x="35323" y="254877"/>
                </a:cubicBezTo>
                <a:cubicBezTo>
                  <a:pt x="35967" y="255521"/>
                  <a:pt x="36610" y="255964"/>
                  <a:pt x="37375" y="256285"/>
                </a:cubicBezTo>
                <a:cubicBezTo>
                  <a:pt x="38220" y="256607"/>
                  <a:pt x="38984" y="256808"/>
                  <a:pt x="39869" y="256808"/>
                </a:cubicBezTo>
                <a:cubicBezTo>
                  <a:pt x="40714" y="256808"/>
                  <a:pt x="41599" y="256567"/>
                  <a:pt x="42364" y="256285"/>
                </a:cubicBezTo>
                <a:cubicBezTo>
                  <a:pt x="43209" y="255964"/>
                  <a:pt x="43893" y="255521"/>
                  <a:pt x="44537" y="254877"/>
                </a:cubicBezTo>
                <a:cubicBezTo>
                  <a:pt x="45060" y="254314"/>
                  <a:pt x="45623" y="253590"/>
                  <a:pt x="45945" y="252825"/>
                </a:cubicBezTo>
                <a:cubicBezTo>
                  <a:pt x="46267" y="251980"/>
                  <a:pt x="46387" y="251216"/>
                  <a:pt x="46387" y="250331"/>
                </a:cubicBezTo>
                <a:cubicBezTo>
                  <a:pt x="46387" y="249486"/>
                  <a:pt x="46267" y="248601"/>
                  <a:pt x="45945" y="247836"/>
                </a:cubicBezTo>
                <a:cubicBezTo>
                  <a:pt x="45542" y="246991"/>
                  <a:pt x="45019" y="246348"/>
                  <a:pt x="44496" y="245664"/>
                </a:cubicBezTo>
                <a:close/>
                <a:moveTo>
                  <a:pt x="65297" y="235404"/>
                </a:moveTo>
                <a:cubicBezTo>
                  <a:pt x="61837" y="236490"/>
                  <a:pt x="60026" y="240152"/>
                  <a:pt x="61073" y="243491"/>
                </a:cubicBezTo>
                <a:cubicBezTo>
                  <a:pt x="61917" y="246307"/>
                  <a:pt x="64533" y="248038"/>
                  <a:pt x="67228" y="248038"/>
                </a:cubicBezTo>
                <a:cubicBezTo>
                  <a:pt x="67872" y="248038"/>
                  <a:pt x="68516" y="247917"/>
                  <a:pt x="69159" y="247836"/>
                </a:cubicBezTo>
                <a:cubicBezTo>
                  <a:pt x="72620" y="246750"/>
                  <a:pt x="74470" y="243089"/>
                  <a:pt x="73384" y="239629"/>
                </a:cubicBezTo>
                <a:cubicBezTo>
                  <a:pt x="72338" y="236289"/>
                  <a:pt x="68677" y="234358"/>
                  <a:pt x="65297" y="235404"/>
                </a:cubicBezTo>
                <a:close/>
                <a:moveTo>
                  <a:pt x="99214" y="228404"/>
                </a:moveTo>
                <a:cubicBezTo>
                  <a:pt x="98651" y="227760"/>
                  <a:pt x="97927" y="227317"/>
                  <a:pt x="97162" y="226995"/>
                </a:cubicBezTo>
                <a:cubicBezTo>
                  <a:pt x="95553" y="226352"/>
                  <a:pt x="93702" y="226352"/>
                  <a:pt x="92213" y="226995"/>
                </a:cubicBezTo>
                <a:cubicBezTo>
                  <a:pt x="91449" y="227317"/>
                  <a:pt x="90725" y="227760"/>
                  <a:pt x="90041" y="228404"/>
                </a:cubicBezTo>
                <a:cubicBezTo>
                  <a:pt x="89518" y="229047"/>
                  <a:pt x="88954" y="229691"/>
                  <a:pt x="88633" y="230455"/>
                </a:cubicBezTo>
                <a:cubicBezTo>
                  <a:pt x="88311" y="231300"/>
                  <a:pt x="88190" y="232065"/>
                  <a:pt x="88190" y="232950"/>
                </a:cubicBezTo>
                <a:cubicBezTo>
                  <a:pt x="88190" y="234680"/>
                  <a:pt x="88834" y="236289"/>
                  <a:pt x="90041" y="237577"/>
                </a:cubicBezTo>
                <a:cubicBezTo>
                  <a:pt x="91248" y="238784"/>
                  <a:pt x="92857" y="239428"/>
                  <a:pt x="94708" y="239428"/>
                </a:cubicBezTo>
                <a:cubicBezTo>
                  <a:pt x="95553" y="239428"/>
                  <a:pt x="96438" y="239307"/>
                  <a:pt x="97202" y="238985"/>
                </a:cubicBezTo>
                <a:cubicBezTo>
                  <a:pt x="97967" y="238663"/>
                  <a:pt x="98610" y="238140"/>
                  <a:pt x="99254" y="237577"/>
                </a:cubicBezTo>
                <a:cubicBezTo>
                  <a:pt x="99898" y="236933"/>
                  <a:pt x="100341" y="236169"/>
                  <a:pt x="100662" y="235404"/>
                </a:cubicBezTo>
                <a:cubicBezTo>
                  <a:pt x="100984" y="234640"/>
                  <a:pt x="101185" y="233795"/>
                  <a:pt x="101185" y="232910"/>
                </a:cubicBezTo>
                <a:cubicBezTo>
                  <a:pt x="101185" y="232025"/>
                  <a:pt x="100984" y="231300"/>
                  <a:pt x="100662" y="230415"/>
                </a:cubicBezTo>
                <a:cubicBezTo>
                  <a:pt x="100300" y="229691"/>
                  <a:pt x="99858" y="229047"/>
                  <a:pt x="99214" y="228404"/>
                </a:cubicBezTo>
                <a:close/>
                <a:moveTo>
                  <a:pt x="46106" y="142706"/>
                </a:moveTo>
                <a:cubicBezTo>
                  <a:pt x="45542" y="142062"/>
                  <a:pt x="44818" y="141620"/>
                  <a:pt x="44054" y="141298"/>
                </a:cubicBezTo>
                <a:cubicBezTo>
                  <a:pt x="42444" y="140654"/>
                  <a:pt x="40594" y="140654"/>
                  <a:pt x="39105" y="141298"/>
                </a:cubicBezTo>
                <a:cubicBezTo>
                  <a:pt x="38341" y="141620"/>
                  <a:pt x="37616" y="142062"/>
                  <a:pt x="36932" y="142706"/>
                </a:cubicBezTo>
                <a:cubicBezTo>
                  <a:pt x="36409" y="143229"/>
                  <a:pt x="35846" y="143993"/>
                  <a:pt x="35524" y="144758"/>
                </a:cubicBezTo>
                <a:cubicBezTo>
                  <a:pt x="35202" y="145603"/>
                  <a:pt x="35082" y="146488"/>
                  <a:pt x="35082" y="147252"/>
                </a:cubicBezTo>
                <a:cubicBezTo>
                  <a:pt x="35082" y="148982"/>
                  <a:pt x="35725" y="150592"/>
                  <a:pt x="36932" y="151799"/>
                </a:cubicBezTo>
                <a:cubicBezTo>
                  <a:pt x="37576" y="152442"/>
                  <a:pt x="38341" y="153006"/>
                  <a:pt x="39105" y="153328"/>
                </a:cubicBezTo>
                <a:cubicBezTo>
                  <a:pt x="39869" y="153649"/>
                  <a:pt x="40714" y="153770"/>
                  <a:pt x="41599" y="153770"/>
                </a:cubicBezTo>
                <a:cubicBezTo>
                  <a:pt x="42444" y="153770"/>
                  <a:pt x="43330" y="153649"/>
                  <a:pt x="44094" y="153328"/>
                </a:cubicBezTo>
                <a:cubicBezTo>
                  <a:pt x="44858" y="153006"/>
                  <a:pt x="45583" y="152483"/>
                  <a:pt x="46146" y="151799"/>
                </a:cubicBezTo>
                <a:cubicBezTo>
                  <a:pt x="47433" y="150632"/>
                  <a:pt x="48077" y="148982"/>
                  <a:pt x="48077" y="147252"/>
                </a:cubicBezTo>
                <a:cubicBezTo>
                  <a:pt x="48077" y="146488"/>
                  <a:pt x="47836" y="145643"/>
                  <a:pt x="47554" y="144758"/>
                </a:cubicBezTo>
                <a:cubicBezTo>
                  <a:pt x="47192" y="143993"/>
                  <a:pt x="46749" y="143229"/>
                  <a:pt x="46106" y="142706"/>
                </a:cubicBezTo>
                <a:close/>
                <a:moveTo>
                  <a:pt x="70608" y="150149"/>
                </a:moveTo>
                <a:cubicBezTo>
                  <a:pt x="67148" y="148942"/>
                  <a:pt x="63487" y="150793"/>
                  <a:pt x="62400" y="154253"/>
                </a:cubicBezTo>
                <a:cubicBezTo>
                  <a:pt x="61193" y="157592"/>
                  <a:pt x="63044" y="161254"/>
                  <a:pt x="66504" y="162461"/>
                </a:cubicBezTo>
                <a:cubicBezTo>
                  <a:pt x="67148" y="162702"/>
                  <a:pt x="67792" y="162782"/>
                  <a:pt x="68435" y="162782"/>
                </a:cubicBezTo>
                <a:cubicBezTo>
                  <a:pt x="71252" y="162782"/>
                  <a:pt x="73746" y="161052"/>
                  <a:pt x="74712" y="158357"/>
                </a:cubicBezTo>
                <a:cubicBezTo>
                  <a:pt x="75798" y="154897"/>
                  <a:pt x="73947" y="151235"/>
                  <a:pt x="70608" y="150149"/>
                </a:cubicBezTo>
                <a:close/>
                <a:moveTo>
                  <a:pt x="97927" y="159322"/>
                </a:moveTo>
                <a:cubicBezTo>
                  <a:pt x="96317" y="158679"/>
                  <a:pt x="94587" y="158679"/>
                  <a:pt x="92978" y="159322"/>
                </a:cubicBezTo>
                <a:cubicBezTo>
                  <a:pt x="92213" y="159644"/>
                  <a:pt x="91570" y="160087"/>
                  <a:pt x="90926" y="160731"/>
                </a:cubicBezTo>
                <a:cubicBezTo>
                  <a:pt x="89759" y="161938"/>
                  <a:pt x="88995" y="163547"/>
                  <a:pt x="88995" y="165277"/>
                </a:cubicBezTo>
                <a:cubicBezTo>
                  <a:pt x="88995" y="167007"/>
                  <a:pt x="89759" y="168616"/>
                  <a:pt x="90926" y="169944"/>
                </a:cubicBezTo>
                <a:cubicBezTo>
                  <a:pt x="91570" y="170467"/>
                  <a:pt x="92213" y="171030"/>
                  <a:pt x="92978" y="171352"/>
                </a:cubicBezTo>
                <a:cubicBezTo>
                  <a:pt x="93823" y="171674"/>
                  <a:pt x="94708" y="171795"/>
                  <a:pt x="95553" y="171795"/>
                </a:cubicBezTo>
                <a:cubicBezTo>
                  <a:pt x="97162" y="171795"/>
                  <a:pt x="98771" y="171151"/>
                  <a:pt x="100099" y="169944"/>
                </a:cubicBezTo>
                <a:cubicBezTo>
                  <a:pt x="100622" y="169300"/>
                  <a:pt x="101185" y="168536"/>
                  <a:pt x="101507" y="167771"/>
                </a:cubicBezTo>
                <a:cubicBezTo>
                  <a:pt x="101829" y="167007"/>
                  <a:pt x="101950" y="166162"/>
                  <a:pt x="101950" y="165277"/>
                </a:cubicBezTo>
                <a:cubicBezTo>
                  <a:pt x="101950" y="163547"/>
                  <a:pt x="101306" y="161938"/>
                  <a:pt x="100099" y="160731"/>
                </a:cubicBezTo>
                <a:cubicBezTo>
                  <a:pt x="99415" y="160087"/>
                  <a:pt x="98771" y="159644"/>
                  <a:pt x="97927" y="159322"/>
                </a:cubicBezTo>
                <a:close/>
                <a:moveTo>
                  <a:pt x="106335" y="57451"/>
                </a:moveTo>
                <a:cubicBezTo>
                  <a:pt x="104605" y="55721"/>
                  <a:pt x="101668" y="55077"/>
                  <a:pt x="99335" y="56043"/>
                </a:cubicBezTo>
                <a:cubicBezTo>
                  <a:pt x="98570" y="56485"/>
                  <a:pt x="97846" y="56888"/>
                  <a:pt x="97283" y="57451"/>
                </a:cubicBezTo>
                <a:cubicBezTo>
                  <a:pt x="96639" y="58095"/>
                  <a:pt x="96116" y="58859"/>
                  <a:pt x="95794" y="59583"/>
                </a:cubicBezTo>
                <a:cubicBezTo>
                  <a:pt x="95472" y="60348"/>
                  <a:pt x="95352" y="61193"/>
                  <a:pt x="95352" y="62078"/>
                </a:cubicBezTo>
                <a:cubicBezTo>
                  <a:pt x="95352" y="63808"/>
                  <a:pt x="95995" y="65417"/>
                  <a:pt x="97283" y="66624"/>
                </a:cubicBezTo>
                <a:cubicBezTo>
                  <a:pt x="97846" y="67268"/>
                  <a:pt x="98570" y="67710"/>
                  <a:pt x="99335" y="68032"/>
                </a:cubicBezTo>
                <a:cubicBezTo>
                  <a:pt x="100099" y="68354"/>
                  <a:pt x="100944" y="68555"/>
                  <a:pt x="101829" y="68555"/>
                </a:cubicBezTo>
                <a:cubicBezTo>
                  <a:pt x="102674" y="68555"/>
                  <a:pt x="103559" y="68354"/>
                  <a:pt x="104324" y="68032"/>
                </a:cubicBezTo>
                <a:cubicBezTo>
                  <a:pt x="105088" y="67710"/>
                  <a:pt x="105812" y="67268"/>
                  <a:pt x="106376" y="66624"/>
                </a:cubicBezTo>
                <a:cubicBezTo>
                  <a:pt x="107663" y="65417"/>
                  <a:pt x="108307" y="63808"/>
                  <a:pt x="108307" y="62078"/>
                </a:cubicBezTo>
                <a:cubicBezTo>
                  <a:pt x="108307" y="61233"/>
                  <a:pt x="108065" y="60348"/>
                  <a:pt x="107784" y="59583"/>
                </a:cubicBezTo>
                <a:cubicBezTo>
                  <a:pt x="107422" y="58859"/>
                  <a:pt x="106979" y="58095"/>
                  <a:pt x="106335" y="57451"/>
                </a:cubicBezTo>
                <a:close/>
                <a:moveTo>
                  <a:pt x="114945" y="80223"/>
                </a:moveTo>
                <a:cubicBezTo>
                  <a:pt x="112008" y="82275"/>
                  <a:pt x="111365" y="86379"/>
                  <a:pt x="113416" y="89276"/>
                </a:cubicBezTo>
                <a:cubicBezTo>
                  <a:pt x="114704" y="91006"/>
                  <a:pt x="116756" y="91851"/>
                  <a:pt x="118727" y="91851"/>
                </a:cubicBezTo>
                <a:cubicBezTo>
                  <a:pt x="120015" y="91851"/>
                  <a:pt x="121423" y="91529"/>
                  <a:pt x="122509" y="90684"/>
                </a:cubicBezTo>
                <a:cubicBezTo>
                  <a:pt x="125406" y="88632"/>
                  <a:pt x="126050" y="84528"/>
                  <a:pt x="123998" y="81591"/>
                </a:cubicBezTo>
                <a:cubicBezTo>
                  <a:pt x="121866" y="78694"/>
                  <a:pt x="117882" y="78051"/>
                  <a:pt x="114945" y="80223"/>
                </a:cubicBezTo>
                <a:close/>
                <a:moveTo>
                  <a:pt x="140333" y="104283"/>
                </a:moveTo>
                <a:cubicBezTo>
                  <a:pt x="139689" y="103639"/>
                  <a:pt x="139045" y="103197"/>
                  <a:pt x="138160" y="102875"/>
                </a:cubicBezTo>
                <a:cubicBezTo>
                  <a:pt x="136671" y="102110"/>
                  <a:pt x="134821" y="102110"/>
                  <a:pt x="133211" y="102875"/>
                </a:cubicBezTo>
                <a:cubicBezTo>
                  <a:pt x="132447" y="103197"/>
                  <a:pt x="131723" y="103639"/>
                  <a:pt x="131159" y="104283"/>
                </a:cubicBezTo>
                <a:cubicBezTo>
                  <a:pt x="130516" y="104806"/>
                  <a:pt x="130073" y="105570"/>
                  <a:pt x="129751" y="106335"/>
                </a:cubicBezTo>
                <a:cubicBezTo>
                  <a:pt x="129429" y="107099"/>
                  <a:pt x="129309" y="107944"/>
                  <a:pt x="129309" y="108829"/>
                </a:cubicBezTo>
                <a:cubicBezTo>
                  <a:pt x="129309" y="110559"/>
                  <a:pt x="129952" y="112289"/>
                  <a:pt x="131159" y="113456"/>
                </a:cubicBezTo>
                <a:cubicBezTo>
                  <a:pt x="131803" y="113979"/>
                  <a:pt x="132447" y="114422"/>
                  <a:pt x="133211" y="114744"/>
                </a:cubicBezTo>
                <a:cubicBezTo>
                  <a:pt x="134056" y="115065"/>
                  <a:pt x="134821" y="115267"/>
                  <a:pt x="135706" y="115267"/>
                </a:cubicBezTo>
                <a:cubicBezTo>
                  <a:pt x="136591" y="115267"/>
                  <a:pt x="137436" y="115065"/>
                  <a:pt x="138200" y="114744"/>
                </a:cubicBezTo>
                <a:cubicBezTo>
                  <a:pt x="138965" y="114422"/>
                  <a:pt x="139729" y="113979"/>
                  <a:pt x="140373" y="113456"/>
                </a:cubicBezTo>
                <a:cubicBezTo>
                  <a:pt x="140896" y="112812"/>
                  <a:pt x="141459" y="112048"/>
                  <a:pt x="141781" y="111283"/>
                </a:cubicBezTo>
                <a:cubicBezTo>
                  <a:pt x="142103" y="110519"/>
                  <a:pt x="142224" y="109674"/>
                  <a:pt x="142224" y="108789"/>
                </a:cubicBezTo>
                <a:cubicBezTo>
                  <a:pt x="142224" y="107944"/>
                  <a:pt x="142103" y="107180"/>
                  <a:pt x="141781" y="106295"/>
                </a:cubicBezTo>
                <a:cubicBezTo>
                  <a:pt x="141419" y="105570"/>
                  <a:pt x="140856" y="104846"/>
                  <a:pt x="140333" y="104283"/>
                </a:cubicBezTo>
                <a:close/>
                <a:moveTo>
                  <a:pt x="365923" y="244296"/>
                </a:moveTo>
                <a:cubicBezTo>
                  <a:pt x="364394" y="243652"/>
                  <a:pt x="362583" y="243652"/>
                  <a:pt x="360974" y="244296"/>
                </a:cubicBezTo>
                <a:cubicBezTo>
                  <a:pt x="360209" y="244618"/>
                  <a:pt x="359566" y="245141"/>
                  <a:pt x="358922" y="245704"/>
                </a:cubicBezTo>
                <a:cubicBezTo>
                  <a:pt x="357715" y="246911"/>
                  <a:pt x="356991" y="248641"/>
                  <a:pt x="356991" y="250331"/>
                </a:cubicBezTo>
                <a:cubicBezTo>
                  <a:pt x="356991" y="251176"/>
                  <a:pt x="357192" y="251940"/>
                  <a:pt x="357514" y="252825"/>
                </a:cubicBezTo>
                <a:cubicBezTo>
                  <a:pt x="357836" y="253590"/>
                  <a:pt x="358278" y="254314"/>
                  <a:pt x="358922" y="254877"/>
                </a:cubicBezTo>
                <a:cubicBezTo>
                  <a:pt x="360129" y="256165"/>
                  <a:pt x="361738" y="256808"/>
                  <a:pt x="363468" y="256808"/>
                </a:cubicBezTo>
                <a:cubicBezTo>
                  <a:pt x="364313" y="256808"/>
                  <a:pt x="365198" y="256567"/>
                  <a:pt x="365963" y="256285"/>
                </a:cubicBezTo>
                <a:cubicBezTo>
                  <a:pt x="366808" y="255964"/>
                  <a:pt x="367451" y="255521"/>
                  <a:pt x="368135" y="254877"/>
                </a:cubicBezTo>
                <a:cubicBezTo>
                  <a:pt x="368779" y="254314"/>
                  <a:pt x="369222" y="253590"/>
                  <a:pt x="369544" y="252825"/>
                </a:cubicBezTo>
                <a:cubicBezTo>
                  <a:pt x="369865" y="251980"/>
                  <a:pt x="369986" y="251216"/>
                  <a:pt x="369986" y="250331"/>
                </a:cubicBezTo>
                <a:cubicBezTo>
                  <a:pt x="369986" y="248601"/>
                  <a:pt x="369342" y="246871"/>
                  <a:pt x="368135" y="245704"/>
                </a:cubicBezTo>
                <a:cubicBezTo>
                  <a:pt x="367411" y="245141"/>
                  <a:pt x="366767" y="244618"/>
                  <a:pt x="365923" y="244296"/>
                </a:cubicBezTo>
                <a:close/>
                <a:moveTo>
                  <a:pt x="338081" y="235404"/>
                </a:moveTo>
                <a:cubicBezTo>
                  <a:pt x="334621" y="234318"/>
                  <a:pt x="330960" y="236249"/>
                  <a:pt x="329873" y="239629"/>
                </a:cubicBezTo>
                <a:cubicBezTo>
                  <a:pt x="328787" y="243089"/>
                  <a:pt x="330718" y="246750"/>
                  <a:pt x="334178" y="247836"/>
                </a:cubicBezTo>
                <a:cubicBezTo>
                  <a:pt x="334822" y="248038"/>
                  <a:pt x="335466" y="248038"/>
                  <a:pt x="336109" y="248038"/>
                </a:cubicBezTo>
                <a:cubicBezTo>
                  <a:pt x="338805" y="248038"/>
                  <a:pt x="341420" y="246307"/>
                  <a:pt x="342265" y="243491"/>
                </a:cubicBezTo>
                <a:cubicBezTo>
                  <a:pt x="343351" y="240192"/>
                  <a:pt x="341420" y="236490"/>
                  <a:pt x="338081" y="235404"/>
                </a:cubicBezTo>
                <a:close/>
                <a:moveTo>
                  <a:pt x="313257" y="228404"/>
                </a:moveTo>
                <a:cubicBezTo>
                  <a:pt x="312693" y="227760"/>
                  <a:pt x="311969" y="227317"/>
                  <a:pt x="311205" y="226995"/>
                </a:cubicBezTo>
                <a:cubicBezTo>
                  <a:pt x="308831" y="226030"/>
                  <a:pt x="305894" y="226553"/>
                  <a:pt x="304083" y="228404"/>
                </a:cubicBezTo>
                <a:cubicBezTo>
                  <a:pt x="303560" y="228927"/>
                  <a:pt x="302997" y="229691"/>
                  <a:pt x="302675" y="230455"/>
                </a:cubicBezTo>
                <a:cubicBezTo>
                  <a:pt x="302474" y="231300"/>
                  <a:pt x="302233" y="232065"/>
                  <a:pt x="302233" y="232950"/>
                </a:cubicBezTo>
                <a:cubicBezTo>
                  <a:pt x="302233" y="233835"/>
                  <a:pt x="302353" y="234680"/>
                  <a:pt x="302675" y="235444"/>
                </a:cubicBezTo>
                <a:cubicBezTo>
                  <a:pt x="302997" y="236289"/>
                  <a:pt x="303520" y="236973"/>
                  <a:pt x="304164" y="237617"/>
                </a:cubicBezTo>
                <a:cubicBezTo>
                  <a:pt x="304727" y="238140"/>
                  <a:pt x="305451" y="238703"/>
                  <a:pt x="306216" y="239025"/>
                </a:cubicBezTo>
                <a:cubicBezTo>
                  <a:pt x="306980" y="239347"/>
                  <a:pt x="307825" y="239468"/>
                  <a:pt x="308710" y="239468"/>
                </a:cubicBezTo>
                <a:cubicBezTo>
                  <a:pt x="309555" y="239468"/>
                  <a:pt x="310320" y="239347"/>
                  <a:pt x="311205" y="239025"/>
                </a:cubicBezTo>
                <a:cubicBezTo>
                  <a:pt x="311969" y="238703"/>
                  <a:pt x="312693" y="238180"/>
                  <a:pt x="313257" y="237617"/>
                </a:cubicBezTo>
                <a:cubicBezTo>
                  <a:pt x="313900" y="236973"/>
                  <a:pt x="314343" y="236330"/>
                  <a:pt x="314665" y="235444"/>
                </a:cubicBezTo>
                <a:cubicBezTo>
                  <a:pt x="314987" y="234680"/>
                  <a:pt x="315188" y="233835"/>
                  <a:pt x="315188" y="232950"/>
                </a:cubicBezTo>
                <a:cubicBezTo>
                  <a:pt x="315188" y="232065"/>
                  <a:pt x="314947" y="231341"/>
                  <a:pt x="314665" y="230455"/>
                </a:cubicBezTo>
                <a:cubicBezTo>
                  <a:pt x="314303" y="229691"/>
                  <a:pt x="313900" y="228967"/>
                  <a:pt x="313257" y="228404"/>
                </a:cubicBezTo>
                <a:close/>
                <a:moveTo>
                  <a:pt x="359324" y="153287"/>
                </a:moveTo>
                <a:cubicBezTo>
                  <a:pt x="360089" y="153609"/>
                  <a:pt x="360934" y="153730"/>
                  <a:pt x="361819" y="153730"/>
                </a:cubicBezTo>
                <a:cubicBezTo>
                  <a:pt x="362704" y="153730"/>
                  <a:pt x="363428" y="153609"/>
                  <a:pt x="364313" y="153287"/>
                </a:cubicBezTo>
                <a:cubicBezTo>
                  <a:pt x="365078" y="152966"/>
                  <a:pt x="365721" y="152442"/>
                  <a:pt x="366365" y="151879"/>
                </a:cubicBezTo>
                <a:cubicBezTo>
                  <a:pt x="367009" y="151235"/>
                  <a:pt x="367451" y="150592"/>
                  <a:pt x="367773" y="149707"/>
                </a:cubicBezTo>
                <a:cubicBezTo>
                  <a:pt x="368095" y="148942"/>
                  <a:pt x="368296" y="148097"/>
                  <a:pt x="368296" y="147212"/>
                </a:cubicBezTo>
                <a:cubicBezTo>
                  <a:pt x="368296" y="146327"/>
                  <a:pt x="368095" y="145482"/>
                  <a:pt x="367773" y="144718"/>
                </a:cubicBezTo>
                <a:cubicBezTo>
                  <a:pt x="367451" y="143953"/>
                  <a:pt x="367009" y="143189"/>
                  <a:pt x="366365" y="142666"/>
                </a:cubicBezTo>
                <a:cubicBezTo>
                  <a:pt x="365802" y="142022"/>
                  <a:pt x="365078" y="141579"/>
                  <a:pt x="364313" y="141258"/>
                </a:cubicBezTo>
                <a:cubicBezTo>
                  <a:pt x="361939" y="140292"/>
                  <a:pt x="359002" y="140815"/>
                  <a:pt x="357192" y="142666"/>
                </a:cubicBezTo>
                <a:cubicBezTo>
                  <a:pt x="356669" y="143189"/>
                  <a:pt x="356106" y="143953"/>
                  <a:pt x="355784" y="144718"/>
                </a:cubicBezTo>
                <a:cubicBezTo>
                  <a:pt x="355582" y="145482"/>
                  <a:pt x="355341" y="146327"/>
                  <a:pt x="355341" y="147212"/>
                </a:cubicBezTo>
                <a:cubicBezTo>
                  <a:pt x="355341" y="148097"/>
                  <a:pt x="355462" y="148942"/>
                  <a:pt x="355784" y="149707"/>
                </a:cubicBezTo>
                <a:cubicBezTo>
                  <a:pt x="356106" y="150551"/>
                  <a:pt x="356629" y="151195"/>
                  <a:pt x="357313" y="151879"/>
                </a:cubicBezTo>
                <a:cubicBezTo>
                  <a:pt x="357795" y="152442"/>
                  <a:pt x="358560" y="152966"/>
                  <a:pt x="359324" y="153287"/>
                </a:cubicBezTo>
                <a:close/>
                <a:moveTo>
                  <a:pt x="334822" y="162782"/>
                </a:moveTo>
                <a:cubicBezTo>
                  <a:pt x="335586" y="162782"/>
                  <a:pt x="336230" y="162662"/>
                  <a:pt x="336874" y="162461"/>
                </a:cubicBezTo>
                <a:cubicBezTo>
                  <a:pt x="340213" y="161254"/>
                  <a:pt x="342064" y="157592"/>
                  <a:pt x="340978" y="154253"/>
                </a:cubicBezTo>
                <a:cubicBezTo>
                  <a:pt x="339811" y="150793"/>
                  <a:pt x="336230" y="148942"/>
                  <a:pt x="332770" y="150149"/>
                </a:cubicBezTo>
                <a:cubicBezTo>
                  <a:pt x="329431" y="151235"/>
                  <a:pt x="327580" y="154897"/>
                  <a:pt x="328666" y="158357"/>
                </a:cubicBezTo>
                <a:cubicBezTo>
                  <a:pt x="329632" y="161052"/>
                  <a:pt x="332126" y="162782"/>
                  <a:pt x="334822" y="162782"/>
                </a:cubicBezTo>
                <a:close/>
                <a:moveTo>
                  <a:pt x="305371" y="171312"/>
                </a:moveTo>
                <a:cubicBezTo>
                  <a:pt x="306216" y="171634"/>
                  <a:pt x="306980" y="171755"/>
                  <a:pt x="307865" y="171755"/>
                </a:cubicBezTo>
                <a:cubicBezTo>
                  <a:pt x="308751" y="171755"/>
                  <a:pt x="309595" y="171634"/>
                  <a:pt x="310360" y="171312"/>
                </a:cubicBezTo>
                <a:cubicBezTo>
                  <a:pt x="311124" y="170990"/>
                  <a:pt x="311849" y="170467"/>
                  <a:pt x="312533" y="169904"/>
                </a:cubicBezTo>
                <a:cubicBezTo>
                  <a:pt x="313056" y="169260"/>
                  <a:pt x="313619" y="168496"/>
                  <a:pt x="313941" y="167731"/>
                </a:cubicBezTo>
                <a:cubicBezTo>
                  <a:pt x="314263" y="166967"/>
                  <a:pt x="314383" y="166122"/>
                  <a:pt x="314383" y="165237"/>
                </a:cubicBezTo>
                <a:cubicBezTo>
                  <a:pt x="314383" y="164352"/>
                  <a:pt x="314263" y="163627"/>
                  <a:pt x="313941" y="162742"/>
                </a:cubicBezTo>
                <a:cubicBezTo>
                  <a:pt x="313619" y="161978"/>
                  <a:pt x="313096" y="161213"/>
                  <a:pt x="312533" y="160690"/>
                </a:cubicBezTo>
                <a:cubicBezTo>
                  <a:pt x="311889" y="160047"/>
                  <a:pt x="311245" y="159604"/>
                  <a:pt x="310360" y="159282"/>
                </a:cubicBezTo>
                <a:cubicBezTo>
                  <a:pt x="307986" y="158317"/>
                  <a:pt x="305170" y="158840"/>
                  <a:pt x="303359" y="160690"/>
                </a:cubicBezTo>
                <a:cubicBezTo>
                  <a:pt x="302716" y="161213"/>
                  <a:pt x="302273" y="161978"/>
                  <a:pt x="301951" y="162742"/>
                </a:cubicBezTo>
                <a:cubicBezTo>
                  <a:pt x="301629" y="163587"/>
                  <a:pt x="301428" y="164352"/>
                  <a:pt x="301428" y="165237"/>
                </a:cubicBezTo>
                <a:cubicBezTo>
                  <a:pt x="301428" y="166122"/>
                  <a:pt x="301669" y="166967"/>
                  <a:pt x="301951" y="167731"/>
                </a:cubicBezTo>
                <a:cubicBezTo>
                  <a:pt x="302273" y="168496"/>
                  <a:pt x="302716" y="169220"/>
                  <a:pt x="303359" y="169904"/>
                </a:cubicBezTo>
                <a:cubicBezTo>
                  <a:pt x="303963" y="170467"/>
                  <a:pt x="304607" y="170990"/>
                  <a:pt x="305371" y="171312"/>
                </a:cubicBezTo>
                <a:close/>
                <a:moveTo>
                  <a:pt x="306095" y="66624"/>
                </a:moveTo>
                <a:cubicBezTo>
                  <a:pt x="307262" y="65417"/>
                  <a:pt x="308026" y="63808"/>
                  <a:pt x="308026" y="62078"/>
                </a:cubicBezTo>
                <a:cubicBezTo>
                  <a:pt x="308026" y="61233"/>
                  <a:pt x="307825" y="60348"/>
                  <a:pt x="307503" y="59583"/>
                </a:cubicBezTo>
                <a:cubicBezTo>
                  <a:pt x="307181" y="58738"/>
                  <a:pt x="306739" y="58095"/>
                  <a:pt x="306095" y="57451"/>
                </a:cubicBezTo>
                <a:cubicBezTo>
                  <a:pt x="305572" y="56888"/>
                  <a:pt x="304808" y="56485"/>
                  <a:pt x="304043" y="56163"/>
                </a:cubicBezTo>
                <a:cubicBezTo>
                  <a:pt x="301549" y="55077"/>
                  <a:pt x="298732" y="55721"/>
                  <a:pt x="296922" y="57451"/>
                </a:cubicBezTo>
                <a:cubicBezTo>
                  <a:pt x="296399" y="58095"/>
                  <a:pt x="295836" y="58738"/>
                  <a:pt x="295514" y="59583"/>
                </a:cubicBezTo>
                <a:cubicBezTo>
                  <a:pt x="295192" y="60348"/>
                  <a:pt x="295071" y="61193"/>
                  <a:pt x="295071" y="62078"/>
                </a:cubicBezTo>
                <a:cubicBezTo>
                  <a:pt x="295071" y="62923"/>
                  <a:pt x="295192" y="63808"/>
                  <a:pt x="295514" y="64572"/>
                </a:cubicBezTo>
                <a:cubicBezTo>
                  <a:pt x="295836" y="65337"/>
                  <a:pt x="296359" y="66101"/>
                  <a:pt x="297043" y="66624"/>
                </a:cubicBezTo>
                <a:cubicBezTo>
                  <a:pt x="298209" y="67912"/>
                  <a:pt x="299859" y="68555"/>
                  <a:pt x="301589" y="68555"/>
                </a:cubicBezTo>
                <a:cubicBezTo>
                  <a:pt x="303319" y="68555"/>
                  <a:pt x="304928" y="67912"/>
                  <a:pt x="306095" y="66624"/>
                </a:cubicBezTo>
                <a:close/>
                <a:moveTo>
                  <a:pt x="279340" y="81631"/>
                </a:moveTo>
                <a:cubicBezTo>
                  <a:pt x="277288" y="84568"/>
                  <a:pt x="277932" y="88551"/>
                  <a:pt x="280748" y="90724"/>
                </a:cubicBezTo>
                <a:cubicBezTo>
                  <a:pt x="281955" y="91569"/>
                  <a:pt x="283242" y="91891"/>
                  <a:pt x="284651" y="91891"/>
                </a:cubicBezTo>
                <a:cubicBezTo>
                  <a:pt x="286582" y="91891"/>
                  <a:pt x="288553" y="91046"/>
                  <a:pt x="289841" y="89316"/>
                </a:cubicBezTo>
                <a:cubicBezTo>
                  <a:pt x="291893" y="86419"/>
                  <a:pt x="291329" y="82315"/>
                  <a:pt x="288433" y="80263"/>
                </a:cubicBezTo>
                <a:cubicBezTo>
                  <a:pt x="285496" y="78051"/>
                  <a:pt x="281392" y="78694"/>
                  <a:pt x="279340" y="81631"/>
                </a:cubicBezTo>
                <a:close/>
                <a:moveTo>
                  <a:pt x="272218" y="104283"/>
                </a:moveTo>
                <a:cubicBezTo>
                  <a:pt x="271575" y="103639"/>
                  <a:pt x="270931" y="103197"/>
                  <a:pt x="270086" y="102875"/>
                </a:cubicBezTo>
                <a:cubicBezTo>
                  <a:pt x="268477" y="102110"/>
                  <a:pt x="266747" y="102110"/>
                  <a:pt x="265137" y="102875"/>
                </a:cubicBezTo>
                <a:cubicBezTo>
                  <a:pt x="264373" y="103197"/>
                  <a:pt x="263729" y="103639"/>
                  <a:pt x="263085" y="104283"/>
                </a:cubicBezTo>
                <a:cubicBezTo>
                  <a:pt x="262442" y="104806"/>
                  <a:pt x="261999" y="105570"/>
                  <a:pt x="261677" y="106335"/>
                </a:cubicBezTo>
                <a:cubicBezTo>
                  <a:pt x="261355" y="107180"/>
                  <a:pt x="261154" y="107944"/>
                  <a:pt x="261154" y="108829"/>
                </a:cubicBezTo>
                <a:cubicBezTo>
                  <a:pt x="261154" y="110559"/>
                  <a:pt x="261919" y="112169"/>
                  <a:pt x="263085" y="113376"/>
                </a:cubicBezTo>
                <a:cubicBezTo>
                  <a:pt x="264292" y="114663"/>
                  <a:pt x="265902" y="115307"/>
                  <a:pt x="267712" y="115307"/>
                </a:cubicBezTo>
                <a:cubicBezTo>
                  <a:pt x="268557" y="115307"/>
                  <a:pt x="269322" y="115106"/>
                  <a:pt x="270086" y="114864"/>
                </a:cubicBezTo>
                <a:cubicBezTo>
                  <a:pt x="270931" y="114422"/>
                  <a:pt x="271575" y="114019"/>
                  <a:pt x="272218" y="113376"/>
                </a:cubicBezTo>
                <a:cubicBezTo>
                  <a:pt x="273425" y="112169"/>
                  <a:pt x="274069" y="110559"/>
                  <a:pt x="274069" y="108829"/>
                </a:cubicBezTo>
                <a:cubicBezTo>
                  <a:pt x="274069" y="107984"/>
                  <a:pt x="273949" y="107099"/>
                  <a:pt x="273667" y="106335"/>
                </a:cubicBezTo>
                <a:cubicBezTo>
                  <a:pt x="273305" y="105570"/>
                  <a:pt x="272782" y="104846"/>
                  <a:pt x="272218" y="104283"/>
                </a:cubicBezTo>
                <a:close/>
                <a:moveTo>
                  <a:pt x="198832" y="35322"/>
                </a:moveTo>
                <a:cubicBezTo>
                  <a:pt x="199597" y="35765"/>
                  <a:pt x="200442" y="35886"/>
                  <a:pt x="201327" y="35886"/>
                </a:cubicBezTo>
                <a:cubicBezTo>
                  <a:pt x="203057" y="35886"/>
                  <a:pt x="204666" y="35242"/>
                  <a:pt x="205873" y="33954"/>
                </a:cubicBezTo>
                <a:cubicBezTo>
                  <a:pt x="206517" y="33431"/>
                  <a:pt x="206960" y="32667"/>
                  <a:pt x="207281" y="31903"/>
                </a:cubicBezTo>
                <a:cubicBezTo>
                  <a:pt x="207603" y="31138"/>
                  <a:pt x="207804" y="30293"/>
                  <a:pt x="207804" y="29408"/>
                </a:cubicBezTo>
                <a:cubicBezTo>
                  <a:pt x="207804" y="28523"/>
                  <a:pt x="207603" y="27678"/>
                  <a:pt x="207281" y="26914"/>
                </a:cubicBezTo>
                <a:cubicBezTo>
                  <a:pt x="206960" y="26149"/>
                  <a:pt x="206517" y="25385"/>
                  <a:pt x="205994" y="24741"/>
                </a:cubicBezTo>
                <a:cubicBezTo>
                  <a:pt x="205350" y="24218"/>
                  <a:pt x="204586" y="23775"/>
                  <a:pt x="203821" y="23453"/>
                </a:cubicBezTo>
                <a:cubicBezTo>
                  <a:pt x="202212" y="22810"/>
                  <a:pt x="200361" y="22810"/>
                  <a:pt x="198873" y="23453"/>
                </a:cubicBezTo>
                <a:cubicBezTo>
                  <a:pt x="198108" y="23775"/>
                  <a:pt x="197384" y="24218"/>
                  <a:pt x="196821" y="24741"/>
                </a:cubicBezTo>
                <a:cubicBezTo>
                  <a:pt x="196177" y="25385"/>
                  <a:pt x="195734" y="26149"/>
                  <a:pt x="195413" y="26914"/>
                </a:cubicBezTo>
                <a:cubicBezTo>
                  <a:pt x="195091" y="27678"/>
                  <a:pt x="194849" y="28523"/>
                  <a:pt x="194849" y="29408"/>
                </a:cubicBezTo>
                <a:cubicBezTo>
                  <a:pt x="194849" y="30293"/>
                  <a:pt x="194970" y="31138"/>
                  <a:pt x="195413" y="31903"/>
                </a:cubicBezTo>
                <a:cubicBezTo>
                  <a:pt x="195734" y="32667"/>
                  <a:pt x="196177" y="33391"/>
                  <a:pt x="196821" y="33954"/>
                </a:cubicBezTo>
                <a:cubicBezTo>
                  <a:pt x="197304" y="34558"/>
                  <a:pt x="198068" y="35001"/>
                  <a:pt x="198832" y="35322"/>
                </a:cubicBezTo>
                <a:close/>
                <a:moveTo>
                  <a:pt x="201327" y="64371"/>
                </a:moveTo>
                <a:cubicBezTo>
                  <a:pt x="204908" y="64371"/>
                  <a:pt x="207804" y="61434"/>
                  <a:pt x="207804" y="57893"/>
                </a:cubicBezTo>
                <a:cubicBezTo>
                  <a:pt x="207804" y="54313"/>
                  <a:pt x="204908" y="51416"/>
                  <a:pt x="201327" y="51416"/>
                </a:cubicBezTo>
                <a:cubicBezTo>
                  <a:pt x="197746" y="51416"/>
                  <a:pt x="194849" y="54353"/>
                  <a:pt x="194849" y="57893"/>
                </a:cubicBezTo>
                <a:cubicBezTo>
                  <a:pt x="194809" y="61434"/>
                  <a:pt x="197746" y="64371"/>
                  <a:pt x="201327" y="64371"/>
                </a:cubicBezTo>
                <a:close/>
                <a:moveTo>
                  <a:pt x="195372" y="88833"/>
                </a:moveTo>
                <a:cubicBezTo>
                  <a:pt x="195694" y="89598"/>
                  <a:pt x="196137" y="90241"/>
                  <a:pt x="196780" y="90885"/>
                </a:cubicBezTo>
                <a:cubicBezTo>
                  <a:pt x="197947" y="92092"/>
                  <a:pt x="199597" y="92736"/>
                  <a:pt x="201327" y="92736"/>
                </a:cubicBezTo>
                <a:cubicBezTo>
                  <a:pt x="202172" y="92736"/>
                  <a:pt x="203057" y="92615"/>
                  <a:pt x="203821" y="92293"/>
                </a:cubicBezTo>
                <a:cubicBezTo>
                  <a:pt x="204586" y="91971"/>
                  <a:pt x="205350" y="91529"/>
                  <a:pt x="205873" y="90885"/>
                </a:cubicBezTo>
                <a:cubicBezTo>
                  <a:pt x="206517" y="90241"/>
                  <a:pt x="206960" y="89598"/>
                  <a:pt x="207281" y="88833"/>
                </a:cubicBezTo>
                <a:cubicBezTo>
                  <a:pt x="207603" y="87988"/>
                  <a:pt x="207804" y="87103"/>
                  <a:pt x="207804" y="86339"/>
                </a:cubicBezTo>
                <a:cubicBezTo>
                  <a:pt x="207804" y="85494"/>
                  <a:pt x="207603" y="84609"/>
                  <a:pt x="207281" y="83844"/>
                </a:cubicBezTo>
                <a:cubicBezTo>
                  <a:pt x="206960" y="82999"/>
                  <a:pt x="206517" y="82356"/>
                  <a:pt x="205994" y="81712"/>
                </a:cubicBezTo>
                <a:cubicBezTo>
                  <a:pt x="205350" y="81148"/>
                  <a:pt x="204586" y="80625"/>
                  <a:pt x="203821" y="80304"/>
                </a:cubicBezTo>
                <a:cubicBezTo>
                  <a:pt x="202212" y="79660"/>
                  <a:pt x="200361" y="79660"/>
                  <a:pt x="198873" y="80304"/>
                </a:cubicBezTo>
                <a:cubicBezTo>
                  <a:pt x="198108" y="80625"/>
                  <a:pt x="197384" y="81148"/>
                  <a:pt x="196821" y="81712"/>
                </a:cubicBezTo>
                <a:cubicBezTo>
                  <a:pt x="195533" y="82879"/>
                  <a:pt x="194889" y="84609"/>
                  <a:pt x="194889" y="86339"/>
                </a:cubicBezTo>
                <a:cubicBezTo>
                  <a:pt x="194809" y="87143"/>
                  <a:pt x="194930" y="87988"/>
                  <a:pt x="195372" y="88833"/>
                </a:cubicBezTo>
                <a:close/>
                <a:moveTo>
                  <a:pt x="206034" y="141177"/>
                </a:moveTo>
                <a:cubicBezTo>
                  <a:pt x="209092" y="150873"/>
                  <a:pt x="236169" y="236410"/>
                  <a:pt x="236169" y="253187"/>
                </a:cubicBezTo>
                <a:cubicBezTo>
                  <a:pt x="236169" y="272218"/>
                  <a:pt x="220679" y="287708"/>
                  <a:pt x="201649" y="287708"/>
                </a:cubicBezTo>
                <a:cubicBezTo>
                  <a:pt x="182618" y="287708"/>
                  <a:pt x="167128" y="272218"/>
                  <a:pt x="167128" y="253187"/>
                </a:cubicBezTo>
                <a:cubicBezTo>
                  <a:pt x="167128" y="236450"/>
                  <a:pt x="194165" y="150914"/>
                  <a:pt x="197263" y="141177"/>
                </a:cubicBezTo>
                <a:cubicBezTo>
                  <a:pt x="198511" y="137355"/>
                  <a:pt x="204827" y="137355"/>
                  <a:pt x="206034" y="141177"/>
                </a:cubicBezTo>
                <a:close/>
                <a:moveTo>
                  <a:pt x="226996" y="253147"/>
                </a:moveTo>
                <a:cubicBezTo>
                  <a:pt x="226996" y="242083"/>
                  <a:pt x="211385" y="189256"/>
                  <a:pt x="201649" y="157874"/>
                </a:cubicBezTo>
                <a:cubicBezTo>
                  <a:pt x="191912" y="189256"/>
                  <a:pt x="176302" y="242083"/>
                  <a:pt x="176302" y="253147"/>
                </a:cubicBezTo>
                <a:cubicBezTo>
                  <a:pt x="176302" y="267108"/>
                  <a:pt x="187688" y="278494"/>
                  <a:pt x="201649" y="278494"/>
                </a:cubicBezTo>
                <a:cubicBezTo>
                  <a:pt x="215650" y="278494"/>
                  <a:pt x="226996" y="267108"/>
                  <a:pt x="226996" y="253147"/>
                </a:cubicBezTo>
                <a:close/>
              </a:path>
            </a:pathLst>
          </a:custGeom>
          <a:solidFill>
            <a:schemeClr val="bg2"/>
          </a:solidFill>
          <a:ln w="400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6" name="Freeform 310">
            <a:extLst>
              <a:ext uri="{FF2B5EF4-FFF2-40B4-BE49-F238E27FC236}">
                <a16:creationId xmlns:a16="http://schemas.microsoft.com/office/drawing/2014/main" id="{E2958F9B-8710-646C-5D56-E9146A3FF851}"/>
              </a:ext>
            </a:extLst>
          </p:cNvPr>
          <p:cNvSpPr>
            <a:spLocks noEditPoints="1"/>
          </p:cNvSpPr>
          <p:nvPr/>
        </p:nvSpPr>
        <p:spPr bwMode="auto">
          <a:xfrm>
            <a:off x="11181948" y="5470450"/>
            <a:ext cx="381714" cy="343986"/>
          </a:xfrm>
          <a:custGeom>
            <a:avLst/>
            <a:gdLst>
              <a:gd name="T0" fmla="*/ 490 w 943"/>
              <a:gd name="T1" fmla="*/ 422 h 909"/>
              <a:gd name="T2" fmla="*/ 542 w 943"/>
              <a:gd name="T3" fmla="*/ 397 h 909"/>
              <a:gd name="T4" fmla="*/ 530 w 943"/>
              <a:gd name="T5" fmla="*/ 287 h 909"/>
              <a:gd name="T6" fmla="*/ 631 w 943"/>
              <a:gd name="T7" fmla="*/ 417 h 909"/>
              <a:gd name="T8" fmla="*/ 651 w 943"/>
              <a:gd name="T9" fmla="*/ 347 h 909"/>
              <a:gd name="T10" fmla="*/ 658 w 943"/>
              <a:gd name="T11" fmla="*/ 238 h 909"/>
              <a:gd name="T12" fmla="*/ 593 w 943"/>
              <a:gd name="T13" fmla="*/ 186 h 909"/>
              <a:gd name="T14" fmla="*/ 498 w 943"/>
              <a:gd name="T15" fmla="*/ 207 h 909"/>
              <a:gd name="T16" fmla="*/ 401 w 943"/>
              <a:gd name="T17" fmla="*/ 218 h 909"/>
              <a:gd name="T18" fmla="*/ 348 w 943"/>
              <a:gd name="T19" fmla="*/ 273 h 909"/>
              <a:gd name="T20" fmla="*/ 351 w 943"/>
              <a:gd name="T21" fmla="*/ 392 h 909"/>
              <a:gd name="T22" fmla="*/ 414 w 943"/>
              <a:gd name="T23" fmla="*/ 441 h 909"/>
              <a:gd name="T24" fmla="*/ 489 w 943"/>
              <a:gd name="T25" fmla="*/ 523 h 909"/>
              <a:gd name="T26" fmla="*/ 560 w 943"/>
              <a:gd name="T27" fmla="*/ 507 h 909"/>
              <a:gd name="T28" fmla="*/ 575 w 943"/>
              <a:gd name="T29" fmla="*/ 492 h 909"/>
              <a:gd name="T30" fmla="*/ 484 w 943"/>
              <a:gd name="T31" fmla="*/ 502 h 909"/>
              <a:gd name="T32" fmla="*/ 411 w 943"/>
              <a:gd name="T33" fmla="*/ 420 h 909"/>
              <a:gd name="T34" fmla="*/ 395 w 943"/>
              <a:gd name="T35" fmla="*/ 336 h 909"/>
              <a:gd name="T36" fmla="*/ 421 w 943"/>
              <a:gd name="T37" fmla="*/ 271 h 909"/>
              <a:gd name="T38" fmla="*/ 479 w 943"/>
              <a:gd name="T39" fmla="*/ 232 h 909"/>
              <a:gd name="T40" fmla="*/ 564 w 943"/>
              <a:gd name="T41" fmla="*/ 229 h 909"/>
              <a:gd name="T42" fmla="*/ 660 w 943"/>
              <a:gd name="T43" fmla="*/ 283 h 909"/>
              <a:gd name="T44" fmla="*/ 670 w 943"/>
              <a:gd name="T45" fmla="*/ 373 h 909"/>
              <a:gd name="T46" fmla="*/ 588 w 943"/>
              <a:gd name="T47" fmla="*/ 447 h 909"/>
              <a:gd name="T48" fmla="*/ 595 w 943"/>
              <a:gd name="T49" fmla="*/ 729 h 909"/>
              <a:gd name="T50" fmla="*/ 796 w 943"/>
              <a:gd name="T51" fmla="*/ 407 h 909"/>
              <a:gd name="T52" fmla="*/ 126 w 943"/>
              <a:gd name="T53" fmla="*/ 809 h 909"/>
              <a:gd name="T54" fmla="*/ 60 w 943"/>
              <a:gd name="T55" fmla="*/ 669 h 909"/>
              <a:gd name="T56" fmla="*/ 73 w 943"/>
              <a:gd name="T57" fmla="*/ 364 h 909"/>
              <a:gd name="T58" fmla="*/ 625 w 943"/>
              <a:gd name="T59" fmla="*/ 84 h 909"/>
              <a:gd name="T60" fmla="*/ 93 w 943"/>
              <a:gd name="T61" fmla="*/ 364 h 909"/>
              <a:gd name="T62" fmla="*/ 60 w 943"/>
              <a:gd name="T63" fmla="*/ 649 h 909"/>
              <a:gd name="T64" fmla="*/ 148 w 943"/>
              <a:gd name="T65" fmla="*/ 797 h 909"/>
              <a:gd name="T66" fmla="*/ 703 w 943"/>
              <a:gd name="T67" fmla="*/ 241 h 909"/>
              <a:gd name="T68" fmla="*/ 689 w 943"/>
              <a:gd name="T69" fmla="*/ 241 h 909"/>
              <a:gd name="T70" fmla="*/ 733 w 943"/>
              <a:gd name="T71" fmla="*/ 239 h 909"/>
              <a:gd name="T72" fmla="*/ 765 w 943"/>
              <a:gd name="T73" fmla="*/ 222 h 909"/>
              <a:gd name="T74" fmla="*/ 787 w 943"/>
              <a:gd name="T75" fmla="*/ 187 h 909"/>
              <a:gd name="T76" fmla="*/ 673 w 943"/>
              <a:gd name="T77" fmla="*/ 203 h 909"/>
              <a:gd name="T78" fmla="*/ 705 w 943"/>
              <a:gd name="T79" fmla="*/ 181 h 909"/>
              <a:gd name="T80" fmla="*/ 728 w 943"/>
              <a:gd name="T81" fmla="*/ 178 h 909"/>
              <a:gd name="T82" fmla="*/ 733 w 943"/>
              <a:gd name="T83" fmla="*/ 138 h 909"/>
              <a:gd name="T84" fmla="*/ 844 w 943"/>
              <a:gd name="T85" fmla="*/ 208 h 909"/>
              <a:gd name="T86" fmla="*/ 810 w 943"/>
              <a:gd name="T87" fmla="*/ 146 h 909"/>
              <a:gd name="T88" fmla="*/ 886 w 943"/>
              <a:gd name="T89" fmla="*/ 168 h 909"/>
              <a:gd name="T90" fmla="*/ 791 w 943"/>
              <a:gd name="T91" fmla="*/ 25 h 909"/>
              <a:gd name="T92" fmla="*/ 748 w 943"/>
              <a:gd name="T93" fmla="*/ 20 h 909"/>
              <a:gd name="T94" fmla="*/ 708 w 943"/>
              <a:gd name="T95" fmla="*/ 308 h 909"/>
              <a:gd name="T96" fmla="*/ 715 w 943"/>
              <a:gd name="T97" fmla="*/ 311 h 909"/>
              <a:gd name="T98" fmla="*/ 748 w 943"/>
              <a:gd name="T99" fmla="*/ 292 h 909"/>
              <a:gd name="T100" fmla="*/ 788 w 943"/>
              <a:gd name="T101" fmla="*/ 271 h 909"/>
              <a:gd name="T102" fmla="*/ 814 w 943"/>
              <a:gd name="T103" fmla="*/ 289 h 909"/>
              <a:gd name="T104" fmla="*/ 891 w 943"/>
              <a:gd name="T105" fmla="*/ 261 h 909"/>
              <a:gd name="T106" fmla="*/ 939 w 943"/>
              <a:gd name="T107" fmla="*/ 325 h 909"/>
              <a:gd name="T108" fmla="*/ 899 w 943"/>
              <a:gd name="T109" fmla="*/ 282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43" h="909">
                <a:moveTo>
                  <a:pt x="583" y="306"/>
                </a:moveTo>
                <a:cubicBezTo>
                  <a:pt x="573" y="287"/>
                  <a:pt x="556" y="274"/>
                  <a:pt x="535" y="268"/>
                </a:cubicBezTo>
                <a:cubicBezTo>
                  <a:pt x="515" y="262"/>
                  <a:pt x="493" y="264"/>
                  <a:pt x="474" y="275"/>
                </a:cubicBezTo>
                <a:cubicBezTo>
                  <a:pt x="455" y="285"/>
                  <a:pt x="442" y="302"/>
                  <a:pt x="436" y="322"/>
                </a:cubicBezTo>
                <a:cubicBezTo>
                  <a:pt x="430" y="343"/>
                  <a:pt x="432" y="365"/>
                  <a:pt x="443" y="384"/>
                </a:cubicBezTo>
                <a:cubicBezTo>
                  <a:pt x="453" y="402"/>
                  <a:pt x="470" y="416"/>
                  <a:pt x="490" y="422"/>
                </a:cubicBezTo>
                <a:cubicBezTo>
                  <a:pt x="498" y="424"/>
                  <a:pt x="505" y="425"/>
                  <a:pt x="513" y="425"/>
                </a:cubicBezTo>
                <a:cubicBezTo>
                  <a:pt x="526" y="425"/>
                  <a:pt x="540" y="422"/>
                  <a:pt x="551" y="415"/>
                </a:cubicBezTo>
                <a:cubicBezTo>
                  <a:pt x="570" y="405"/>
                  <a:pt x="584" y="388"/>
                  <a:pt x="590" y="367"/>
                </a:cubicBezTo>
                <a:cubicBezTo>
                  <a:pt x="596" y="347"/>
                  <a:pt x="593" y="325"/>
                  <a:pt x="583" y="306"/>
                </a:cubicBezTo>
                <a:close/>
                <a:moveTo>
                  <a:pt x="570" y="362"/>
                </a:moveTo>
                <a:cubicBezTo>
                  <a:pt x="566" y="377"/>
                  <a:pt x="556" y="390"/>
                  <a:pt x="542" y="397"/>
                </a:cubicBezTo>
                <a:cubicBezTo>
                  <a:pt x="528" y="405"/>
                  <a:pt x="511" y="407"/>
                  <a:pt x="496" y="402"/>
                </a:cubicBezTo>
                <a:cubicBezTo>
                  <a:pt x="481" y="398"/>
                  <a:pt x="468" y="388"/>
                  <a:pt x="460" y="374"/>
                </a:cubicBezTo>
                <a:cubicBezTo>
                  <a:pt x="453" y="360"/>
                  <a:pt x="451" y="344"/>
                  <a:pt x="455" y="328"/>
                </a:cubicBezTo>
                <a:cubicBezTo>
                  <a:pt x="460" y="313"/>
                  <a:pt x="470" y="300"/>
                  <a:pt x="484" y="292"/>
                </a:cubicBezTo>
                <a:cubicBezTo>
                  <a:pt x="493" y="287"/>
                  <a:pt x="503" y="285"/>
                  <a:pt x="513" y="285"/>
                </a:cubicBezTo>
                <a:cubicBezTo>
                  <a:pt x="518" y="285"/>
                  <a:pt x="524" y="286"/>
                  <a:pt x="530" y="287"/>
                </a:cubicBezTo>
                <a:cubicBezTo>
                  <a:pt x="545" y="292"/>
                  <a:pt x="558" y="302"/>
                  <a:pt x="565" y="316"/>
                </a:cubicBezTo>
                <a:cubicBezTo>
                  <a:pt x="573" y="330"/>
                  <a:pt x="575" y="346"/>
                  <a:pt x="570" y="362"/>
                </a:cubicBezTo>
                <a:close/>
                <a:moveTo>
                  <a:pt x="625" y="472"/>
                </a:moveTo>
                <a:cubicBezTo>
                  <a:pt x="609" y="444"/>
                  <a:pt x="609" y="444"/>
                  <a:pt x="609" y="444"/>
                </a:cubicBezTo>
                <a:cubicBezTo>
                  <a:pt x="613" y="440"/>
                  <a:pt x="617" y="436"/>
                  <a:pt x="621" y="431"/>
                </a:cubicBezTo>
                <a:cubicBezTo>
                  <a:pt x="624" y="427"/>
                  <a:pt x="628" y="422"/>
                  <a:pt x="631" y="417"/>
                </a:cubicBezTo>
                <a:cubicBezTo>
                  <a:pt x="661" y="426"/>
                  <a:pt x="661" y="426"/>
                  <a:pt x="661" y="426"/>
                </a:cubicBezTo>
                <a:cubicBezTo>
                  <a:pt x="662" y="426"/>
                  <a:pt x="664" y="427"/>
                  <a:pt x="665" y="427"/>
                </a:cubicBezTo>
                <a:cubicBezTo>
                  <a:pt x="671" y="427"/>
                  <a:pt x="676" y="423"/>
                  <a:pt x="678" y="417"/>
                </a:cubicBezTo>
                <a:cubicBezTo>
                  <a:pt x="691" y="373"/>
                  <a:pt x="691" y="373"/>
                  <a:pt x="691" y="373"/>
                </a:cubicBezTo>
                <a:cubicBezTo>
                  <a:pt x="693" y="365"/>
                  <a:pt x="689" y="358"/>
                  <a:pt x="681" y="355"/>
                </a:cubicBezTo>
                <a:cubicBezTo>
                  <a:pt x="651" y="347"/>
                  <a:pt x="651" y="347"/>
                  <a:pt x="651" y="347"/>
                </a:cubicBezTo>
                <a:cubicBezTo>
                  <a:pt x="651" y="341"/>
                  <a:pt x="651" y="335"/>
                  <a:pt x="650" y="330"/>
                </a:cubicBezTo>
                <a:cubicBezTo>
                  <a:pt x="650" y="324"/>
                  <a:pt x="649" y="318"/>
                  <a:pt x="647" y="313"/>
                </a:cubicBezTo>
                <a:cubicBezTo>
                  <a:pt x="675" y="298"/>
                  <a:pt x="675" y="298"/>
                  <a:pt x="675" y="298"/>
                </a:cubicBezTo>
                <a:cubicBezTo>
                  <a:pt x="678" y="296"/>
                  <a:pt x="681" y="293"/>
                  <a:pt x="682" y="289"/>
                </a:cubicBezTo>
                <a:cubicBezTo>
                  <a:pt x="683" y="286"/>
                  <a:pt x="682" y="282"/>
                  <a:pt x="681" y="279"/>
                </a:cubicBezTo>
                <a:cubicBezTo>
                  <a:pt x="658" y="238"/>
                  <a:pt x="658" y="238"/>
                  <a:pt x="658" y="238"/>
                </a:cubicBezTo>
                <a:cubicBezTo>
                  <a:pt x="655" y="232"/>
                  <a:pt x="646" y="230"/>
                  <a:pt x="640" y="233"/>
                </a:cubicBezTo>
                <a:cubicBezTo>
                  <a:pt x="612" y="248"/>
                  <a:pt x="612" y="248"/>
                  <a:pt x="612" y="248"/>
                </a:cubicBezTo>
                <a:cubicBezTo>
                  <a:pt x="608" y="244"/>
                  <a:pt x="604" y="240"/>
                  <a:pt x="599" y="237"/>
                </a:cubicBezTo>
                <a:cubicBezTo>
                  <a:pt x="595" y="233"/>
                  <a:pt x="590" y="230"/>
                  <a:pt x="585" y="227"/>
                </a:cubicBezTo>
                <a:cubicBezTo>
                  <a:pt x="594" y="197"/>
                  <a:pt x="594" y="197"/>
                  <a:pt x="594" y="197"/>
                </a:cubicBezTo>
                <a:cubicBezTo>
                  <a:pt x="595" y="193"/>
                  <a:pt x="595" y="190"/>
                  <a:pt x="593" y="186"/>
                </a:cubicBezTo>
                <a:cubicBezTo>
                  <a:pt x="591" y="183"/>
                  <a:pt x="588" y="181"/>
                  <a:pt x="585" y="180"/>
                </a:cubicBezTo>
                <a:cubicBezTo>
                  <a:pt x="541" y="167"/>
                  <a:pt x="541" y="167"/>
                  <a:pt x="541" y="167"/>
                </a:cubicBezTo>
                <a:cubicBezTo>
                  <a:pt x="540" y="167"/>
                  <a:pt x="538" y="166"/>
                  <a:pt x="537" y="166"/>
                </a:cubicBezTo>
                <a:cubicBezTo>
                  <a:pt x="531" y="166"/>
                  <a:pt x="525" y="170"/>
                  <a:pt x="523" y="176"/>
                </a:cubicBezTo>
                <a:cubicBezTo>
                  <a:pt x="515" y="206"/>
                  <a:pt x="515" y="206"/>
                  <a:pt x="515" y="206"/>
                </a:cubicBezTo>
                <a:cubicBezTo>
                  <a:pt x="509" y="206"/>
                  <a:pt x="503" y="207"/>
                  <a:pt x="498" y="207"/>
                </a:cubicBezTo>
                <a:cubicBezTo>
                  <a:pt x="492" y="208"/>
                  <a:pt x="486" y="209"/>
                  <a:pt x="481" y="210"/>
                </a:cubicBezTo>
                <a:cubicBezTo>
                  <a:pt x="466" y="183"/>
                  <a:pt x="466" y="183"/>
                  <a:pt x="466" y="183"/>
                </a:cubicBezTo>
                <a:cubicBezTo>
                  <a:pt x="462" y="176"/>
                  <a:pt x="453" y="174"/>
                  <a:pt x="447" y="177"/>
                </a:cubicBezTo>
                <a:cubicBezTo>
                  <a:pt x="407" y="199"/>
                  <a:pt x="407" y="199"/>
                  <a:pt x="407" y="199"/>
                </a:cubicBezTo>
                <a:cubicBezTo>
                  <a:pt x="406" y="200"/>
                  <a:pt x="405" y="200"/>
                  <a:pt x="405" y="200"/>
                </a:cubicBezTo>
                <a:cubicBezTo>
                  <a:pt x="400" y="204"/>
                  <a:pt x="398" y="212"/>
                  <a:pt x="401" y="218"/>
                </a:cubicBezTo>
                <a:cubicBezTo>
                  <a:pt x="416" y="246"/>
                  <a:pt x="416" y="246"/>
                  <a:pt x="416" y="246"/>
                </a:cubicBezTo>
                <a:cubicBezTo>
                  <a:pt x="412" y="250"/>
                  <a:pt x="408" y="254"/>
                  <a:pt x="405" y="258"/>
                </a:cubicBezTo>
                <a:cubicBezTo>
                  <a:pt x="401" y="263"/>
                  <a:pt x="398" y="267"/>
                  <a:pt x="395" y="272"/>
                </a:cubicBezTo>
                <a:cubicBezTo>
                  <a:pt x="365" y="263"/>
                  <a:pt x="365" y="263"/>
                  <a:pt x="365" y="263"/>
                </a:cubicBezTo>
                <a:cubicBezTo>
                  <a:pt x="364" y="263"/>
                  <a:pt x="362" y="263"/>
                  <a:pt x="361" y="263"/>
                </a:cubicBezTo>
                <a:cubicBezTo>
                  <a:pt x="355" y="263"/>
                  <a:pt x="349" y="267"/>
                  <a:pt x="348" y="273"/>
                </a:cubicBezTo>
                <a:cubicBezTo>
                  <a:pt x="335" y="317"/>
                  <a:pt x="335" y="317"/>
                  <a:pt x="335" y="317"/>
                </a:cubicBezTo>
                <a:cubicBezTo>
                  <a:pt x="333" y="324"/>
                  <a:pt x="337" y="332"/>
                  <a:pt x="344" y="334"/>
                </a:cubicBezTo>
                <a:cubicBezTo>
                  <a:pt x="374" y="343"/>
                  <a:pt x="374" y="343"/>
                  <a:pt x="374" y="343"/>
                </a:cubicBezTo>
                <a:cubicBezTo>
                  <a:pt x="374" y="349"/>
                  <a:pt x="375" y="354"/>
                  <a:pt x="375" y="360"/>
                </a:cubicBezTo>
                <a:cubicBezTo>
                  <a:pt x="376" y="366"/>
                  <a:pt x="377" y="371"/>
                  <a:pt x="378" y="377"/>
                </a:cubicBezTo>
                <a:cubicBezTo>
                  <a:pt x="351" y="392"/>
                  <a:pt x="351" y="392"/>
                  <a:pt x="351" y="392"/>
                </a:cubicBezTo>
                <a:cubicBezTo>
                  <a:pt x="350" y="392"/>
                  <a:pt x="349" y="393"/>
                  <a:pt x="349" y="393"/>
                </a:cubicBezTo>
                <a:cubicBezTo>
                  <a:pt x="344" y="397"/>
                  <a:pt x="342" y="404"/>
                  <a:pt x="345" y="411"/>
                </a:cubicBezTo>
                <a:cubicBezTo>
                  <a:pt x="367" y="450"/>
                  <a:pt x="367" y="450"/>
                  <a:pt x="367" y="450"/>
                </a:cubicBezTo>
                <a:cubicBezTo>
                  <a:pt x="367" y="451"/>
                  <a:pt x="367" y="451"/>
                  <a:pt x="367" y="451"/>
                </a:cubicBezTo>
                <a:cubicBezTo>
                  <a:pt x="371" y="458"/>
                  <a:pt x="379" y="460"/>
                  <a:pt x="386" y="457"/>
                </a:cubicBezTo>
                <a:cubicBezTo>
                  <a:pt x="414" y="441"/>
                  <a:pt x="414" y="441"/>
                  <a:pt x="414" y="441"/>
                </a:cubicBezTo>
                <a:cubicBezTo>
                  <a:pt x="418" y="446"/>
                  <a:pt x="422" y="449"/>
                  <a:pt x="426" y="453"/>
                </a:cubicBezTo>
                <a:cubicBezTo>
                  <a:pt x="431" y="456"/>
                  <a:pt x="435" y="460"/>
                  <a:pt x="440" y="463"/>
                </a:cubicBezTo>
                <a:cubicBezTo>
                  <a:pt x="431" y="493"/>
                  <a:pt x="431" y="493"/>
                  <a:pt x="431" y="493"/>
                </a:cubicBezTo>
                <a:cubicBezTo>
                  <a:pt x="429" y="500"/>
                  <a:pt x="434" y="508"/>
                  <a:pt x="441" y="510"/>
                </a:cubicBezTo>
                <a:cubicBezTo>
                  <a:pt x="485" y="523"/>
                  <a:pt x="485" y="523"/>
                  <a:pt x="485" y="523"/>
                </a:cubicBezTo>
                <a:cubicBezTo>
                  <a:pt x="486" y="523"/>
                  <a:pt x="488" y="523"/>
                  <a:pt x="489" y="523"/>
                </a:cubicBezTo>
                <a:cubicBezTo>
                  <a:pt x="495" y="523"/>
                  <a:pt x="500" y="519"/>
                  <a:pt x="502" y="513"/>
                </a:cubicBezTo>
                <a:cubicBezTo>
                  <a:pt x="511" y="483"/>
                  <a:pt x="511" y="483"/>
                  <a:pt x="511" y="483"/>
                </a:cubicBezTo>
                <a:cubicBezTo>
                  <a:pt x="517" y="483"/>
                  <a:pt x="522" y="483"/>
                  <a:pt x="528" y="482"/>
                </a:cubicBezTo>
                <a:cubicBezTo>
                  <a:pt x="534" y="482"/>
                  <a:pt x="539" y="481"/>
                  <a:pt x="545" y="479"/>
                </a:cubicBezTo>
                <a:cubicBezTo>
                  <a:pt x="560" y="506"/>
                  <a:pt x="560" y="506"/>
                  <a:pt x="560" y="506"/>
                </a:cubicBezTo>
                <a:cubicBezTo>
                  <a:pt x="560" y="507"/>
                  <a:pt x="560" y="507"/>
                  <a:pt x="560" y="507"/>
                </a:cubicBezTo>
                <a:cubicBezTo>
                  <a:pt x="564" y="514"/>
                  <a:pt x="572" y="516"/>
                  <a:pt x="579" y="513"/>
                </a:cubicBezTo>
                <a:cubicBezTo>
                  <a:pt x="619" y="490"/>
                  <a:pt x="619" y="490"/>
                  <a:pt x="619" y="490"/>
                </a:cubicBezTo>
                <a:cubicBezTo>
                  <a:pt x="626" y="487"/>
                  <a:pt x="628" y="478"/>
                  <a:pt x="625" y="472"/>
                </a:cubicBezTo>
                <a:close/>
                <a:moveTo>
                  <a:pt x="588" y="447"/>
                </a:moveTo>
                <a:cubicBezTo>
                  <a:pt x="604" y="476"/>
                  <a:pt x="604" y="476"/>
                  <a:pt x="604" y="476"/>
                </a:cubicBezTo>
                <a:cubicBezTo>
                  <a:pt x="575" y="492"/>
                  <a:pt x="575" y="492"/>
                  <a:pt x="575" y="492"/>
                </a:cubicBezTo>
                <a:cubicBezTo>
                  <a:pt x="559" y="463"/>
                  <a:pt x="559" y="463"/>
                  <a:pt x="559" y="463"/>
                </a:cubicBezTo>
                <a:cubicBezTo>
                  <a:pt x="556" y="459"/>
                  <a:pt x="552" y="457"/>
                  <a:pt x="547" y="458"/>
                </a:cubicBezTo>
                <a:cubicBezTo>
                  <a:pt x="540" y="460"/>
                  <a:pt x="533" y="461"/>
                  <a:pt x="526" y="462"/>
                </a:cubicBezTo>
                <a:cubicBezTo>
                  <a:pt x="519" y="463"/>
                  <a:pt x="512" y="463"/>
                  <a:pt x="504" y="463"/>
                </a:cubicBezTo>
                <a:cubicBezTo>
                  <a:pt x="499" y="462"/>
                  <a:pt x="495" y="465"/>
                  <a:pt x="494" y="470"/>
                </a:cubicBezTo>
                <a:cubicBezTo>
                  <a:pt x="484" y="502"/>
                  <a:pt x="484" y="502"/>
                  <a:pt x="484" y="502"/>
                </a:cubicBezTo>
                <a:cubicBezTo>
                  <a:pt x="453" y="492"/>
                  <a:pt x="453" y="492"/>
                  <a:pt x="453" y="492"/>
                </a:cubicBezTo>
                <a:cubicBezTo>
                  <a:pt x="462" y="461"/>
                  <a:pt x="462" y="461"/>
                  <a:pt x="462" y="461"/>
                </a:cubicBezTo>
                <a:cubicBezTo>
                  <a:pt x="463" y="456"/>
                  <a:pt x="461" y="451"/>
                  <a:pt x="457" y="449"/>
                </a:cubicBezTo>
                <a:cubicBezTo>
                  <a:pt x="451" y="446"/>
                  <a:pt x="445" y="442"/>
                  <a:pt x="439" y="437"/>
                </a:cubicBezTo>
                <a:cubicBezTo>
                  <a:pt x="434" y="433"/>
                  <a:pt x="428" y="428"/>
                  <a:pt x="423" y="422"/>
                </a:cubicBezTo>
                <a:cubicBezTo>
                  <a:pt x="420" y="418"/>
                  <a:pt x="415" y="417"/>
                  <a:pt x="411" y="420"/>
                </a:cubicBezTo>
                <a:cubicBezTo>
                  <a:pt x="382" y="436"/>
                  <a:pt x="382" y="436"/>
                  <a:pt x="382" y="436"/>
                </a:cubicBezTo>
                <a:cubicBezTo>
                  <a:pt x="366" y="407"/>
                  <a:pt x="366" y="407"/>
                  <a:pt x="366" y="407"/>
                </a:cubicBezTo>
                <a:cubicBezTo>
                  <a:pt x="395" y="391"/>
                  <a:pt x="395" y="391"/>
                  <a:pt x="395" y="391"/>
                </a:cubicBezTo>
                <a:cubicBezTo>
                  <a:pt x="399" y="389"/>
                  <a:pt x="401" y="384"/>
                  <a:pt x="400" y="379"/>
                </a:cubicBezTo>
                <a:cubicBezTo>
                  <a:pt x="398" y="372"/>
                  <a:pt x="396" y="365"/>
                  <a:pt x="395" y="358"/>
                </a:cubicBezTo>
                <a:cubicBezTo>
                  <a:pt x="395" y="351"/>
                  <a:pt x="395" y="343"/>
                  <a:pt x="395" y="336"/>
                </a:cubicBezTo>
                <a:cubicBezTo>
                  <a:pt x="395" y="331"/>
                  <a:pt x="392" y="327"/>
                  <a:pt x="388" y="326"/>
                </a:cubicBezTo>
                <a:cubicBezTo>
                  <a:pt x="356" y="317"/>
                  <a:pt x="356" y="317"/>
                  <a:pt x="356" y="317"/>
                </a:cubicBezTo>
                <a:cubicBezTo>
                  <a:pt x="365" y="285"/>
                  <a:pt x="365" y="285"/>
                  <a:pt x="365" y="285"/>
                </a:cubicBezTo>
                <a:cubicBezTo>
                  <a:pt x="397" y="294"/>
                  <a:pt x="397" y="294"/>
                  <a:pt x="397" y="294"/>
                </a:cubicBezTo>
                <a:cubicBezTo>
                  <a:pt x="402" y="295"/>
                  <a:pt x="407" y="293"/>
                  <a:pt x="409" y="289"/>
                </a:cubicBezTo>
                <a:cubicBezTo>
                  <a:pt x="412" y="283"/>
                  <a:pt x="416" y="277"/>
                  <a:pt x="421" y="271"/>
                </a:cubicBezTo>
                <a:cubicBezTo>
                  <a:pt x="425" y="265"/>
                  <a:pt x="430" y="260"/>
                  <a:pt x="436" y="255"/>
                </a:cubicBezTo>
                <a:cubicBezTo>
                  <a:pt x="439" y="252"/>
                  <a:pt x="440" y="247"/>
                  <a:pt x="438" y="243"/>
                </a:cubicBezTo>
                <a:cubicBezTo>
                  <a:pt x="422" y="214"/>
                  <a:pt x="422" y="214"/>
                  <a:pt x="422" y="214"/>
                </a:cubicBezTo>
                <a:cubicBezTo>
                  <a:pt x="451" y="198"/>
                  <a:pt x="451" y="198"/>
                  <a:pt x="451" y="198"/>
                </a:cubicBezTo>
                <a:cubicBezTo>
                  <a:pt x="467" y="227"/>
                  <a:pt x="467" y="227"/>
                  <a:pt x="467" y="227"/>
                </a:cubicBezTo>
                <a:cubicBezTo>
                  <a:pt x="469" y="231"/>
                  <a:pt x="474" y="233"/>
                  <a:pt x="479" y="232"/>
                </a:cubicBezTo>
                <a:cubicBezTo>
                  <a:pt x="486" y="230"/>
                  <a:pt x="493" y="228"/>
                  <a:pt x="500" y="228"/>
                </a:cubicBezTo>
                <a:cubicBezTo>
                  <a:pt x="507" y="227"/>
                  <a:pt x="514" y="227"/>
                  <a:pt x="521" y="227"/>
                </a:cubicBezTo>
                <a:cubicBezTo>
                  <a:pt x="526" y="228"/>
                  <a:pt x="531" y="224"/>
                  <a:pt x="532" y="220"/>
                </a:cubicBezTo>
                <a:cubicBezTo>
                  <a:pt x="541" y="188"/>
                  <a:pt x="541" y="188"/>
                  <a:pt x="541" y="188"/>
                </a:cubicBezTo>
                <a:cubicBezTo>
                  <a:pt x="573" y="197"/>
                  <a:pt x="573" y="197"/>
                  <a:pt x="573" y="197"/>
                </a:cubicBezTo>
                <a:cubicBezTo>
                  <a:pt x="564" y="229"/>
                  <a:pt x="564" y="229"/>
                  <a:pt x="564" y="229"/>
                </a:cubicBezTo>
                <a:cubicBezTo>
                  <a:pt x="562" y="234"/>
                  <a:pt x="564" y="239"/>
                  <a:pt x="569" y="241"/>
                </a:cubicBezTo>
                <a:cubicBezTo>
                  <a:pt x="575" y="244"/>
                  <a:pt x="581" y="248"/>
                  <a:pt x="587" y="253"/>
                </a:cubicBezTo>
                <a:cubicBezTo>
                  <a:pt x="592" y="257"/>
                  <a:pt x="597" y="262"/>
                  <a:pt x="602" y="268"/>
                </a:cubicBezTo>
                <a:cubicBezTo>
                  <a:pt x="605" y="271"/>
                  <a:pt x="611" y="272"/>
                  <a:pt x="615" y="270"/>
                </a:cubicBezTo>
                <a:cubicBezTo>
                  <a:pt x="644" y="254"/>
                  <a:pt x="644" y="254"/>
                  <a:pt x="644" y="254"/>
                </a:cubicBezTo>
                <a:cubicBezTo>
                  <a:pt x="660" y="283"/>
                  <a:pt x="660" y="283"/>
                  <a:pt x="660" y="283"/>
                </a:cubicBezTo>
                <a:cubicBezTo>
                  <a:pt x="631" y="299"/>
                  <a:pt x="631" y="299"/>
                  <a:pt x="631" y="299"/>
                </a:cubicBezTo>
                <a:cubicBezTo>
                  <a:pt x="626" y="301"/>
                  <a:pt x="624" y="306"/>
                  <a:pt x="626" y="311"/>
                </a:cubicBezTo>
                <a:cubicBezTo>
                  <a:pt x="628" y="318"/>
                  <a:pt x="629" y="325"/>
                  <a:pt x="630" y="332"/>
                </a:cubicBezTo>
                <a:cubicBezTo>
                  <a:pt x="631" y="339"/>
                  <a:pt x="631" y="346"/>
                  <a:pt x="631" y="353"/>
                </a:cubicBezTo>
                <a:cubicBezTo>
                  <a:pt x="630" y="358"/>
                  <a:pt x="633" y="363"/>
                  <a:pt x="638" y="364"/>
                </a:cubicBezTo>
                <a:cubicBezTo>
                  <a:pt x="670" y="373"/>
                  <a:pt x="670" y="373"/>
                  <a:pt x="670" y="373"/>
                </a:cubicBezTo>
                <a:cubicBezTo>
                  <a:pt x="660" y="405"/>
                  <a:pt x="660" y="405"/>
                  <a:pt x="660" y="405"/>
                </a:cubicBezTo>
                <a:cubicBezTo>
                  <a:pt x="629" y="396"/>
                  <a:pt x="629" y="396"/>
                  <a:pt x="629" y="396"/>
                </a:cubicBezTo>
                <a:cubicBezTo>
                  <a:pt x="624" y="394"/>
                  <a:pt x="619" y="396"/>
                  <a:pt x="617" y="401"/>
                </a:cubicBezTo>
                <a:cubicBezTo>
                  <a:pt x="614" y="407"/>
                  <a:pt x="609" y="413"/>
                  <a:pt x="605" y="419"/>
                </a:cubicBezTo>
                <a:cubicBezTo>
                  <a:pt x="600" y="424"/>
                  <a:pt x="595" y="430"/>
                  <a:pt x="590" y="434"/>
                </a:cubicBezTo>
                <a:cubicBezTo>
                  <a:pt x="586" y="437"/>
                  <a:pt x="585" y="443"/>
                  <a:pt x="588" y="447"/>
                </a:cubicBezTo>
                <a:close/>
                <a:moveTo>
                  <a:pt x="796" y="407"/>
                </a:moveTo>
                <a:cubicBezTo>
                  <a:pt x="798" y="444"/>
                  <a:pt x="781" y="500"/>
                  <a:pt x="781" y="502"/>
                </a:cubicBezTo>
                <a:cubicBezTo>
                  <a:pt x="757" y="564"/>
                  <a:pt x="724" y="611"/>
                  <a:pt x="706" y="634"/>
                </a:cubicBezTo>
                <a:cubicBezTo>
                  <a:pt x="703" y="637"/>
                  <a:pt x="649" y="702"/>
                  <a:pt x="609" y="731"/>
                </a:cubicBezTo>
                <a:cubicBezTo>
                  <a:pt x="607" y="733"/>
                  <a:pt x="605" y="733"/>
                  <a:pt x="603" y="733"/>
                </a:cubicBezTo>
                <a:cubicBezTo>
                  <a:pt x="600" y="733"/>
                  <a:pt x="597" y="732"/>
                  <a:pt x="595" y="729"/>
                </a:cubicBezTo>
                <a:cubicBezTo>
                  <a:pt x="592" y="725"/>
                  <a:pt x="593" y="718"/>
                  <a:pt x="597" y="715"/>
                </a:cubicBezTo>
                <a:cubicBezTo>
                  <a:pt x="635" y="687"/>
                  <a:pt x="690" y="622"/>
                  <a:pt x="690" y="621"/>
                </a:cubicBezTo>
                <a:cubicBezTo>
                  <a:pt x="707" y="599"/>
                  <a:pt x="739" y="554"/>
                  <a:pt x="762" y="495"/>
                </a:cubicBezTo>
                <a:cubicBezTo>
                  <a:pt x="762" y="495"/>
                  <a:pt x="778" y="442"/>
                  <a:pt x="776" y="408"/>
                </a:cubicBezTo>
                <a:cubicBezTo>
                  <a:pt x="776" y="402"/>
                  <a:pt x="780" y="397"/>
                  <a:pt x="786" y="397"/>
                </a:cubicBezTo>
                <a:cubicBezTo>
                  <a:pt x="791" y="397"/>
                  <a:pt x="796" y="401"/>
                  <a:pt x="796" y="407"/>
                </a:cubicBezTo>
                <a:close/>
                <a:moveTo>
                  <a:pt x="414" y="828"/>
                </a:moveTo>
                <a:cubicBezTo>
                  <a:pt x="416" y="833"/>
                  <a:pt x="414" y="839"/>
                  <a:pt x="409" y="841"/>
                </a:cubicBezTo>
                <a:cubicBezTo>
                  <a:pt x="408" y="842"/>
                  <a:pt x="336" y="875"/>
                  <a:pt x="292" y="894"/>
                </a:cubicBezTo>
                <a:cubicBezTo>
                  <a:pt x="271" y="904"/>
                  <a:pt x="250" y="909"/>
                  <a:pt x="231" y="909"/>
                </a:cubicBezTo>
                <a:cubicBezTo>
                  <a:pt x="211" y="909"/>
                  <a:pt x="192" y="904"/>
                  <a:pt x="175" y="894"/>
                </a:cubicBezTo>
                <a:cubicBezTo>
                  <a:pt x="155" y="883"/>
                  <a:pt x="121" y="844"/>
                  <a:pt x="126" y="809"/>
                </a:cubicBezTo>
                <a:cubicBezTo>
                  <a:pt x="127" y="804"/>
                  <a:pt x="128" y="798"/>
                  <a:pt x="128" y="793"/>
                </a:cubicBezTo>
                <a:cubicBezTo>
                  <a:pt x="132" y="769"/>
                  <a:pt x="133" y="761"/>
                  <a:pt x="123" y="754"/>
                </a:cubicBezTo>
                <a:cubicBezTo>
                  <a:pt x="100" y="738"/>
                  <a:pt x="97" y="712"/>
                  <a:pt x="97" y="711"/>
                </a:cubicBezTo>
                <a:cubicBezTo>
                  <a:pt x="97" y="710"/>
                  <a:pt x="97" y="710"/>
                  <a:pt x="97" y="709"/>
                </a:cubicBezTo>
                <a:cubicBezTo>
                  <a:pt x="101" y="669"/>
                  <a:pt x="101" y="669"/>
                  <a:pt x="101" y="669"/>
                </a:cubicBezTo>
                <a:cubicBezTo>
                  <a:pt x="60" y="669"/>
                  <a:pt x="60" y="669"/>
                  <a:pt x="60" y="669"/>
                </a:cubicBezTo>
                <a:cubicBezTo>
                  <a:pt x="38" y="669"/>
                  <a:pt x="22" y="662"/>
                  <a:pt x="13" y="648"/>
                </a:cubicBezTo>
                <a:cubicBezTo>
                  <a:pt x="0" y="628"/>
                  <a:pt x="7" y="601"/>
                  <a:pt x="13" y="587"/>
                </a:cubicBezTo>
                <a:cubicBezTo>
                  <a:pt x="16" y="582"/>
                  <a:pt x="20" y="572"/>
                  <a:pt x="27" y="559"/>
                </a:cubicBezTo>
                <a:cubicBezTo>
                  <a:pt x="38" y="537"/>
                  <a:pt x="54" y="506"/>
                  <a:pt x="64" y="488"/>
                </a:cubicBezTo>
                <a:cubicBezTo>
                  <a:pt x="78" y="463"/>
                  <a:pt x="77" y="450"/>
                  <a:pt x="75" y="420"/>
                </a:cubicBezTo>
                <a:cubicBezTo>
                  <a:pt x="74" y="406"/>
                  <a:pt x="73" y="388"/>
                  <a:pt x="73" y="364"/>
                </a:cubicBezTo>
                <a:cubicBezTo>
                  <a:pt x="73" y="333"/>
                  <a:pt x="79" y="301"/>
                  <a:pt x="92" y="269"/>
                </a:cubicBezTo>
                <a:cubicBezTo>
                  <a:pt x="96" y="262"/>
                  <a:pt x="96" y="262"/>
                  <a:pt x="96" y="262"/>
                </a:cubicBezTo>
                <a:cubicBezTo>
                  <a:pt x="119" y="212"/>
                  <a:pt x="156" y="165"/>
                  <a:pt x="204" y="122"/>
                </a:cubicBezTo>
                <a:cubicBezTo>
                  <a:pt x="307" y="30"/>
                  <a:pt x="465" y="33"/>
                  <a:pt x="472" y="33"/>
                </a:cubicBezTo>
                <a:cubicBezTo>
                  <a:pt x="525" y="34"/>
                  <a:pt x="575" y="46"/>
                  <a:pt x="621" y="70"/>
                </a:cubicBezTo>
                <a:cubicBezTo>
                  <a:pt x="626" y="72"/>
                  <a:pt x="628" y="79"/>
                  <a:pt x="625" y="84"/>
                </a:cubicBezTo>
                <a:cubicBezTo>
                  <a:pt x="623" y="89"/>
                  <a:pt x="617" y="90"/>
                  <a:pt x="612" y="88"/>
                </a:cubicBezTo>
                <a:cubicBezTo>
                  <a:pt x="569" y="66"/>
                  <a:pt x="522" y="54"/>
                  <a:pt x="472" y="53"/>
                </a:cubicBezTo>
                <a:cubicBezTo>
                  <a:pt x="470" y="53"/>
                  <a:pt x="315" y="51"/>
                  <a:pt x="218" y="137"/>
                </a:cubicBezTo>
                <a:cubicBezTo>
                  <a:pt x="171" y="178"/>
                  <a:pt x="137" y="223"/>
                  <a:pt x="114" y="271"/>
                </a:cubicBezTo>
                <a:cubicBezTo>
                  <a:pt x="111" y="277"/>
                  <a:pt x="111" y="277"/>
                  <a:pt x="111" y="277"/>
                </a:cubicBezTo>
                <a:cubicBezTo>
                  <a:pt x="99" y="306"/>
                  <a:pt x="93" y="335"/>
                  <a:pt x="93" y="364"/>
                </a:cubicBezTo>
                <a:cubicBezTo>
                  <a:pt x="93" y="387"/>
                  <a:pt x="94" y="405"/>
                  <a:pt x="95" y="419"/>
                </a:cubicBezTo>
                <a:cubicBezTo>
                  <a:pt x="97" y="450"/>
                  <a:pt x="99" y="467"/>
                  <a:pt x="82" y="498"/>
                </a:cubicBezTo>
                <a:cubicBezTo>
                  <a:pt x="72" y="516"/>
                  <a:pt x="56" y="546"/>
                  <a:pt x="45" y="568"/>
                </a:cubicBezTo>
                <a:cubicBezTo>
                  <a:pt x="39" y="581"/>
                  <a:pt x="34" y="591"/>
                  <a:pt x="32" y="596"/>
                </a:cubicBezTo>
                <a:cubicBezTo>
                  <a:pt x="27" y="606"/>
                  <a:pt x="23" y="626"/>
                  <a:pt x="30" y="637"/>
                </a:cubicBezTo>
                <a:cubicBezTo>
                  <a:pt x="35" y="645"/>
                  <a:pt x="45" y="649"/>
                  <a:pt x="60" y="649"/>
                </a:cubicBezTo>
                <a:cubicBezTo>
                  <a:pt x="112" y="649"/>
                  <a:pt x="112" y="649"/>
                  <a:pt x="112" y="649"/>
                </a:cubicBezTo>
                <a:cubicBezTo>
                  <a:pt x="115" y="649"/>
                  <a:pt x="118" y="650"/>
                  <a:pt x="120" y="652"/>
                </a:cubicBezTo>
                <a:cubicBezTo>
                  <a:pt x="122" y="654"/>
                  <a:pt x="123" y="657"/>
                  <a:pt x="123" y="660"/>
                </a:cubicBezTo>
                <a:cubicBezTo>
                  <a:pt x="117" y="709"/>
                  <a:pt x="117" y="709"/>
                  <a:pt x="117" y="709"/>
                </a:cubicBezTo>
                <a:cubicBezTo>
                  <a:pt x="118" y="713"/>
                  <a:pt x="122" y="728"/>
                  <a:pt x="135" y="737"/>
                </a:cubicBezTo>
                <a:cubicBezTo>
                  <a:pt x="156" y="752"/>
                  <a:pt x="152" y="774"/>
                  <a:pt x="148" y="797"/>
                </a:cubicBezTo>
                <a:cubicBezTo>
                  <a:pt x="148" y="802"/>
                  <a:pt x="147" y="807"/>
                  <a:pt x="146" y="812"/>
                </a:cubicBezTo>
                <a:cubicBezTo>
                  <a:pt x="143" y="837"/>
                  <a:pt x="172" y="869"/>
                  <a:pt x="185" y="876"/>
                </a:cubicBezTo>
                <a:cubicBezTo>
                  <a:pt x="214" y="893"/>
                  <a:pt x="246" y="892"/>
                  <a:pt x="284" y="876"/>
                </a:cubicBezTo>
                <a:cubicBezTo>
                  <a:pt x="328" y="856"/>
                  <a:pt x="399" y="823"/>
                  <a:pt x="400" y="823"/>
                </a:cubicBezTo>
                <a:cubicBezTo>
                  <a:pt x="405" y="821"/>
                  <a:pt x="411" y="823"/>
                  <a:pt x="414" y="828"/>
                </a:cubicBezTo>
                <a:close/>
                <a:moveTo>
                  <a:pt x="703" y="241"/>
                </a:moveTo>
                <a:cubicBezTo>
                  <a:pt x="705" y="242"/>
                  <a:pt x="706" y="245"/>
                  <a:pt x="706" y="248"/>
                </a:cubicBezTo>
                <a:cubicBezTo>
                  <a:pt x="706" y="250"/>
                  <a:pt x="705" y="253"/>
                  <a:pt x="703" y="255"/>
                </a:cubicBezTo>
                <a:cubicBezTo>
                  <a:pt x="701" y="257"/>
                  <a:pt x="699" y="258"/>
                  <a:pt x="696" y="258"/>
                </a:cubicBezTo>
                <a:cubicBezTo>
                  <a:pt x="693" y="258"/>
                  <a:pt x="691" y="257"/>
                  <a:pt x="689" y="255"/>
                </a:cubicBezTo>
                <a:cubicBezTo>
                  <a:pt x="687" y="253"/>
                  <a:pt x="686" y="250"/>
                  <a:pt x="686" y="248"/>
                </a:cubicBezTo>
                <a:cubicBezTo>
                  <a:pt x="686" y="245"/>
                  <a:pt x="687" y="242"/>
                  <a:pt x="689" y="241"/>
                </a:cubicBezTo>
                <a:cubicBezTo>
                  <a:pt x="693" y="237"/>
                  <a:pt x="699" y="237"/>
                  <a:pt x="703" y="241"/>
                </a:cubicBezTo>
                <a:close/>
                <a:moveTo>
                  <a:pt x="728" y="241"/>
                </a:moveTo>
                <a:cubicBezTo>
                  <a:pt x="724" y="241"/>
                  <a:pt x="721" y="239"/>
                  <a:pt x="719" y="235"/>
                </a:cubicBezTo>
                <a:cubicBezTo>
                  <a:pt x="716" y="230"/>
                  <a:pt x="718" y="224"/>
                  <a:pt x="723" y="222"/>
                </a:cubicBezTo>
                <a:cubicBezTo>
                  <a:pt x="728" y="219"/>
                  <a:pt x="734" y="221"/>
                  <a:pt x="737" y="226"/>
                </a:cubicBezTo>
                <a:cubicBezTo>
                  <a:pt x="739" y="231"/>
                  <a:pt x="738" y="237"/>
                  <a:pt x="733" y="239"/>
                </a:cubicBezTo>
                <a:cubicBezTo>
                  <a:pt x="731" y="240"/>
                  <a:pt x="729" y="241"/>
                  <a:pt x="728" y="241"/>
                </a:cubicBezTo>
                <a:close/>
                <a:moveTo>
                  <a:pt x="760" y="223"/>
                </a:moveTo>
                <a:cubicBezTo>
                  <a:pt x="756" y="223"/>
                  <a:pt x="753" y="221"/>
                  <a:pt x="751" y="218"/>
                </a:cubicBezTo>
                <a:cubicBezTo>
                  <a:pt x="748" y="213"/>
                  <a:pt x="750" y="207"/>
                  <a:pt x="755" y="204"/>
                </a:cubicBezTo>
                <a:cubicBezTo>
                  <a:pt x="760" y="202"/>
                  <a:pt x="766" y="203"/>
                  <a:pt x="769" y="208"/>
                </a:cubicBezTo>
                <a:cubicBezTo>
                  <a:pt x="771" y="213"/>
                  <a:pt x="769" y="219"/>
                  <a:pt x="765" y="222"/>
                </a:cubicBezTo>
                <a:cubicBezTo>
                  <a:pt x="763" y="223"/>
                  <a:pt x="761" y="223"/>
                  <a:pt x="760" y="223"/>
                </a:cubicBezTo>
                <a:close/>
                <a:moveTo>
                  <a:pt x="800" y="191"/>
                </a:moveTo>
                <a:cubicBezTo>
                  <a:pt x="803" y="196"/>
                  <a:pt x="801" y="202"/>
                  <a:pt x="796" y="205"/>
                </a:cubicBezTo>
                <a:cubicBezTo>
                  <a:pt x="795" y="206"/>
                  <a:pt x="793" y="206"/>
                  <a:pt x="792" y="206"/>
                </a:cubicBezTo>
                <a:cubicBezTo>
                  <a:pt x="788" y="206"/>
                  <a:pt x="784" y="204"/>
                  <a:pt x="783" y="201"/>
                </a:cubicBezTo>
                <a:cubicBezTo>
                  <a:pt x="780" y="196"/>
                  <a:pt x="782" y="190"/>
                  <a:pt x="787" y="187"/>
                </a:cubicBezTo>
                <a:cubicBezTo>
                  <a:pt x="792" y="184"/>
                  <a:pt x="798" y="186"/>
                  <a:pt x="800" y="191"/>
                </a:cubicBezTo>
                <a:close/>
                <a:moveTo>
                  <a:pt x="656" y="210"/>
                </a:moveTo>
                <a:cubicBezTo>
                  <a:pt x="654" y="208"/>
                  <a:pt x="653" y="206"/>
                  <a:pt x="653" y="203"/>
                </a:cubicBezTo>
                <a:cubicBezTo>
                  <a:pt x="653" y="200"/>
                  <a:pt x="654" y="198"/>
                  <a:pt x="656" y="196"/>
                </a:cubicBezTo>
                <a:cubicBezTo>
                  <a:pt x="660" y="192"/>
                  <a:pt x="667" y="192"/>
                  <a:pt x="670" y="196"/>
                </a:cubicBezTo>
                <a:cubicBezTo>
                  <a:pt x="672" y="198"/>
                  <a:pt x="673" y="200"/>
                  <a:pt x="673" y="203"/>
                </a:cubicBezTo>
                <a:cubicBezTo>
                  <a:pt x="673" y="206"/>
                  <a:pt x="672" y="208"/>
                  <a:pt x="670" y="210"/>
                </a:cubicBezTo>
                <a:cubicBezTo>
                  <a:pt x="668" y="212"/>
                  <a:pt x="666" y="213"/>
                  <a:pt x="663" y="213"/>
                </a:cubicBezTo>
                <a:cubicBezTo>
                  <a:pt x="661" y="213"/>
                  <a:pt x="658" y="212"/>
                  <a:pt x="656" y="210"/>
                </a:cubicBezTo>
                <a:close/>
                <a:moveTo>
                  <a:pt x="687" y="190"/>
                </a:moveTo>
                <a:cubicBezTo>
                  <a:pt x="684" y="185"/>
                  <a:pt x="686" y="179"/>
                  <a:pt x="691" y="177"/>
                </a:cubicBezTo>
                <a:cubicBezTo>
                  <a:pt x="696" y="174"/>
                  <a:pt x="702" y="176"/>
                  <a:pt x="705" y="181"/>
                </a:cubicBezTo>
                <a:cubicBezTo>
                  <a:pt x="707" y="186"/>
                  <a:pt x="706" y="192"/>
                  <a:pt x="701" y="194"/>
                </a:cubicBezTo>
                <a:cubicBezTo>
                  <a:pt x="699" y="195"/>
                  <a:pt x="697" y="196"/>
                  <a:pt x="696" y="196"/>
                </a:cubicBezTo>
                <a:cubicBezTo>
                  <a:pt x="692" y="196"/>
                  <a:pt x="689" y="194"/>
                  <a:pt x="687" y="190"/>
                </a:cubicBezTo>
                <a:close/>
                <a:moveTo>
                  <a:pt x="739" y="168"/>
                </a:moveTo>
                <a:cubicBezTo>
                  <a:pt x="739" y="170"/>
                  <a:pt x="737" y="173"/>
                  <a:pt x="735" y="175"/>
                </a:cubicBezTo>
                <a:cubicBezTo>
                  <a:pt x="734" y="177"/>
                  <a:pt x="731" y="178"/>
                  <a:pt x="728" y="178"/>
                </a:cubicBezTo>
                <a:cubicBezTo>
                  <a:pt x="726" y="178"/>
                  <a:pt x="723" y="177"/>
                  <a:pt x="721" y="175"/>
                </a:cubicBezTo>
                <a:cubicBezTo>
                  <a:pt x="719" y="173"/>
                  <a:pt x="718" y="170"/>
                  <a:pt x="718" y="168"/>
                </a:cubicBezTo>
                <a:cubicBezTo>
                  <a:pt x="718" y="165"/>
                  <a:pt x="719" y="163"/>
                  <a:pt x="721" y="161"/>
                </a:cubicBezTo>
                <a:cubicBezTo>
                  <a:pt x="725" y="157"/>
                  <a:pt x="732" y="157"/>
                  <a:pt x="735" y="161"/>
                </a:cubicBezTo>
                <a:cubicBezTo>
                  <a:pt x="737" y="163"/>
                  <a:pt x="739" y="165"/>
                  <a:pt x="739" y="168"/>
                </a:cubicBezTo>
                <a:close/>
                <a:moveTo>
                  <a:pt x="733" y="138"/>
                </a:moveTo>
                <a:cubicBezTo>
                  <a:pt x="727" y="137"/>
                  <a:pt x="723" y="132"/>
                  <a:pt x="724" y="127"/>
                </a:cubicBezTo>
                <a:cubicBezTo>
                  <a:pt x="725" y="121"/>
                  <a:pt x="730" y="117"/>
                  <a:pt x="736" y="118"/>
                </a:cubicBezTo>
                <a:cubicBezTo>
                  <a:pt x="741" y="119"/>
                  <a:pt x="745" y="124"/>
                  <a:pt x="744" y="129"/>
                </a:cubicBezTo>
                <a:cubicBezTo>
                  <a:pt x="743" y="135"/>
                  <a:pt x="739" y="138"/>
                  <a:pt x="734" y="138"/>
                </a:cubicBezTo>
                <a:cubicBezTo>
                  <a:pt x="734" y="138"/>
                  <a:pt x="733" y="138"/>
                  <a:pt x="733" y="138"/>
                </a:cubicBezTo>
                <a:close/>
                <a:moveTo>
                  <a:pt x="844" y="208"/>
                </a:moveTo>
                <a:cubicBezTo>
                  <a:pt x="849" y="209"/>
                  <a:pt x="853" y="210"/>
                  <a:pt x="858" y="210"/>
                </a:cubicBezTo>
                <a:cubicBezTo>
                  <a:pt x="880" y="210"/>
                  <a:pt x="900" y="195"/>
                  <a:pt x="906" y="174"/>
                </a:cubicBezTo>
                <a:cubicBezTo>
                  <a:pt x="910" y="161"/>
                  <a:pt x="908" y="147"/>
                  <a:pt x="902" y="136"/>
                </a:cubicBezTo>
                <a:cubicBezTo>
                  <a:pt x="895" y="124"/>
                  <a:pt x="885" y="116"/>
                  <a:pt x="872" y="112"/>
                </a:cubicBezTo>
                <a:cubicBezTo>
                  <a:pt x="867" y="111"/>
                  <a:pt x="863" y="110"/>
                  <a:pt x="858" y="110"/>
                </a:cubicBezTo>
                <a:cubicBezTo>
                  <a:pt x="836" y="110"/>
                  <a:pt x="816" y="125"/>
                  <a:pt x="810" y="146"/>
                </a:cubicBezTo>
                <a:cubicBezTo>
                  <a:pt x="803" y="172"/>
                  <a:pt x="818" y="200"/>
                  <a:pt x="844" y="208"/>
                </a:cubicBezTo>
                <a:close/>
                <a:moveTo>
                  <a:pt x="830" y="152"/>
                </a:moveTo>
                <a:cubicBezTo>
                  <a:pt x="833" y="139"/>
                  <a:pt x="845" y="130"/>
                  <a:pt x="858" y="130"/>
                </a:cubicBezTo>
                <a:cubicBezTo>
                  <a:pt x="861" y="130"/>
                  <a:pt x="864" y="131"/>
                  <a:pt x="866" y="131"/>
                </a:cubicBezTo>
                <a:cubicBezTo>
                  <a:pt x="874" y="134"/>
                  <a:pt x="880" y="139"/>
                  <a:pt x="884" y="146"/>
                </a:cubicBezTo>
                <a:cubicBezTo>
                  <a:pt x="888" y="152"/>
                  <a:pt x="889" y="160"/>
                  <a:pt x="886" y="168"/>
                </a:cubicBezTo>
                <a:cubicBezTo>
                  <a:pt x="882" y="183"/>
                  <a:pt x="865" y="192"/>
                  <a:pt x="850" y="188"/>
                </a:cubicBezTo>
                <a:cubicBezTo>
                  <a:pt x="834" y="184"/>
                  <a:pt x="825" y="167"/>
                  <a:pt x="830" y="152"/>
                </a:cubicBezTo>
                <a:close/>
                <a:moveTo>
                  <a:pt x="734" y="97"/>
                </a:moveTo>
                <a:cubicBezTo>
                  <a:pt x="738" y="99"/>
                  <a:pt x="743" y="99"/>
                  <a:pt x="748" y="99"/>
                </a:cubicBezTo>
                <a:cubicBezTo>
                  <a:pt x="770" y="99"/>
                  <a:pt x="789" y="85"/>
                  <a:pt x="796" y="63"/>
                </a:cubicBezTo>
                <a:cubicBezTo>
                  <a:pt x="799" y="51"/>
                  <a:pt x="798" y="37"/>
                  <a:pt x="791" y="25"/>
                </a:cubicBezTo>
                <a:cubicBezTo>
                  <a:pt x="785" y="14"/>
                  <a:pt x="774" y="5"/>
                  <a:pt x="762" y="2"/>
                </a:cubicBezTo>
                <a:cubicBezTo>
                  <a:pt x="757" y="0"/>
                  <a:pt x="752" y="0"/>
                  <a:pt x="748" y="0"/>
                </a:cubicBezTo>
                <a:cubicBezTo>
                  <a:pt x="726" y="0"/>
                  <a:pt x="706" y="14"/>
                  <a:pt x="700" y="36"/>
                </a:cubicBezTo>
                <a:cubicBezTo>
                  <a:pt x="692" y="62"/>
                  <a:pt x="707" y="90"/>
                  <a:pt x="734" y="97"/>
                </a:cubicBezTo>
                <a:close/>
                <a:moveTo>
                  <a:pt x="719" y="41"/>
                </a:moveTo>
                <a:cubicBezTo>
                  <a:pt x="723" y="29"/>
                  <a:pt x="735" y="20"/>
                  <a:pt x="748" y="20"/>
                </a:cubicBezTo>
                <a:cubicBezTo>
                  <a:pt x="750" y="20"/>
                  <a:pt x="753" y="20"/>
                  <a:pt x="756" y="21"/>
                </a:cubicBezTo>
                <a:cubicBezTo>
                  <a:pt x="763" y="23"/>
                  <a:pt x="770" y="28"/>
                  <a:pt x="774" y="35"/>
                </a:cubicBezTo>
                <a:cubicBezTo>
                  <a:pt x="777" y="42"/>
                  <a:pt x="778" y="50"/>
                  <a:pt x="776" y="58"/>
                </a:cubicBezTo>
                <a:cubicBezTo>
                  <a:pt x="772" y="73"/>
                  <a:pt x="755" y="82"/>
                  <a:pt x="740" y="78"/>
                </a:cubicBezTo>
                <a:cubicBezTo>
                  <a:pt x="724" y="73"/>
                  <a:pt x="715" y="57"/>
                  <a:pt x="719" y="41"/>
                </a:cubicBezTo>
                <a:close/>
                <a:moveTo>
                  <a:pt x="708" y="308"/>
                </a:moveTo>
                <a:cubicBezTo>
                  <a:pt x="706" y="306"/>
                  <a:pt x="705" y="303"/>
                  <a:pt x="705" y="300"/>
                </a:cubicBezTo>
                <a:cubicBezTo>
                  <a:pt x="705" y="298"/>
                  <a:pt x="706" y="295"/>
                  <a:pt x="708" y="293"/>
                </a:cubicBezTo>
                <a:cubicBezTo>
                  <a:pt x="712" y="289"/>
                  <a:pt x="719" y="289"/>
                  <a:pt x="722" y="293"/>
                </a:cubicBezTo>
                <a:cubicBezTo>
                  <a:pt x="724" y="295"/>
                  <a:pt x="725" y="298"/>
                  <a:pt x="725" y="300"/>
                </a:cubicBezTo>
                <a:cubicBezTo>
                  <a:pt x="725" y="303"/>
                  <a:pt x="724" y="306"/>
                  <a:pt x="722" y="308"/>
                </a:cubicBezTo>
                <a:cubicBezTo>
                  <a:pt x="720" y="309"/>
                  <a:pt x="718" y="311"/>
                  <a:pt x="715" y="311"/>
                </a:cubicBezTo>
                <a:cubicBezTo>
                  <a:pt x="713" y="311"/>
                  <a:pt x="710" y="309"/>
                  <a:pt x="708" y="308"/>
                </a:cubicBezTo>
                <a:close/>
                <a:moveTo>
                  <a:pt x="739" y="287"/>
                </a:moveTo>
                <a:cubicBezTo>
                  <a:pt x="737" y="282"/>
                  <a:pt x="738" y="276"/>
                  <a:pt x="743" y="273"/>
                </a:cubicBezTo>
                <a:cubicBezTo>
                  <a:pt x="748" y="270"/>
                  <a:pt x="754" y="272"/>
                  <a:pt x="757" y="277"/>
                </a:cubicBezTo>
                <a:cubicBezTo>
                  <a:pt x="760" y="282"/>
                  <a:pt x="758" y="288"/>
                  <a:pt x="753" y="291"/>
                </a:cubicBezTo>
                <a:cubicBezTo>
                  <a:pt x="751" y="292"/>
                  <a:pt x="750" y="292"/>
                  <a:pt x="748" y="292"/>
                </a:cubicBezTo>
                <a:cubicBezTo>
                  <a:pt x="744" y="292"/>
                  <a:pt x="741" y="290"/>
                  <a:pt x="739" y="287"/>
                </a:cubicBezTo>
                <a:close/>
                <a:moveTo>
                  <a:pt x="771" y="264"/>
                </a:moveTo>
                <a:cubicBezTo>
                  <a:pt x="771" y="261"/>
                  <a:pt x="772" y="258"/>
                  <a:pt x="774" y="256"/>
                </a:cubicBezTo>
                <a:cubicBezTo>
                  <a:pt x="778" y="253"/>
                  <a:pt x="784" y="253"/>
                  <a:pt x="788" y="256"/>
                </a:cubicBezTo>
                <a:cubicBezTo>
                  <a:pt x="790" y="258"/>
                  <a:pt x="791" y="261"/>
                  <a:pt x="791" y="264"/>
                </a:cubicBezTo>
                <a:cubicBezTo>
                  <a:pt x="791" y="266"/>
                  <a:pt x="790" y="269"/>
                  <a:pt x="788" y="271"/>
                </a:cubicBezTo>
                <a:cubicBezTo>
                  <a:pt x="786" y="273"/>
                  <a:pt x="784" y="274"/>
                  <a:pt x="781" y="274"/>
                </a:cubicBezTo>
                <a:cubicBezTo>
                  <a:pt x="778" y="274"/>
                  <a:pt x="776" y="273"/>
                  <a:pt x="774" y="271"/>
                </a:cubicBezTo>
                <a:cubicBezTo>
                  <a:pt x="772" y="269"/>
                  <a:pt x="771" y="266"/>
                  <a:pt x="771" y="264"/>
                </a:cubicBezTo>
                <a:close/>
                <a:moveTo>
                  <a:pt x="827" y="284"/>
                </a:moveTo>
                <a:cubicBezTo>
                  <a:pt x="825" y="288"/>
                  <a:pt x="821" y="290"/>
                  <a:pt x="818" y="290"/>
                </a:cubicBezTo>
                <a:cubicBezTo>
                  <a:pt x="816" y="290"/>
                  <a:pt x="815" y="290"/>
                  <a:pt x="814" y="289"/>
                </a:cubicBezTo>
                <a:cubicBezTo>
                  <a:pt x="808" y="287"/>
                  <a:pt x="806" y="281"/>
                  <a:pt x="808" y="276"/>
                </a:cubicBezTo>
                <a:cubicBezTo>
                  <a:pt x="811" y="271"/>
                  <a:pt x="817" y="268"/>
                  <a:pt x="822" y="271"/>
                </a:cubicBezTo>
                <a:cubicBezTo>
                  <a:pt x="827" y="273"/>
                  <a:pt x="829" y="279"/>
                  <a:pt x="827" y="284"/>
                </a:cubicBezTo>
                <a:close/>
                <a:moveTo>
                  <a:pt x="935" y="287"/>
                </a:moveTo>
                <a:cubicBezTo>
                  <a:pt x="928" y="275"/>
                  <a:pt x="918" y="267"/>
                  <a:pt x="905" y="263"/>
                </a:cubicBezTo>
                <a:cubicBezTo>
                  <a:pt x="901" y="261"/>
                  <a:pt x="896" y="261"/>
                  <a:pt x="891" y="261"/>
                </a:cubicBezTo>
                <a:cubicBezTo>
                  <a:pt x="871" y="261"/>
                  <a:pt x="853" y="273"/>
                  <a:pt x="845" y="292"/>
                </a:cubicBezTo>
                <a:cubicBezTo>
                  <a:pt x="845" y="292"/>
                  <a:pt x="845" y="293"/>
                  <a:pt x="845" y="293"/>
                </a:cubicBezTo>
                <a:cubicBezTo>
                  <a:pt x="844" y="294"/>
                  <a:pt x="844" y="295"/>
                  <a:pt x="843" y="297"/>
                </a:cubicBezTo>
                <a:cubicBezTo>
                  <a:pt x="836" y="323"/>
                  <a:pt x="851" y="351"/>
                  <a:pt x="877" y="358"/>
                </a:cubicBezTo>
                <a:cubicBezTo>
                  <a:pt x="882" y="360"/>
                  <a:pt x="887" y="360"/>
                  <a:pt x="891" y="360"/>
                </a:cubicBezTo>
                <a:cubicBezTo>
                  <a:pt x="913" y="360"/>
                  <a:pt x="933" y="346"/>
                  <a:pt x="939" y="325"/>
                </a:cubicBezTo>
                <a:cubicBezTo>
                  <a:pt x="943" y="312"/>
                  <a:pt x="941" y="298"/>
                  <a:pt x="935" y="287"/>
                </a:cubicBezTo>
                <a:close/>
                <a:moveTo>
                  <a:pt x="920" y="319"/>
                </a:moveTo>
                <a:cubicBezTo>
                  <a:pt x="915" y="334"/>
                  <a:pt x="898" y="343"/>
                  <a:pt x="883" y="339"/>
                </a:cubicBezTo>
                <a:cubicBezTo>
                  <a:pt x="867" y="334"/>
                  <a:pt x="858" y="318"/>
                  <a:pt x="863" y="302"/>
                </a:cubicBezTo>
                <a:cubicBezTo>
                  <a:pt x="867" y="290"/>
                  <a:pt x="878" y="281"/>
                  <a:pt x="891" y="281"/>
                </a:cubicBezTo>
                <a:cubicBezTo>
                  <a:pt x="894" y="281"/>
                  <a:pt x="897" y="282"/>
                  <a:pt x="899" y="282"/>
                </a:cubicBezTo>
                <a:cubicBezTo>
                  <a:pt x="907" y="285"/>
                  <a:pt x="913" y="290"/>
                  <a:pt x="917" y="296"/>
                </a:cubicBezTo>
                <a:cubicBezTo>
                  <a:pt x="921" y="303"/>
                  <a:pt x="922" y="311"/>
                  <a:pt x="920" y="319"/>
                </a:cubicBez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46" name="Subtitle 1">
            <a:extLst>
              <a:ext uri="{FF2B5EF4-FFF2-40B4-BE49-F238E27FC236}">
                <a16:creationId xmlns:a16="http://schemas.microsoft.com/office/drawing/2014/main" id="{7092BF65-F224-1E56-1F47-52A154A1FC12}"/>
              </a:ext>
            </a:extLst>
          </p:cNvPr>
          <p:cNvSpPr txBox="1">
            <a:spLocks/>
          </p:cNvSpPr>
          <p:nvPr/>
        </p:nvSpPr>
        <p:spPr>
          <a:xfrm>
            <a:off x="10585655" y="83035"/>
            <a:ext cx="985520" cy="274900"/>
          </a:xfrm>
          <a:prstGeom prst="rect">
            <a:avLst/>
          </a:prstGeom>
        </p:spPr>
        <p:txBody>
          <a:bodyPr vert="horz" wrap="none" lIns="0" tIns="0" rIns="0" bIns="0" rtlCol="0">
            <a:noAutofit/>
          </a:bodyPr>
          <a:lstStyle>
            <a:defPPr>
              <a:defRPr lang="en-US"/>
            </a:defPPr>
            <a:lvl1pPr indent="0">
              <a:lnSpc>
                <a:spcPct val="100000"/>
              </a:lnSpc>
              <a:spcBef>
                <a:spcPts val="0"/>
              </a:spcBef>
              <a:spcAft>
                <a:spcPts val="0"/>
              </a:spcAft>
              <a:buFont typeface="Arial" panose="020B0604020202020204" pitchFamily="34" charset="0"/>
              <a:buNone/>
              <a:defRPr sz="1400" b="0" i="1">
                <a:solidFill>
                  <a:schemeClr val="tx2"/>
                </a:solidFill>
              </a:defRPr>
            </a:lvl1pPr>
            <a:lvl2pPr marL="0" indent="0">
              <a:lnSpc>
                <a:spcPct val="100000"/>
              </a:lnSpc>
              <a:spcBef>
                <a:spcPts val="0"/>
              </a:spcBef>
              <a:spcAft>
                <a:spcPts val="0"/>
              </a:spcAft>
              <a:buFont typeface="Arial" panose="020B0604020202020204" pitchFamily="34" charset="0"/>
              <a:buNone/>
              <a:defRPr b="1">
                <a:solidFill>
                  <a:schemeClr val="tx2"/>
                </a:solidFill>
              </a:defRPr>
            </a:lvl2pPr>
            <a:lvl3pPr marL="0" indent="0">
              <a:lnSpc>
                <a:spcPct val="100000"/>
              </a:lnSpc>
              <a:spcBef>
                <a:spcPts val="0"/>
              </a:spcBef>
              <a:spcAft>
                <a:spcPts val="0"/>
              </a:spcAft>
              <a:buFont typeface="Arial" panose="020B0604020202020204" pitchFamily="34" charset="0"/>
              <a:buNone/>
              <a:defRPr b="1">
                <a:solidFill>
                  <a:schemeClr val="tx2"/>
                </a:solidFill>
              </a:defRPr>
            </a:lvl3pPr>
            <a:lvl4pPr marL="0" indent="0">
              <a:lnSpc>
                <a:spcPct val="100000"/>
              </a:lnSpc>
              <a:spcBef>
                <a:spcPts val="0"/>
              </a:spcBef>
              <a:spcAft>
                <a:spcPts val="0"/>
              </a:spcAft>
              <a:buFont typeface="Arial" panose="020B0604020202020204" pitchFamily="34" charset="0"/>
              <a:buNone/>
              <a:defRPr b="1">
                <a:solidFill>
                  <a:schemeClr val="tx2"/>
                </a:solidFill>
              </a:defRPr>
            </a:lvl4pPr>
            <a:lvl5pPr marL="0" indent="0">
              <a:lnSpc>
                <a:spcPct val="100000"/>
              </a:lnSpc>
              <a:spcBef>
                <a:spcPts val="0"/>
              </a:spcBef>
              <a:spcAft>
                <a:spcPts val="0"/>
              </a:spcAft>
              <a:buFont typeface="Arial" panose="020B0604020202020204" pitchFamily="34" charset="0"/>
              <a:buNone/>
              <a:defRPr b="1">
                <a:solidFill>
                  <a:schemeClr val="tx2"/>
                </a:solidFill>
              </a:defRPr>
            </a:lvl5pPr>
            <a:lvl6pPr marL="0" indent="0">
              <a:lnSpc>
                <a:spcPct val="100000"/>
              </a:lnSpc>
              <a:spcBef>
                <a:spcPts val="0"/>
              </a:spcBef>
              <a:spcAft>
                <a:spcPts val="0"/>
              </a:spcAft>
              <a:buFont typeface="Arial" panose="020B0604020202020204" pitchFamily="34" charset="0"/>
              <a:buNone/>
              <a:defRPr b="1">
                <a:solidFill>
                  <a:schemeClr val="tx2"/>
                </a:solidFill>
              </a:defRPr>
            </a:lvl6pPr>
            <a:lvl7pPr marL="0" indent="0">
              <a:lnSpc>
                <a:spcPct val="100000"/>
              </a:lnSpc>
              <a:spcBef>
                <a:spcPts val="0"/>
              </a:spcBef>
              <a:spcAft>
                <a:spcPts val="0"/>
              </a:spcAft>
              <a:buFont typeface="Arial" panose="020B0604020202020204" pitchFamily="34" charset="0"/>
              <a:buNone/>
              <a:defRPr b="1">
                <a:solidFill>
                  <a:schemeClr val="tx2"/>
                </a:solidFill>
              </a:defRPr>
            </a:lvl7pPr>
            <a:lvl8pPr marL="0" indent="0">
              <a:lnSpc>
                <a:spcPct val="100000"/>
              </a:lnSpc>
              <a:spcBef>
                <a:spcPts val="0"/>
              </a:spcBef>
              <a:spcAft>
                <a:spcPts val="0"/>
              </a:spcAft>
              <a:buFont typeface="Arial" panose="020B0604020202020204" pitchFamily="34" charset="0"/>
              <a:buNone/>
              <a:defRPr b="1">
                <a:solidFill>
                  <a:schemeClr val="tx2"/>
                </a:solidFill>
              </a:defRPr>
            </a:lvl8pPr>
            <a:lvl9pPr marL="0" indent="0">
              <a:lnSpc>
                <a:spcPct val="100000"/>
              </a:lnSpc>
              <a:spcBef>
                <a:spcPts val="0"/>
              </a:spcBef>
              <a:spcAft>
                <a:spcPts val="0"/>
              </a:spcAft>
              <a:buFont typeface="Arial" panose="020B0604020202020204" pitchFamily="34" charset="0"/>
              <a:buNone/>
              <a:defRPr b="1">
                <a:solidFill>
                  <a:schemeClr val="tx2"/>
                </a:solidFill>
              </a:defRPr>
            </a:lvl9p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strike="noStrike" kern="1200" cap="none" spc="0" normalizeH="0" noProof="0" dirty="0">
                <a:ln>
                  <a:noFill/>
                </a:ln>
                <a:solidFill>
                  <a:srgbClr val="A32020"/>
                </a:solidFill>
                <a:effectLst/>
                <a:uLnTx/>
                <a:uFillTx/>
                <a:latin typeface="Arial"/>
                <a:ea typeface="+mn-ea"/>
                <a:cs typeface="+mn-cs"/>
              </a:rPr>
              <a:t>محتوى غير شامل</a:t>
            </a:r>
          </a:p>
        </p:txBody>
      </p:sp>
      <p:sp>
        <p:nvSpPr>
          <p:cNvPr id="47" name="Bar">
            <a:extLst>
              <a:ext uri="{FF2B5EF4-FFF2-40B4-BE49-F238E27FC236}">
                <a16:creationId xmlns:a16="http://schemas.microsoft.com/office/drawing/2014/main" id="{16E1972E-86A0-9316-9715-45C19A4A051B}"/>
              </a:ext>
            </a:extLst>
          </p:cNvPr>
          <p:cNvSpPr/>
          <p:nvPr/>
        </p:nvSpPr>
        <p:spPr bwMode="hidden">
          <a:xfrm>
            <a:off x="10585655" y="337970"/>
            <a:ext cx="1554480" cy="18288"/>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8" name="Rectangle 7">
            <a:extLst>
              <a:ext uri="{FF2B5EF4-FFF2-40B4-BE49-F238E27FC236}">
                <a16:creationId xmlns:a16="http://schemas.microsoft.com/office/drawing/2014/main" id="{68ECF4A1-1ACF-B34A-78AA-06A34B6D45CA}"/>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730425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 name="Object 71" hidden="1">
            <a:extLst>
              <a:ext uri="{FF2B5EF4-FFF2-40B4-BE49-F238E27FC236}">
                <a16:creationId xmlns:a16="http://schemas.microsoft.com/office/drawing/2014/main" id="{7A58A6F6-1961-4CEB-BF27-6E0D570DA6FD}"/>
              </a:ext>
            </a:extLst>
          </p:cNvPr>
          <p:cNvGraphicFramePr>
            <a:graphicFrameLocks noChangeAspect="1"/>
          </p:cNvGraphicFramePr>
          <p:nvPr>
            <p:custDataLst>
              <p:tags r:id="rId1"/>
            </p:custDataLst>
            <p:extLst>
              <p:ext uri="{D42A27DB-BD31-4B8C-83A1-F6EECF244321}">
                <p14:modId xmlns:p14="http://schemas.microsoft.com/office/powerpoint/2010/main" val="26661051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2" name="Object 71" hidden="1">
                        <a:extLst>
                          <a:ext uri="{FF2B5EF4-FFF2-40B4-BE49-F238E27FC236}">
                            <a16:creationId xmlns:a16="http://schemas.microsoft.com/office/drawing/2014/main" id="{7A58A6F6-1961-4CEB-BF27-6E0D570DA6F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EC157DA-7AFB-44D8-8229-96CCDD758AE9}"/>
              </a:ext>
            </a:extLst>
          </p:cNvPr>
          <p:cNvSpPr>
            <a:spLocks noGrp="1"/>
          </p:cNvSpPr>
          <p:nvPr>
            <p:ph type="title"/>
          </p:nvPr>
        </p:nvSpPr>
        <p:spPr>
          <a:xfrm>
            <a:off x="442913" y="384048"/>
            <a:ext cx="11306175" cy="841248"/>
          </a:xfrm>
        </p:spPr>
        <p:txBody>
          <a:bodyPr vert="horz"/>
          <a:lstStyle/>
          <a:p>
            <a:pPr algn="r" rtl="1"/>
            <a:r>
              <a:rPr lang="ar-SA" dirty="0">
                <a:cs typeface="Arial" charset="0"/>
              </a:rPr>
              <a:t>بالإضافة إلى ذلك، يعكف المركز في الوقت الراهن على تنفيذ العديد من المشاريع التي تواجه تحديات في التنفيذ تتطلب تدخلًا عاجلًا</a:t>
            </a:r>
          </a:p>
        </p:txBody>
      </p:sp>
      <p:sp>
        <p:nvSpPr>
          <p:cNvPr id="3" name="Subtitle 2">
            <a:extLst>
              <a:ext uri="{FF2B5EF4-FFF2-40B4-BE49-F238E27FC236}">
                <a16:creationId xmlns:a16="http://schemas.microsoft.com/office/drawing/2014/main" id="{E21B83FF-A784-4278-AC60-A9066F597A60}"/>
              </a:ext>
            </a:extLst>
          </p:cNvPr>
          <p:cNvSpPr>
            <a:spLocks noGrp="1"/>
          </p:cNvSpPr>
          <p:nvPr>
            <p:ph type="subTitle" idx="1"/>
          </p:nvPr>
        </p:nvSpPr>
        <p:spPr>
          <a:xfrm>
            <a:off x="442913" y="1276212"/>
            <a:ext cx="6126480" cy="320177"/>
          </a:xfrm>
        </p:spPr>
        <p:txBody>
          <a:bodyPr/>
          <a:lstStyle/>
          <a:p>
            <a:pPr algn="r" rtl="1"/>
            <a:r>
              <a:rPr lang="ar-SA" dirty="0">
                <a:cs typeface="Arial" charset="0"/>
              </a:rPr>
              <a:t>أبرز المشاريع الجارية في المركز</a:t>
            </a:r>
          </a:p>
        </p:txBody>
      </p:sp>
      <p:sp>
        <p:nvSpPr>
          <p:cNvPr id="4" name="Text Placeholder 3">
            <a:extLst>
              <a:ext uri="{FF2B5EF4-FFF2-40B4-BE49-F238E27FC236}">
                <a16:creationId xmlns:a16="http://schemas.microsoft.com/office/drawing/2014/main" id="{30AB4A98-D955-437A-830E-14D572AA7FA0}"/>
              </a:ext>
            </a:extLst>
          </p:cNvPr>
          <p:cNvSpPr>
            <a:spLocks noGrp="1"/>
          </p:cNvSpPr>
          <p:nvPr>
            <p:ph type="body" idx="2"/>
          </p:nvPr>
        </p:nvSpPr>
        <p:spPr/>
        <p:txBody>
          <a:bodyPr/>
          <a:lstStyle/>
          <a:p>
            <a:pPr algn="r" rtl="1"/>
            <a:r>
              <a:rPr lang="ar-SA" dirty="0">
                <a:cs typeface="Arial" charset="0"/>
              </a:rPr>
              <a:t>المصدر: المركز الوطني لإدارة النفايات، تحليلات فريق عمل إستراتيجي أند</a:t>
            </a:r>
          </a:p>
        </p:txBody>
      </p:sp>
      <p:sp>
        <p:nvSpPr>
          <p:cNvPr id="5" name="Slide Number Placeholder 4">
            <a:extLst>
              <a:ext uri="{FF2B5EF4-FFF2-40B4-BE49-F238E27FC236}">
                <a16:creationId xmlns:a16="http://schemas.microsoft.com/office/drawing/2014/main" id="{FB7762FF-1EEE-4ABB-8040-0418CF13A349}"/>
              </a:ext>
            </a:extLst>
          </p:cNvPr>
          <p:cNvSpPr>
            <a:spLocks noGrp="1"/>
          </p:cNvSpPr>
          <p:nvPr>
            <p:ph type="sldNum"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strike="noStrike" kern="1200" cap="none" spc="0" normalizeH="0" noProof="0" dirty="0">
                <a:ln>
                  <a:noFill/>
                </a:ln>
                <a:solidFill>
                  <a:srgbClr val="000000"/>
                </a:solidFill>
                <a:effectLst/>
                <a:uLnTx/>
                <a:uFillTx/>
                <a:latin typeface="Arial"/>
                <a:cs typeface="Arial"/>
                <a:sym typeface="Arial"/>
              </a:rPr>
              <a:t>4</a:t>
            </a:r>
          </a:p>
        </p:txBody>
      </p:sp>
      <p:sp>
        <p:nvSpPr>
          <p:cNvPr id="214" name="Subtitle 1">
            <a:extLst>
              <a:ext uri="{FF2B5EF4-FFF2-40B4-BE49-F238E27FC236}">
                <a16:creationId xmlns:a16="http://schemas.microsoft.com/office/drawing/2014/main" id="{26BB8ED9-DA47-45CA-90AB-C73B97C2CA96}"/>
              </a:ext>
            </a:extLst>
          </p:cNvPr>
          <p:cNvSpPr txBox="1">
            <a:spLocks/>
          </p:cNvSpPr>
          <p:nvPr/>
        </p:nvSpPr>
        <p:spPr>
          <a:xfrm>
            <a:off x="10585655" y="83035"/>
            <a:ext cx="985520" cy="274900"/>
          </a:xfrm>
          <a:prstGeom prst="rect">
            <a:avLst/>
          </a:prstGeom>
        </p:spPr>
        <p:txBody>
          <a:bodyPr vert="horz" wrap="none" lIns="0" tIns="0" rIns="0" bIns="0" rtlCol="0">
            <a:noAutofit/>
          </a:bodyPr>
          <a:lstStyle>
            <a:defPPr>
              <a:defRPr lang="en-US"/>
            </a:defPPr>
            <a:lvl1pPr indent="0">
              <a:lnSpc>
                <a:spcPct val="100000"/>
              </a:lnSpc>
              <a:spcBef>
                <a:spcPts val="0"/>
              </a:spcBef>
              <a:spcAft>
                <a:spcPts val="0"/>
              </a:spcAft>
              <a:buFont typeface="Arial" panose="020B0604020202020204" pitchFamily="34" charset="0"/>
              <a:buNone/>
              <a:defRPr sz="1400" b="0" i="1">
                <a:solidFill>
                  <a:schemeClr val="tx2"/>
                </a:solidFill>
              </a:defRPr>
            </a:lvl1pPr>
            <a:lvl2pPr marL="0" indent="0">
              <a:lnSpc>
                <a:spcPct val="100000"/>
              </a:lnSpc>
              <a:spcBef>
                <a:spcPts val="0"/>
              </a:spcBef>
              <a:spcAft>
                <a:spcPts val="0"/>
              </a:spcAft>
              <a:buFont typeface="Arial" panose="020B0604020202020204" pitchFamily="34" charset="0"/>
              <a:buNone/>
              <a:defRPr b="1">
                <a:solidFill>
                  <a:schemeClr val="tx2"/>
                </a:solidFill>
              </a:defRPr>
            </a:lvl2pPr>
            <a:lvl3pPr marL="0" indent="0">
              <a:lnSpc>
                <a:spcPct val="100000"/>
              </a:lnSpc>
              <a:spcBef>
                <a:spcPts val="0"/>
              </a:spcBef>
              <a:spcAft>
                <a:spcPts val="0"/>
              </a:spcAft>
              <a:buFont typeface="Arial" panose="020B0604020202020204" pitchFamily="34" charset="0"/>
              <a:buNone/>
              <a:defRPr b="1">
                <a:solidFill>
                  <a:schemeClr val="tx2"/>
                </a:solidFill>
              </a:defRPr>
            </a:lvl3pPr>
            <a:lvl4pPr marL="0" indent="0">
              <a:lnSpc>
                <a:spcPct val="100000"/>
              </a:lnSpc>
              <a:spcBef>
                <a:spcPts val="0"/>
              </a:spcBef>
              <a:spcAft>
                <a:spcPts val="0"/>
              </a:spcAft>
              <a:buFont typeface="Arial" panose="020B0604020202020204" pitchFamily="34" charset="0"/>
              <a:buNone/>
              <a:defRPr b="1">
                <a:solidFill>
                  <a:schemeClr val="tx2"/>
                </a:solidFill>
              </a:defRPr>
            </a:lvl4pPr>
            <a:lvl5pPr marL="0" indent="0">
              <a:lnSpc>
                <a:spcPct val="100000"/>
              </a:lnSpc>
              <a:spcBef>
                <a:spcPts val="0"/>
              </a:spcBef>
              <a:spcAft>
                <a:spcPts val="0"/>
              </a:spcAft>
              <a:buFont typeface="Arial" panose="020B0604020202020204" pitchFamily="34" charset="0"/>
              <a:buNone/>
              <a:defRPr b="1">
                <a:solidFill>
                  <a:schemeClr val="tx2"/>
                </a:solidFill>
              </a:defRPr>
            </a:lvl5pPr>
            <a:lvl6pPr marL="0" indent="0">
              <a:lnSpc>
                <a:spcPct val="100000"/>
              </a:lnSpc>
              <a:spcBef>
                <a:spcPts val="0"/>
              </a:spcBef>
              <a:spcAft>
                <a:spcPts val="0"/>
              </a:spcAft>
              <a:buFont typeface="Arial" panose="020B0604020202020204" pitchFamily="34" charset="0"/>
              <a:buNone/>
              <a:defRPr b="1">
                <a:solidFill>
                  <a:schemeClr val="tx2"/>
                </a:solidFill>
              </a:defRPr>
            </a:lvl6pPr>
            <a:lvl7pPr marL="0" indent="0">
              <a:lnSpc>
                <a:spcPct val="100000"/>
              </a:lnSpc>
              <a:spcBef>
                <a:spcPts val="0"/>
              </a:spcBef>
              <a:spcAft>
                <a:spcPts val="0"/>
              </a:spcAft>
              <a:buFont typeface="Arial" panose="020B0604020202020204" pitchFamily="34" charset="0"/>
              <a:buNone/>
              <a:defRPr b="1">
                <a:solidFill>
                  <a:schemeClr val="tx2"/>
                </a:solidFill>
              </a:defRPr>
            </a:lvl7pPr>
            <a:lvl8pPr marL="0" indent="0">
              <a:lnSpc>
                <a:spcPct val="100000"/>
              </a:lnSpc>
              <a:spcBef>
                <a:spcPts val="0"/>
              </a:spcBef>
              <a:spcAft>
                <a:spcPts val="0"/>
              </a:spcAft>
              <a:buFont typeface="Arial" panose="020B0604020202020204" pitchFamily="34" charset="0"/>
              <a:buNone/>
              <a:defRPr b="1">
                <a:solidFill>
                  <a:schemeClr val="tx2"/>
                </a:solidFill>
              </a:defRPr>
            </a:lvl8pPr>
            <a:lvl9pPr marL="0" indent="0">
              <a:lnSpc>
                <a:spcPct val="100000"/>
              </a:lnSpc>
              <a:spcBef>
                <a:spcPts val="0"/>
              </a:spcBef>
              <a:spcAft>
                <a:spcPts val="0"/>
              </a:spcAft>
              <a:buFont typeface="Arial" panose="020B0604020202020204" pitchFamily="34" charset="0"/>
              <a:buNone/>
              <a:defRPr b="1">
                <a:solidFill>
                  <a:schemeClr val="tx2"/>
                </a:solidFill>
              </a:defRPr>
            </a:lvl9pPr>
          </a:lstStyle>
          <a:p>
            <a:pPr marL="0" marR="0" lvl="0" indent="0" algn="r" defTabSz="914400" rtl="1" eaLnBrk="1" fontAlgn="auto" latinLnBrk="0" hangingPunct="1">
              <a:lnSpc>
                <a:spcPct val="100000"/>
              </a:lnSpc>
              <a:spcBef>
                <a:spcPts val="0"/>
              </a:spcBef>
              <a:spcAft>
                <a:spcPts val="0"/>
              </a:spcAft>
              <a:buClrTx/>
              <a:buSzTx/>
              <a:buFont typeface="Arial" panose="020B0604020202020204" pitchFamily="34" charset="0"/>
              <a:buNone/>
              <a:tabLst/>
              <a:defRPr/>
            </a:pPr>
            <a:r>
              <a:rPr kumimoji="0" lang="ar-SA" sz="1400" strike="noStrike" kern="1200" cap="none" spc="0" normalizeH="0" noProof="0" dirty="0">
                <a:ln>
                  <a:noFill/>
                </a:ln>
                <a:solidFill>
                  <a:srgbClr val="A32020"/>
                </a:solidFill>
                <a:effectLst/>
                <a:uLnTx/>
                <a:uFillTx/>
                <a:latin typeface="Arial"/>
                <a:ea typeface="+mn-ea"/>
                <a:cs typeface="+mn-cs"/>
              </a:rPr>
              <a:t>محتوى غير شامل</a:t>
            </a:r>
          </a:p>
        </p:txBody>
      </p:sp>
      <p:sp>
        <p:nvSpPr>
          <p:cNvPr id="215" name="Bar">
            <a:extLst>
              <a:ext uri="{FF2B5EF4-FFF2-40B4-BE49-F238E27FC236}">
                <a16:creationId xmlns:a16="http://schemas.microsoft.com/office/drawing/2014/main" id="{FE15C594-D669-4E5D-8FDB-E63E94481756}"/>
              </a:ext>
            </a:extLst>
          </p:cNvPr>
          <p:cNvSpPr/>
          <p:nvPr/>
        </p:nvSpPr>
        <p:spPr bwMode="hidden">
          <a:xfrm>
            <a:off x="10585655" y="337970"/>
            <a:ext cx="1554480" cy="18288"/>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p:txBody>
      </p:sp>
      <p:sp>
        <p:nvSpPr>
          <p:cNvPr id="190" name="Rectangle 189">
            <a:extLst>
              <a:ext uri="{FF2B5EF4-FFF2-40B4-BE49-F238E27FC236}">
                <a16:creationId xmlns:a16="http://schemas.microsoft.com/office/drawing/2014/main" id="{081E5709-A565-526E-9C4E-EAA8EF2B6E12}"/>
              </a:ext>
            </a:extLst>
          </p:cNvPr>
          <p:cNvSpPr/>
          <p:nvPr/>
        </p:nvSpPr>
        <p:spPr>
          <a:xfrm>
            <a:off x="7678166" y="1762480"/>
            <a:ext cx="4497165" cy="4679685"/>
          </a:xfrm>
          <a:prstGeom prst="rect">
            <a:avLst/>
          </a:prstGeom>
          <a:pattFill prst="ltUpDiag">
            <a:fgClr>
              <a:srgbClr val="F7DBE0"/>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23" name="Group 22">
            <a:extLst>
              <a:ext uri="{FF2B5EF4-FFF2-40B4-BE49-F238E27FC236}">
                <a16:creationId xmlns:a16="http://schemas.microsoft.com/office/drawing/2014/main" id="{5279D09C-42EB-56B1-C73B-1DCA9B098653}"/>
              </a:ext>
            </a:extLst>
          </p:cNvPr>
          <p:cNvGrpSpPr/>
          <p:nvPr/>
        </p:nvGrpSpPr>
        <p:grpSpPr>
          <a:xfrm>
            <a:off x="181861" y="1729816"/>
            <a:ext cx="283610" cy="315083"/>
            <a:chOff x="441789" y="1999875"/>
            <a:chExt cx="282633" cy="282693"/>
          </a:xfrm>
        </p:grpSpPr>
        <p:sp>
          <p:nvSpPr>
            <p:cNvPr id="24" name="Freeform 15">
              <a:extLst>
                <a:ext uri="{FF2B5EF4-FFF2-40B4-BE49-F238E27FC236}">
                  <a16:creationId xmlns:a16="http://schemas.microsoft.com/office/drawing/2014/main" id="{15D796D3-08C1-DE6C-3BE9-35B7B1EEF2A7}"/>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25" name="Freeform 8">
              <a:extLst>
                <a:ext uri="{FF2B5EF4-FFF2-40B4-BE49-F238E27FC236}">
                  <a16:creationId xmlns:a16="http://schemas.microsoft.com/office/drawing/2014/main" id="{C54EAE32-313F-62D9-DF42-5363D2CDA293}"/>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1</a:t>
              </a:r>
            </a:p>
          </p:txBody>
        </p:sp>
      </p:grpSp>
      <p:grpSp>
        <p:nvGrpSpPr>
          <p:cNvPr id="27" name="Group 26">
            <a:extLst>
              <a:ext uri="{FF2B5EF4-FFF2-40B4-BE49-F238E27FC236}">
                <a16:creationId xmlns:a16="http://schemas.microsoft.com/office/drawing/2014/main" id="{29A10952-3AE4-D3DA-E9DA-49380409FA77}"/>
              </a:ext>
            </a:extLst>
          </p:cNvPr>
          <p:cNvGrpSpPr/>
          <p:nvPr/>
        </p:nvGrpSpPr>
        <p:grpSpPr>
          <a:xfrm>
            <a:off x="181861" y="2218037"/>
            <a:ext cx="283610" cy="315083"/>
            <a:chOff x="441789" y="1999875"/>
            <a:chExt cx="282633" cy="282693"/>
          </a:xfrm>
        </p:grpSpPr>
        <p:sp>
          <p:nvSpPr>
            <p:cNvPr id="28" name="Freeform 15">
              <a:extLst>
                <a:ext uri="{FF2B5EF4-FFF2-40B4-BE49-F238E27FC236}">
                  <a16:creationId xmlns:a16="http://schemas.microsoft.com/office/drawing/2014/main" id="{BCE21E49-775B-1D10-60B0-21A9C710C2AA}"/>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29" name="Freeform 8">
              <a:extLst>
                <a:ext uri="{FF2B5EF4-FFF2-40B4-BE49-F238E27FC236}">
                  <a16:creationId xmlns:a16="http://schemas.microsoft.com/office/drawing/2014/main" id="{A13C17F9-5769-F697-C8D6-C45F3A8FAB9E}"/>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strike="noStrike" kern="1200" cap="none" spc="0" normalizeH="0" noProof="0" dirty="0">
                  <a:ln>
                    <a:noFill/>
                  </a:ln>
                  <a:solidFill>
                    <a:srgbClr val="A32020">
                      <a:lumMod val="60000"/>
                      <a:lumOff val="40000"/>
                    </a:srgbClr>
                  </a:solidFill>
                  <a:effectLst/>
                  <a:uLnTx/>
                  <a:uFillTx/>
                  <a:latin typeface="Arial"/>
                  <a:ea typeface="+mn-ea"/>
                  <a:cs typeface="+mn-cs"/>
                </a:rPr>
                <a:t>2</a:t>
              </a:r>
            </a:p>
          </p:txBody>
        </p:sp>
      </p:grpSp>
      <p:grpSp>
        <p:nvGrpSpPr>
          <p:cNvPr id="31" name="Group 30">
            <a:extLst>
              <a:ext uri="{FF2B5EF4-FFF2-40B4-BE49-F238E27FC236}">
                <a16:creationId xmlns:a16="http://schemas.microsoft.com/office/drawing/2014/main" id="{EB9A3878-FF79-2E9B-112A-B01C23630453}"/>
              </a:ext>
            </a:extLst>
          </p:cNvPr>
          <p:cNvGrpSpPr/>
          <p:nvPr/>
        </p:nvGrpSpPr>
        <p:grpSpPr>
          <a:xfrm>
            <a:off x="181861" y="2706258"/>
            <a:ext cx="283610" cy="315083"/>
            <a:chOff x="441789" y="1999875"/>
            <a:chExt cx="282633" cy="282693"/>
          </a:xfrm>
        </p:grpSpPr>
        <p:sp>
          <p:nvSpPr>
            <p:cNvPr id="32" name="Freeform 15">
              <a:extLst>
                <a:ext uri="{FF2B5EF4-FFF2-40B4-BE49-F238E27FC236}">
                  <a16:creationId xmlns:a16="http://schemas.microsoft.com/office/drawing/2014/main" id="{219D40D2-D712-F86B-9818-C1D72950B362}"/>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33" name="Freeform 8">
              <a:extLst>
                <a:ext uri="{FF2B5EF4-FFF2-40B4-BE49-F238E27FC236}">
                  <a16:creationId xmlns:a16="http://schemas.microsoft.com/office/drawing/2014/main" id="{22D901E4-BEDA-11D8-8CBA-1B032B21862E}"/>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strike="noStrike" kern="1200" cap="none" spc="0" normalizeH="0" noProof="0" dirty="0">
                  <a:ln>
                    <a:noFill/>
                  </a:ln>
                  <a:solidFill>
                    <a:srgbClr val="A32020">
                      <a:lumMod val="60000"/>
                      <a:lumOff val="40000"/>
                    </a:srgbClr>
                  </a:solidFill>
                  <a:effectLst/>
                  <a:uLnTx/>
                  <a:uFillTx/>
                  <a:latin typeface="Arial"/>
                  <a:ea typeface="+mn-ea"/>
                  <a:cs typeface="+mn-cs"/>
                </a:rPr>
                <a:t>3</a:t>
              </a:r>
            </a:p>
          </p:txBody>
        </p:sp>
      </p:grpSp>
      <p:grpSp>
        <p:nvGrpSpPr>
          <p:cNvPr id="35" name="Group 34">
            <a:extLst>
              <a:ext uri="{FF2B5EF4-FFF2-40B4-BE49-F238E27FC236}">
                <a16:creationId xmlns:a16="http://schemas.microsoft.com/office/drawing/2014/main" id="{AE9F92C0-118F-64E8-DC2F-7A86CDF39E93}"/>
              </a:ext>
            </a:extLst>
          </p:cNvPr>
          <p:cNvGrpSpPr/>
          <p:nvPr/>
        </p:nvGrpSpPr>
        <p:grpSpPr>
          <a:xfrm>
            <a:off x="181861" y="3194479"/>
            <a:ext cx="283610" cy="315083"/>
            <a:chOff x="441789" y="1999875"/>
            <a:chExt cx="282633" cy="282693"/>
          </a:xfrm>
        </p:grpSpPr>
        <p:sp>
          <p:nvSpPr>
            <p:cNvPr id="36" name="Freeform 15">
              <a:extLst>
                <a:ext uri="{FF2B5EF4-FFF2-40B4-BE49-F238E27FC236}">
                  <a16:creationId xmlns:a16="http://schemas.microsoft.com/office/drawing/2014/main" id="{E509213B-9EE4-FBAB-9477-CBAFA72DC49D}"/>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37" name="Freeform 8">
              <a:extLst>
                <a:ext uri="{FF2B5EF4-FFF2-40B4-BE49-F238E27FC236}">
                  <a16:creationId xmlns:a16="http://schemas.microsoft.com/office/drawing/2014/main" id="{F60D0A51-F962-AD94-6F02-5997A5C592D5}"/>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strike="noStrike" kern="1200" cap="none" spc="0" normalizeH="0" noProof="0" dirty="0">
                  <a:ln>
                    <a:noFill/>
                  </a:ln>
                  <a:solidFill>
                    <a:srgbClr val="A32020">
                      <a:lumMod val="60000"/>
                      <a:lumOff val="40000"/>
                    </a:srgbClr>
                  </a:solidFill>
                  <a:effectLst/>
                  <a:uLnTx/>
                  <a:uFillTx/>
                  <a:latin typeface="Arial"/>
                  <a:ea typeface="+mn-ea"/>
                  <a:cs typeface="+mn-cs"/>
                </a:rPr>
                <a:t>4</a:t>
              </a:r>
            </a:p>
          </p:txBody>
        </p:sp>
      </p:grpSp>
      <p:grpSp>
        <p:nvGrpSpPr>
          <p:cNvPr id="39" name="Group 38">
            <a:extLst>
              <a:ext uri="{FF2B5EF4-FFF2-40B4-BE49-F238E27FC236}">
                <a16:creationId xmlns:a16="http://schemas.microsoft.com/office/drawing/2014/main" id="{556230C6-C563-1A65-4CB6-95A5CD3131E0}"/>
              </a:ext>
            </a:extLst>
          </p:cNvPr>
          <p:cNvGrpSpPr/>
          <p:nvPr/>
        </p:nvGrpSpPr>
        <p:grpSpPr>
          <a:xfrm>
            <a:off x="181861" y="3682700"/>
            <a:ext cx="283610" cy="315083"/>
            <a:chOff x="441789" y="1999875"/>
            <a:chExt cx="282633" cy="282693"/>
          </a:xfrm>
        </p:grpSpPr>
        <p:sp>
          <p:nvSpPr>
            <p:cNvPr id="40" name="Freeform 15">
              <a:extLst>
                <a:ext uri="{FF2B5EF4-FFF2-40B4-BE49-F238E27FC236}">
                  <a16:creationId xmlns:a16="http://schemas.microsoft.com/office/drawing/2014/main" id="{BA36038F-C51B-B9D4-A0D6-0276D34504D6}"/>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41" name="Freeform 8">
              <a:extLst>
                <a:ext uri="{FF2B5EF4-FFF2-40B4-BE49-F238E27FC236}">
                  <a16:creationId xmlns:a16="http://schemas.microsoft.com/office/drawing/2014/main" id="{EF87B06D-1D92-64A6-8379-6C327117553B}"/>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5</a:t>
              </a:r>
            </a:p>
          </p:txBody>
        </p:sp>
      </p:grpSp>
      <p:grpSp>
        <p:nvGrpSpPr>
          <p:cNvPr id="43" name="Group 42">
            <a:extLst>
              <a:ext uri="{FF2B5EF4-FFF2-40B4-BE49-F238E27FC236}">
                <a16:creationId xmlns:a16="http://schemas.microsoft.com/office/drawing/2014/main" id="{62A74C97-3EC7-4582-DD5E-8305E86A4FB4}"/>
              </a:ext>
            </a:extLst>
          </p:cNvPr>
          <p:cNvGrpSpPr/>
          <p:nvPr/>
        </p:nvGrpSpPr>
        <p:grpSpPr>
          <a:xfrm>
            <a:off x="181861" y="4170921"/>
            <a:ext cx="283610" cy="315083"/>
            <a:chOff x="441789" y="1999875"/>
            <a:chExt cx="282633" cy="282693"/>
          </a:xfrm>
        </p:grpSpPr>
        <p:sp>
          <p:nvSpPr>
            <p:cNvPr id="44" name="Freeform 15">
              <a:extLst>
                <a:ext uri="{FF2B5EF4-FFF2-40B4-BE49-F238E27FC236}">
                  <a16:creationId xmlns:a16="http://schemas.microsoft.com/office/drawing/2014/main" id="{2E7E73F2-3FC6-EF46-20D7-AC11C9747010}"/>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45" name="Freeform 8">
              <a:extLst>
                <a:ext uri="{FF2B5EF4-FFF2-40B4-BE49-F238E27FC236}">
                  <a16:creationId xmlns:a16="http://schemas.microsoft.com/office/drawing/2014/main" id="{9415F64F-6260-0229-66CA-5614C253077A}"/>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6</a:t>
              </a:r>
            </a:p>
          </p:txBody>
        </p:sp>
      </p:grpSp>
      <p:grpSp>
        <p:nvGrpSpPr>
          <p:cNvPr id="47" name="Group 46">
            <a:extLst>
              <a:ext uri="{FF2B5EF4-FFF2-40B4-BE49-F238E27FC236}">
                <a16:creationId xmlns:a16="http://schemas.microsoft.com/office/drawing/2014/main" id="{FA87CF89-F408-125B-4E79-EDA9691C4020}"/>
              </a:ext>
            </a:extLst>
          </p:cNvPr>
          <p:cNvGrpSpPr/>
          <p:nvPr/>
        </p:nvGrpSpPr>
        <p:grpSpPr>
          <a:xfrm>
            <a:off x="181861" y="4659142"/>
            <a:ext cx="283610" cy="315083"/>
            <a:chOff x="441789" y="1999875"/>
            <a:chExt cx="282633" cy="282693"/>
          </a:xfrm>
        </p:grpSpPr>
        <p:sp>
          <p:nvSpPr>
            <p:cNvPr id="48" name="Freeform 15">
              <a:extLst>
                <a:ext uri="{FF2B5EF4-FFF2-40B4-BE49-F238E27FC236}">
                  <a16:creationId xmlns:a16="http://schemas.microsoft.com/office/drawing/2014/main" id="{31E5FF72-000E-57D2-0037-ABBB2154EC6A}"/>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49" name="Freeform 8">
              <a:extLst>
                <a:ext uri="{FF2B5EF4-FFF2-40B4-BE49-F238E27FC236}">
                  <a16:creationId xmlns:a16="http://schemas.microsoft.com/office/drawing/2014/main" id="{CB2586F3-EFD4-CA10-D515-64926162ECF1}"/>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7</a:t>
              </a:r>
            </a:p>
          </p:txBody>
        </p:sp>
      </p:grpSp>
      <p:grpSp>
        <p:nvGrpSpPr>
          <p:cNvPr id="51" name="Group 50">
            <a:extLst>
              <a:ext uri="{FF2B5EF4-FFF2-40B4-BE49-F238E27FC236}">
                <a16:creationId xmlns:a16="http://schemas.microsoft.com/office/drawing/2014/main" id="{CE14CCF1-35D5-1DE6-DE23-01D8817211EA}"/>
              </a:ext>
            </a:extLst>
          </p:cNvPr>
          <p:cNvGrpSpPr/>
          <p:nvPr/>
        </p:nvGrpSpPr>
        <p:grpSpPr>
          <a:xfrm>
            <a:off x="181861" y="5147363"/>
            <a:ext cx="283610" cy="315083"/>
            <a:chOff x="441789" y="1999875"/>
            <a:chExt cx="282633" cy="282693"/>
          </a:xfrm>
        </p:grpSpPr>
        <p:sp>
          <p:nvSpPr>
            <p:cNvPr id="52" name="Freeform 15">
              <a:extLst>
                <a:ext uri="{FF2B5EF4-FFF2-40B4-BE49-F238E27FC236}">
                  <a16:creationId xmlns:a16="http://schemas.microsoft.com/office/drawing/2014/main" id="{124FE4EA-767B-5066-555E-28D2A3E04C44}"/>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53" name="Freeform 8">
              <a:extLst>
                <a:ext uri="{FF2B5EF4-FFF2-40B4-BE49-F238E27FC236}">
                  <a16:creationId xmlns:a16="http://schemas.microsoft.com/office/drawing/2014/main" id="{02791DE2-079E-D2D1-0A7C-87E4ADF6C37C}"/>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8</a:t>
              </a:r>
            </a:p>
          </p:txBody>
        </p:sp>
      </p:grpSp>
      <p:grpSp>
        <p:nvGrpSpPr>
          <p:cNvPr id="55" name="Group 54">
            <a:extLst>
              <a:ext uri="{FF2B5EF4-FFF2-40B4-BE49-F238E27FC236}">
                <a16:creationId xmlns:a16="http://schemas.microsoft.com/office/drawing/2014/main" id="{84146810-784D-A139-550E-03820CAB1376}"/>
              </a:ext>
            </a:extLst>
          </p:cNvPr>
          <p:cNvGrpSpPr/>
          <p:nvPr/>
        </p:nvGrpSpPr>
        <p:grpSpPr>
          <a:xfrm>
            <a:off x="181861" y="5635580"/>
            <a:ext cx="283610" cy="315083"/>
            <a:chOff x="441789" y="1999875"/>
            <a:chExt cx="282633" cy="282693"/>
          </a:xfrm>
        </p:grpSpPr>
        <p:sp>
          <p:nvSpPr>
            <p:cNvPr id="56" name="Freeform 15">
              <a:extLst>
                <a:ext uri="{FF2B5EF4-FFF2-40B4-BE49-F238E27FC236}">
                  <a16:creationId xmlns:a16="http://schemas.microsoft.com/office/drawing/2014/main" id="{FDDB2ADD-B16E-9DA7-84CC-AB9D4800D285}"/>
                </a:ext>
              </a:extLst>
            </p:cNvPr>
            <p:cNvSpPr>
              <a:spLocks/>
            </p:cNvSpPr>
            <p:nvPr/>
          </p:nvSpPr>
          <p:spPr bwMode="auto">
            <a:xfrm>
              <a:off x="477172" y="2034793"/>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4"/>
                    <a:pt x="0" y="98"/>
                  </a:cubicBezTo>
                  <a:cubicBezTo>
                    <a:pt x="0" y="152"/>
                    <a:pt x="44" y="196"/>
                    <a:pt x="98" y="196"/>
                  </a:cubicBezTo>
                  <a:cubicBezTo>
                    <a:pt x="196" y="196"/>
                    <a:pt x="196" y="196"/>
                    <a:pt x="196" y="196"/>
                  </a:cubicBezTo>
                  <a:cubicBezTo>
                    <a:pt x="196" y="98"/>
                    <a:pt x="196" y="98"/>
                    <a:pt x="196" y="98"/>
                  </a:cubicBezTo>
                  <a:cubicBezTo>
                    <a:pt x="196" y="44"/>
                    <a:pt x="152" y="0"/>
                    <a:pt x="98" y="0"/>
                  </a:cubicBezTo>
                  <a:close/>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57" name="Freeform 8">
              <a:extLst>
                <a:ext uri="{FF2B5EF4-FFF2-40B4-BE49-F238E27FC236}">
                  <a16:creationId xmlns:a16="http://schemas.microsoft.com/office/drawing/2014/main" id="{E8928746-E0F6-7D34-6F7A-F6DC965C3AA7}"/>
                </a:ext>
              </a:extLst>
            </p:cNvPr>
            <p:cNvSpPr>
              <a:spLocks/>
            </p:cNvSpPr>
            <p:nvPr/>
          </p:nvSpPr>
          <p:spPr bwMode="auto">
            <a:xfrm>
              <a:off x="441789" y="1999875"/>
              <a:ext cx="247250" cy="247775"/>
            </a:xfrm>
            <a:custGeom>
              <a:avLst/>
              <a:gdLst>
                <a:gd name="T0" fmla="*/ 98 w 196"/>
                <a:gd name="T1" fmla="*/ 0 h 196"/>
                <a:gd name="T2" fmla="*/ 0 w 196"/>
                <a:gd name="T3" fmla="*/ 98 h 196"/>
                <a:gd name="T4" fmla="*/ 98 w 196"/>
                <a:gd name="T5" fmla="*/ 196 h 196"/>
                <a:gd name="T6" fmla="*/ 196 w 196"/>
                <a:gd name="T7" fmla="*/ 196 h 196"/>
                <a:gd name="T8" fmla="*/ 196 w 196"/>
                <a:gd name="T9" fmla="*/ 98 h 196"/>
                <a:gd name="T10" fmla="*/ 98 w 196"/>
                <a:gd name="T11" fmla="*/ 0 h 196"/>
              </a:gdLst>
              <a:ahLst/>
              <a:cxnLst>
                <a:cxn ang="0">
                  <a:pos x="T0" y="T1"/>
                </a:cxn>
                <a:cxn ang="0">
                  <a:pos x="T2" y="T3"/>
                </a:cxn>
                <a:cxn ang="0">
                  <a:pos x="T4" y="T5"/>
                </a:cxn>
                <a:cxn ang="0">
                  <a:pos x="T6" y="T7"/>
                </a:cxn>
                <a:cxn ang="0">
                  <a:pos x="T8" y="T9"/>
                </a:cxn>
                <a:cxn ang="0">
                  <a:pos x="T10" y="T11"/>
                </a:cxn>
              </a:cxnLst>
              <a:rect l="0" t="0" r="r" b="b"/>
              <a:pathLst>
                <a:path w="196" h="196">
                  <a:moveTo>
                    <a:pt x="98" y="0"/>
                  </a:moveTo>
                  <a:cubicBezTo>
                    <a:pt x="44" y="0"/>
                    <a:pt x="0" y="43"/>
                    <a:pt x="0" y="98"/>
                  </a:cubicBezTo>
                  <a:cubicBezTo>
                    <a:pt x="0" y="152"/>
                    <a:pt x="44" y="196"/>
                    <a:pt x="98" y="196"/>
                  </a:cubicBezTo>
                  <a:cubicBezTo>
                    <a:pt x="196" y="196"/>
                    <a:pt x="196" y="196"/>
                    <a:pt x="196" y="196"/>
                  </a:cubicBezTo>
                  <a:cubicBezTo>
                    <a:pt x="196" y="98"/>
                    <a:pt x="196" y="98"/>
                    <a:pt x="196" y="98"/>
                  </a:cubicBezTo>
                  <a:cubicBezTo>
                    <a:pt x="196" y="43"/>
                    <a:pt x="152" y="0"/>
                    <a:pt x="98" y="0"/>
                  </a:cubicBezTo>
                  <a:close/>
                </a:path>
              </a:pathLst>
            </a:custGeom>
            <a:solidFill>
              <a:schemeClr val="tx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A32020">
                      <a:lumMod val="60000"/>
                      <a:lumOff val="40000"/>
                    </a:srgbClr>
                  </a:solidFill>
                  <a:effectLst/>
                  <a:uLnTx/>
                  <a:uFillTx/>
                  <a:latin typeface="Arial"/>
                  <a:ea typeface="+mn-ea"/>
                  <a:cs typeface="+mn-cs"/>
                </a:rPr>
                <a:t>9</a:t>
              </a:r>
            </a:p>
          </p:txBody>
        </p:sp>
      </p:grpSp>
      <p:grpSp>
        <p:nvGrpSpPr>
          <p:cNvPr id="7" name="Group 6">
            <a:extLst>
              <a:ext uri="{FF2B5EF4-FFF2-40B4-BE49-F238E27FC236}">
                <a16:creationId xmlns:a16="http://schemas.microsoft.com/office/drawing/2014/main" id="{06C3F896-ECA0-D33E-8F82-E6874600F2A8}"/>
              </a:ext>
            </a:extLst>
          </p:cNvPr>
          <p:cNvGrpSpPr/>
          <p:nvPr/>
        </p:nvGrpSpPr>
        <p:grpSpPr>
          <a:xfrm flipH="1">
            <a:off x="7186018" y="1746398"/>
            <a:ext cx="418838" cy="4739599"/>
            <a:chOff x="6253458" y="1732263"/>
            <a:chExt cx="720934" cy="4491752"/>
          </a:xfrm>
        </p:grpSpPr>
        <p:sp>
          <p:nvSpPr>
            <p:cNvPr id="8" name="Freeform 66">
              <a:extLst>
                <a:ext uri="{FF2B5EF4-FFF2-40B4-BE49-F238E27FC236}">
                  <a16:creationId xmlns:a16="http://schemas.microsoft.com/office/drawing/2014/main" id="{1913FFA0-B6A9-DBAF-D762-22BF2EF34273}"/>
                </a:ext>
              </a:extLst>
            </p:cNvPr>
            <p:cNvSpPr/>
            <p:nvPr/>
          </p:nvSpPr>
          <p:spPr>
            <a:xfrm flipV="1">
              <a:off x="6253458" y="1732263"/>
              <a:ext cx="677271" cy="4491752"/>
            </a:xfrm>
            <a:custGeom>
              <a:avLst/>
              <a:gdLst>
                <a:gd name="connsiteX0" fmla="*/ 674862 w 5917422"/>
                <a:gd name="connsiteY0" fmla="*/ 0 h 4491752"/>
                <a:gd name="connsiteX1" fmla="*/ 5917422 w 5917422"/>
                <a:gd name="connsiteY1" fmla="*/ 0 h 4491752"/>
                <a:gd name="connsiteX2" fmla="*/ 5917422 w 5917422"/>
                <a:gd name="connsiteY2" fmla="*/ 4491752 h 4491752"/>
                <a:gd name="connsiteX3" fmla="*/ 674862 w 5917422"/>
                <a:gd name="connsiteY3" fmla="*/ 4491752 h 4491752"/>
                <a:gd name="connsiteX4" fmla="*/ 0 w 5917422"/>
                <a:gd name="connsiteY4" fmla="*/ 2246519 h 4491752"/>
                <a:gd name="connsiteX5" fmla="*/ 674862 w 5917422"/>
                <a:gd name="connsiteY5" fmla="*/ 1286 h 4491752"/>
                <a:gd name="connsiteX0" fmla="*/ 5917422 w 6008862"/>
                <a:gd name="connsiteY0" fmla="*/ 4491752 h 4491752"/>
                <a:gd name="connsiteX1" fmla="*/ 674862 w 6008862"/>
                <a:gd name="connsiteY1" fmla="*/ 4491752 h 4491752"/>
                <a:gd name="connsiteX2" fmla="*/ 0 w 6008862"/>
                <a:gd name="connsiteY2" fmla="*/ 2246519 h 4491752"/>
                <a:gd name="connsiteX3" fmla="*/ 674862 w 6008862"/>
                <a:gd name="connsiteY3" fmla="*/ 1286 h 4491752"/>
                <a:gd name="connsiteX4" fmla="*/ 674862 w 6008862"/>
                <a:gd name="connsiteY4" fmla="*/ 0 h 4491752"/>
                <a:gd name="connsiteX5" fmla="*/ 6008862 w 6008862"/>
                <a:gd name="connsiteY5" fmla="*/ 91440 h 4491752"/>
                <a:gd name="connsiteX0" fmla="*/ 5917422 w 5917422"/>
                <a:gd name="connsiteY0" fmla="*/ 4573032 h 4573032"/>
                <a:gd name="connsiteX1" fmla="*/ 674862 w 5917422"/>
                <a:gd name="connsiteY1" fmla="*/ 4573032 h 4573032"/>
                <a:gd name="connsiteX2" fmla="*/ 0 w 5917422"/>
                <a:gd name="connsiteY2" fmla="*/ 2327799 h 4573032"/>
                <a:gd name="connsiteX3" fmla="*/ 674862 w 5917422"/>
                <a:gd name="connsiteY3" fmla="*/ 82566 h 4573032"/>
                <a:gd name="connsiteX4" fmla="*/ 674862 w 5917422"/>
                <a:gd name="connsiteY4" fmla="*/ 81280 h 4573032"/>
                <a:gd name="connsiteX5" fmla="*/ 2127742 w 5917422"/>
                <a:gd name="connsiteY5" fmla="*/ 0 h 4573032"/>
                <a:gd name="connsiteX0" fmla="*/ 5917422 w 5917422"/>
                <a:gd name="connsiteY0" fmla="*/ 4493784 h 4493784"/>
                <a:gd name="connsiteX1" fmla="*/ 674862 w 5917422"/>
                <a:gd name="connsiteY1" fmla="*/ 4493784 h 4493784"/>
                <a:gd name="connsiteX2" fmla="*/ 0 w 5917422"/>
                <a:gd name="connsiteY2" fmla="*/ 2248551 h 4493784"/>
                <a:gd name="connsiteX3" fmla="*/ 674862 w 5917422"/>
                <a:gd name="connsiteY3" fmla="*/ 3318 h 4493784"/>
                <a:gd name="connsiteX4" fmla="*/ 674862 w 5917422"/>
                <a:gd name="connsiteY4" fmla="*/ 2032 h 4493784"/>
                <a:gd name="connsiteX5" fmla="*/ 2152126 w 5917422"/>
                <a:gd name="connsiteY5" fmla="*/ 0 h 4493784"/>
                <a:gd name="connsiteX0" fmla="*/ 5917422 w 5917422"/>
                <a:gd name="connsiteY0" fmla="*/ 4493784 h 4493784"/>
                <a:gd name="connsiteX1" fmla="*/ 674862 w 5917422"/>
                <a:gd name="connsiteY1" fmla="*/ 4493784 h 4493784"/>
                <a:gd name="connsiteX2" fmla="*/ 0 w 5917422"/>
                <a:gd name="connsiteY2" fmla="*/ 2248551 h 4493784"/>
                <a:gd name="connsiteX3" fmla="*/ 674862 w 5917422"/>
                <a:gd name="connsiteY3" fmla="*/ 3318 h 4493784"/>
                <a:gd name="connsiteX4" fmla="*/ 674862 w 5917422"/>
                <a:gd name="connsiteY4" fmla="*/ 2032 h 4493784"/>
                <a:gd name="connsiteX5" fmla="*/ 3188446 w 5917422"/>
                <a:gd name="connsiteY5" fmla="*/ 0 h 4493784"/>
                <a:gd name="connsiteX0" fmla="*/ 5917422 w 5917422"/>
                <a:gd name="connsiteY0" fmla="*/ 4493784 h 4493784"/>
                <a:gd name="connsiteX1" fmla="*/ 674862 w 5917422"/>
                <a:gd name="connsiteY1" fmla="*/ 4493784 h 4493784"/>
                <a:gd name="connsiteX2" fmla="*/ 0 w 5917422"/>
                <a:gd name="connsiteY2" fmla="*/ 2248551 h 4493784"/>
                <a:gd name="connsiteX3" fmla="*/ 674862 w 5917422"/>
                <a:gd name="connsiteY3" fmla="*/ 3318 h 4493784"/>
                <a:gd name="connsiteX4" fmla="*/ 674862 w 5917422"/>
                <a:gd name="connsiteY4" fmla="*/ 2032 h 4493784"/>
                <a:gd name="connsiteX5" fmla="*/ 3180826 w 5917422"/>
                <a:gd name="connsiteY5" fmla="*/ 0 h 4493784"/>
                <a:gd name="connsiteX0" fmla="*/ 5917422 w 5917422"/>
                <a:gd name="connsiteY0" fmla="*/ 4491752 h 4491752"/>
                <a:gd name="connsiteX1" fmla="*/ 674862 w 5917422"/>
                <a:gd name="connsiteY1" fmla="*/ 4491752 h 4491752"/>
                <a:gd name="connsiteX2" fmla="*/ 0 w 5917422"/>
                <a:gd name="connsiteY2" fmla="*/ 2246519 h 4491752"/>
                <a:gd name="connsiteX3" fmla="*/ 674862 w 5917422"/>
                <a:gd name="connsiteY3" fmla="*/ 1286 h 4491752"/>
                <a:gd name="connsiteX4" fmla="*/ 674862 w 5917422"/>
                <a:gd name="connsiteY4" fmla="*/ 0 h 4491752"/>
                <a:gd name="connsiteX5" fmla="*/ 3188446 w 5917422"/>
                <a:gd name="connsiteY5" fmla="*/ 508 h 4491752"/>
                <a:gd name="connsiteX0" fmla="*/ 5917422 w 5917422"/>
                <a:gd name="connsiteY0" fmla="*/ 4491752 h 4491752"/>
                <a:gd name="connsiteX1" fmla="*/ 674862 w 5917422"/>
                <a:gd name="connsiteY1" fmla="*/ 4491752 h 4491752"/>
                <a:gd name="connsiteX2" fmla="*/ 63421 w 5917422"/>
                <a:gd name="connsiteY2" fmla="*/ 2476026 h 4491752"/>
                <a:gd name="connsiteX3" fmla="*/ 0 w 5917422"/>
                <a:gd name="connsiteY3" fmla="*/ 2246519 h 4491752"/>
                <a:gd name="connsiteX4" fmla="*/ 674862 w 5917422"/>
                <a:gd name="connsiteY4" fmla="*/ 1286 h 4491752"/>
                <a:gd name="connsiteX5" fmla="*/ 674862 w 5917422"/>
                <a:gd name="connsiteY5" fmla="*/ 0 h 4491752"/>
                <a:gd name="connsiteX6" fmla="*/ 3188446 w 5917422"/>
                <a:gd name="connsiteY6" fmla="*/ 508 h 4491752"/>
                <a:gd name="connsiteX0" fmla="*/ 674862 w 3188446"/>
                <a:gd name="connsiteY0" fmla="*/ 4491752 h 4491752"/>
                <a:gd name="connsiteX1" fmla="*/ 63421 w 3188446"/>
                <a:gd name="connsiteY1" fmla="*/ 2476026 h 4491752"/>
                <a:gd name="connsiteX2" fmla="*/ 0 w 3188446"/>
                <a:gd name="connsiteY2" fmla="*/ 2246519 h 4491752"/>
                <a:gd name="connsiteX3" fmla="*/ 674862 w 3188446"/>
                <a:gd name="connsiteY3" fmla="*/ 1286 h 4491752"/>
                <a:gd name="connsiteX4" fmla="*/ 674862 w 3188446"/>
                <a:gd name="connsiteY4" fmla="*/ 0 h 4491752"/>
                <a:gd name="connsiteX5" fmla="*/ 3188446 w 3188446"/>
                <a:gd name="connsiteY5" fmla="*/ 508 h 4491752"/>
                <a:gd name="connsiteX0" fmla="*/ 674862 w 674862"/>
                <a:gd name="connsiteY0" fmla="*/ 4491752 h 4491752"/>
                <a:gd name="connsiteX1" fmla="*/ 63421 w 674862"/>
                <a:gd name="connsiteY1" fmla="*/ 2476026 h 4491752"/>
                <a:gd name="connsiteX2" fmla="*/ 0 w 674862"/>
                <a:gd name="connsiteY2" fmla="*/ 2246519 h 4491752"/>
                <a:gd name="connsiteX3" fmla="*/ 674862 w 674862"/>
                <a:gd name="connsiteY3" fmla="*/ 1286 h 4491752"/>
                <a:gd name="connsiteX4" fmla="*/ 674862 w 674862"/>
                <a:gd name="connsiteY4" fmla="*/ 0 h 4491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862" h="4491752">
                  <a:moveTo>
                    <a:pt x="674862" y="4491752"/>
                  </a:moveTo>
                  <a:lnTo>
                    <a:pt x="63421" y="2476026"/>
                  </a:lnTo>
                  <a:lnTo>
                    <a:pt x="0" y="2246519"/>
                  </a:lnTo>
                  <a:lnTo>
                    <a:pt x="674862" y="1286"/>
                  </a:lnTo>
                  <a:lnTo>
                    <a:pt x="674862" y="0"/>
                  </a:lnTo>
                </a:path>
              </a:pathLst>
            </a:custGeom>
            <a:noFill/>
            <a:ln w="19050" cap="rnd">
              <a:solidFill>
                <a:schemeClr val="accent6"/>
              </a:solidFill>
              <a:round/>
            </a:ln>
          </p:spPr>
          <p:style>
            <a:lnRef idx="0">
              <a:schemeClr val="accent1"/>
            </a:lnRef>
            <a:fillRef idx="1">
              <a:schemeClr val="accent1"/>
            </a:fillRef>
            <a:effectRef idx="0">
              <a:schemeClr val="dk1"/>
            </a:effectRef>
            <a:fontRef idx="minor">
              <a:schemeClr val="lt1"/>
            </a:fontRef>
          </p:style>
          <p:txBody>
            <a:bodyPr lIns="1044000" tIns="90000" rtlCol="0" anchor="t" anchorCtr="0"/>
            <a:lstStyle/>
            <a:p>
              <a:pPr marL="0" marR="0" lvl="0" indent="0" algn="l" defTabSz="914400" rtl="0" eaLnBrk="1" fontAlgn="auto" latinLnBrk="0" hangingPunct="1">
                <a:lnSpc>
                  <a:spcPct val="90000"/>
                </a:lnSpc>
                <a:spcBef>
                  <a:spcPts val="0"/>
                </a:spcBef>
                <a:spcAft>
                  <a:spcPts val="0"/>
                </a:spcAft>
                <a:buClrTx/>
                <a:buSzPct val="100000"/>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19" name="Freeform 7">
              <a:extLst>
                <a:ext uri="{FF2B5EF4-FFF2-40B4-BE49-F238E27FC236}">
                  <a16:creationId xmlns:a16="http://schemas.microsoft.com/office/drawing/2014/main" id="{4AF95EA7-CB78-1A0D-D2B8-0492312F5C4C}"/>
                </a:ext>
              </a:extLst>
            </p:cNvPr>
            <p:cNvSpPr>
              <a:spLocks/>
            </p:cNvSpPr>
            <p:nvPr/>
          </p:nvSpPr>
          <p:spPr bwMode="auto">
            <a:xfrm>
              <a:off x="6535604" y="2561563"/>
              <a:ext cx="426789" cy="2796263"/>
            </a:xfrm>
            <a:custGeom>
              <a:avLst/>
              <a:gdLst>
                <a:gd name="T0" fmla="*/ 512 w 512"/>
                <a:gd name="T1" fmla="*/ 3358 h 3358"/>
                <a:gd name="T2" fmla="*/ 512 w 512"/>
                <a:gd name="T3" fmla="*/ 3358 h 3358"/>
                <a:gd name="T4" fmla="*/ 0 w 512"/>
                <a:gd name="T5" fmla="*/ 1679 h 3358"/>
                <a:gd name="T6" fmla="*/ 512 w 512"/>
                <a:gd name="T7" fmla="*/ 0 h 3358"/>
              </a:gdLst>
              <a:ahLst/>
              <a:cxnLst>
                <a:cxn ang="0">
                  <a:pos x="T0" y="T1"/>
                </a:cxn>
                <a:cxn ang="0">
                  <a:pos x="T2" y="T3"/>
                </a:cxn>
                <a:cxn ang="0">
                  <a:pos x="T4" y="T5"/>
                </a:cxn>
                <a:cxn ang="0">
                  <a:pos x="T6" y="T7"/>
                </a:cxn>
              </a:cxnLst>
              <a:rect l="0" t="0" r="r" b="b"/>
              <a:pathLst>
                <a:path w="512" h="3358">
                  <a:moveTo>
                    <a:pt x="512" y="3358"/>
                  </a:moveTo>
                  <a:lnTo>
                    <a:pt x="512" y="3358"/>
                  </a:lnTo>
                  <a:lnTo>
                    <a:pt x="0" y="1679"/>
                  </a:lnTo>
                  <a:lnTo>
                    <a:pt x="512" y="0"/>
                  </a:lnTo>
                </a:path>
              </a:pathLst>
            </a:custGeom>
            <a:noFill/>
            <a:ln w="15875" cap="rnd">
              <a:solidFill>
                <a:srgbClr val="B4B4B4"/>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0" name="Freeform 7">
              <a:extLst>
                <a:ext uri="{FF2B5EF4-FFF2-40B4-BE49-F238E27FC236}">
                  <a16:creationId xmlns:a16="http://schemas.microsoft.com/office/drawing/2014/main" id="{8664EABB-25FE-E8B4-6B06-F8C296AEE72B}"/>
                </a:ext>
              </a:extLst>
            </p:cNvPr>
            <p:cNvSpPr>
              <a:spLocks/>
            </p:cNvSpPr>
            <p:nvPr/>
          </p:nvSpPr>
          <p:spPr bwMode="auto">
            <a:xfrm>
              <a:off x="6674886" y="3027606"/>
              <a:ext cx="286981" cy="1874143"/>
            </a:xfrm>
            <a:custGeom>
              <a:avLst/>
              <a:gdLst>
                <a:gd name="T0" fmla="*/ 512 w 512"/>
                <a:gd name="T1" fmla="*/ 3358 h 3358"/>
                <a:gd name="T2" fmla="*/ 512 w 512"/>
                <a:gd name="T3" fmla="*/ 3358 h 3358"/>
                <a:gd name="T4" fmla="*/ 0 w 512"/>
                <a:gd name="T5" fmla="*/ 1679 h 3358"/>
                <a:gd name="T6" fmla="*/ 512 w 512"/>
                <a:gd name="T7" fmla="*/ 0 h 3358"/>
              </a:gdLst>
              <a:ahLst/>
              <a:cxnLst>
                <a:cxn ang="0">
                  <a:pos x="T0" y="T1"/>
                </a:cxn>
                <a:cxn ang="0">
                  <a:pos x="T2" y="T3"/>
                </a:cxn>
                <a:cxn ang="0">
                  <a:pos x="T4" y="T5"/>
                </a:cxn>
                <a:cxn ang="0">
                  <a:pos x="T6" y="T7"/>
                </a:cxn>
              </a:cxnLst>
              <a:rect l="0" t="0" r="r" b="b"/>
              <a:pathLst>
                <a:path w="512" h="3358">
                  <a:moveTo>
                    <a:pt x="512" y="3358"/>
                  </a:moveTo>
                  <a:lnTo>
                    <a:pt x="512" y="3358"/>
                  </a:lnTo>
                  <a:lnTo>
                    <a:pt x="0" y="1679"/>
                  </a:lnTo>
                  <a:lnTo>
                    <a:pt x="512" y="0"/>
                  </a:lnTo>
                </a:path>
              </a:pathLst>
            </a:custGeom>
            <a:noFill/>
            <a:ln w="15875" cap="rnd">
              <a:solidFill>
                <a:srgbClr val="B4B4B4"/>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1" name="Freeform 7">
              <a:extLst>
                <a:ext uri="{FF2B5EF4-FFF2-40B4-BE49-F238E27FC236}">
                  <a16:creationId xmlns:a16="http://schemas.microsoft.com/office/drawing/2014/main" id="{859F2B64-5F92-E8A2-DE5C-BA7C9C62FCDD}"/>
                </a:ext>
              </a:extLst>
            </p:cNvPr>
            <p:cNvSpPr>
              <a:spLocks/>
            </p:cNvSpPr>
            <p:nvPr/>
          </p:nvSpPr>
          <p:spPr bwMode="auto">
            <a:xfrm>
              <a:off x="6400225" y="2106441"/>
              <a:ext cx="562168" cy="3705610"/>
            </a:xfrm>
            <a:custGeom>
              <a:avLst/>
              <a:gdLst>
                <a:gd name="T0" fmla="*/ 512 w 512"/>
                <a:gd name="T1" fmla="*/ 3358 h 3358"/>
                <a:gd name="T2" fmla="*/ 512 w 512"/>
                <a:gd name="T3" fmla="*/ 3358 h 3358"/>
                <a:gd name="T4" fmla="*/ 0 w 512"/>
                <a:gd name="T5" fmla="*/ 1679 h 3358"/>
                <a:gd name="T6" fmla="*/ 512 w 512"/>
                <a:gd name="T7" fmla="*/ 0 h 3358"/>
              </a:gdLst>
              <a:ahLst/>
              <a:cxnLst>
                <a:cxn ang="0">
                  <a:pos x="T0" y="T1"/>
                </a:cxn>
                <a:cxn ang="0">
                  <a:pos x="T2" y="T3"/>
                </a:cxn>
                <a:cxn ang="0">
                  <a:pos x="T4" y="T5"/>
                </a:cxn>
                <a:cxn ang="0">
                  <a:pos x="T6" y="T7"/>
                </a:cxn>
              </a:cxnLst>
              <a:rect l="0" t="0" r="r" b="b"/>
              <a:pathLst>
                <a:path w="512" h="3358">
                  <a:moveTo>
                    <a:pt x="512" y="3358"/>
                  </a:moveTo>
                  <a:lnTo>
                    <a:pt x="512" y="3358"/>
                  </a:lnTo>
                  <a:lnTo>
                    <a:pt x="0" y="1679"/>
                  </a:lnTo>
                  <a:lnTo>
                    <a:pt x="512" y="0"/>
                  </a:lnTo>
                </a:path>
              </a:pathLst>
            </a:custGeom>
            <a:noFill/>
            <a:ln w="15875" cap="rnd">
              <a:solidFill>
                <a:srgbClr val="B4B4B4"/>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22" name="Freeform 7">
              <a:extLst>
                <a:ext uri="{FF2B5EF4-FFF2-40B4-BE49-F238E27FC236}">
                  <a16:creationId xmlns:a16="http://schemas.microsoft.com/office/drawing/2014/main" id="{560EF4C6-2951-C107-96C7-0E3774C00C93}"/>
                </a:ext>
              </a:extLst>
            </p:cNvPr>
            <p:cNvSpPr>
              <a:spLocks/>
            </p:cNvSpPr>
            <p:nvPr/>
          </p:nvSpPr>
          <p:spPr bwMode="auto">
            <a:xfrm>
              <a:off x="6818776" y="3493650"/>
              <a:ext cx="155616" cy="941128"/>
            </a:xfrm>
            <a:custGeom>
              <a:avLst/>
              <a:gdLst>
                <a:gd name="T0" fmla="*/ 512 w 512"/>
                <a:gd name="T1" fmla="*/ 3358 h 3358"/>
                <a:gd name="T2" fmla="*/ 512 w 512"/>
                <a:gd name="T3" fmla="*/ 3358 h 3358"/>
                <a:gd name="T4" fmla="*/ 0 w 512"/>
                <a:gd name="T5" fmla="*/ 1679 h 3358"/>
                <a:gd name="T6" fmla="*/ 512 w 512"/>
                <a:gd name="T7" fmla="*/ 0 h 3358"/>
              </a:gdLst>
              <a:ahLst/>
              <a:cxnLst>
                <a:cxn ang="0">
                  <a:pos x="T0" y="T1"/>
                </a:cxn>
                <a:cxn ang="0">
                  <a:pos x="T2" y="T3"/>
                </a:cxn>
                <a:cxn ang="0">
                  <a:pos x="T4" y="T5"/>
                </a:cxn>
                <a:cxn ang="0">
                  <a:pos x="T6" y="T7"/>
                </a:cxn>
              </a:cxnLst>
              <a:rect l="0" t="0" r="r" b="b"/>
              <a:pathLst>
                <a:path w="512" h="3358">
                  <a:moveTo>
                    <a:pt x="512" y="3358"/>
                  </a:moveTo>
                  <a:lnTo>
                    <a:pt x="512" y="3358"/>
                  </a:lnTo>
                  <a:lnTo>
                    <a:pt x="0" y="1679"/>
                  </a:lnTo>
                  <a:lnTo>
                    <a:pt x="512" y="0"/>
                  </a:lnTo>
                </a:path>
              </a:pathLst>
            </a:custGeom>
            <a:noFill/>
            <a:ln w="15875" cap="rnd">
              <a:solidFill>
                <a:srgbClr val="B4B4B4"/>
              </a:solidFill>
              <a:prstDash val="sysDot"/>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26" name="Rectangle: Rounded Corners 9">
            <a:extLst>
              <a:ext uri="{FF2B5EF4-FFF2-40B4-BE49-F238E27FC236}">
                <a16:creationId xmlns:a16="http://schemas.microsoft.com/office/drawing/2014/main" id="{5C2BF708-53BC-8F77-B7F5-D29C1B8A9AAF}"/>
              </a:ext>
            </a:extLst>
          </p:cNvPr>
          <p:cNvSpPr/>
          <p:nvPr/>
        </p:nvSpPr>
        <p:spPr>
          <a:xfrm>
            <a:off x="450895" y="1613076"/>
            <a:ext cx="6286488"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الخطط الرئيسية لإدارة النفايات في المناطق</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تقييم الوضع الراهن وتحديد خط الأساس للبنية التحتية لقطاع النفايات ووضع خطط لتطوير أنظمة المناطق</a:t>
            </a:r>
          </a:p>
        </p:txBody>
      </p:sp>
      <p:sp>
        <p:nvSpPr>
          <p:cNvPr id="64" name="Oval 63">
            <a:extLst>
              <a:ext uri="{FF2B5EF4-FFF2-40B4-BE49-F238E27FC236}">
                <a16:creationId xmlns:a16="http://schemas.microsoft.com/office/drawing/2014/main" id="{51E58E67-6605-286E-5C92-270D8AACCA18}"/>
              </a:ext>
            </a:extLst>
          </p:cNvPr>
          <p:cNvSpPr/>
          <p:nvPr/>
        </p:nvSpPr>
        <p:spPr>
          <a:xfrm>
            <a:off x="7093444" y="2584721"/>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65" name="Oval 64">
            <a:extLst>
              <a:ext uri="{FF2B5EF4-FFF2-40B4-BE49-F238E27FC236}">
                <a16:creationId xmlns:a16="http://schemas.microsoft.com/office/drawing/2014/main" id="{610866C0-03E1-001D-259C-97034C5C2A35}"/>
              </a:ext>
            </a:extLst>
          </p:cNvPr>
          <p:cNvSpPr/>
          <p:nvPr/>
        </p:nvSpPr>
        <p:spPr>
          <a:xfrm>
            <a:off x="7093444" y="2094633"/>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66" name="Oval 65">
            <a:extLst>
              <a:ext uri="{FF2B5EF4-FFF2-40B4-BE49-F238E27FC236}">
                <a16:creationId xmlns:a16="http://schemas.microsoft.com/office/drawing/2014/main" id="{87D035C7-907C-25C7-D84F-845767AA3452}"/>
              </a:ext>
            </a:extLst>
          </p:cNvPr>
          <p:cNvSpPr/>
          <p:nvPr/>
        </p:nvSpPr>
        <p:spPr>
          <a:xfrm>
            <a:off x="7093444" y="3564897"/>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67" name="Oval 66">
            <a:extLst>
              <a:ext uri="{FF2B5EF4-FFF2-40B4-BE49-F238E27FC236}">
                <a16:creationId xmlns:a16="http://schemas.microsoft.com/office/drawing/2014/main" id="{A22AF02A-53E5-C7CC-A7B0-B4DD0FD137CF}"/>
              </a:ext>
            </a:extLst>
          </p:cNvPr>
          <p:cNvSpPr/>
          <p:nvPr/>
        </p:nvSpPr>
        <p:spPr>
          <a:xfrm>
            <a:off x="7093444" y="3074809"/>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68" name="Oval 67">
            <a:extLst>
              <a:ext uri="{FF2B5EF4-FFF2-40B4-BE49-F238E27FC236}">
                <a16:creationId xmlns:a16="http://schemas.microsoft.com/office/drawing/2014/main" id="{A6D4D4B5-9E72-4C70-8F33-8D0B5DE78253}"/>
              </a:ext>
            </a:extLst>
          </p:cNvPr>
          <p:cNvSpPr/>
          <p:nvPr/>
        </p:nvSpPr>
        <p:spPr>
          <a:xfrm>
            <a:off x="7093444" y="4545073"/>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69" name="Oval 68">
            <a:extLst>
              <a:ext uri="{FF2B5EF4-FFF2-40B4-BE49-F238E27FC236}">
                <a16:creationId xmlns:a16="http://schemas.microsoft.com/office/drawing/2014/main" id="{5ADEA9E7-89DD-E0E0-29B4-6D7531C8C151}"/>
              </a:ext>
            </a:extLst>
          </p:cNvPr>
          <p:cNvSpPr/>
          <p:nvPr/>
        </p:nvSpPr>
        <p:spPr>
          <a:xfrm>
            <a:off x="7093444" y="4054985"/>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70" name="Oval 69">
            <a:extLst>
              <a:ext uri="{FF2B5EF4-FFF2-40B4-BE49-F238E27FC236}">
                <a16:creationId xmlns:a16="http://schemas.microsoft.com/office/drawing/2014/main" id="{F93B6F8F-44AE-BBEB-9B92-748E5D033494}"/>
              </a:ext>
            </a:extLst>
          </p:cNvPr>
          <p:cNvSpPr/>
          <p:nvPr/>
        </p:nvSpPr>
        <p:spPr>
          <a:xfrm>
            <a:off x="7093444" y="5525249"/>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71" name="Oval 70">
            <a:extLst>
              <a:ext uri="{FF2B5EF4-FFF2-40B4-BE49-F238E27FC236}">
                <a16:creationId xmlns:a16="http://schemas.microsoft.com/office/drawing/2014/main" id="{7F0D10A2-897E-7C0C-38FC-BB20480FBF5D}"/>
              </a:ext>
            </a:extLst>
          </p:cNvPr>
          <p:cNvSpPr/>
          <p:nvPr/>
        </p:nvSpPr>
        <p:spPr>
          <a:xfrm>
            <a:off x="7093444" y="5035161"/>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sp>
        <p:nvSpPr>
          <p:cNvPr id="73" name="Oval 72">
            <a:extLst>
              <a:ext uri="{FF2B5EF4-FFF2-40B4-BE49-F238E27FC236}">
                <a16:creationId xmlns:a16="http://schemas.microsoft.com/office/drawing/2014/main" id="{7CB53704-C97C-9A67-F70B-3943177091CD}"/>
              </a:ext>
            </a:extLst>
          </p:cNvPr>
          <p:cNvSpPr/>
          <p:nvPr/>
        </p:nvSpPr>
        <p:spPr>
          <a:xfrm>
            <a:off x="7093444" y="6015335"/>
            <a:ext cx="112790" cy="112707"/>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FFFFFF"/>
              </a:solidFill>
              <a:effectLst/>
              <a:uLnTx/>
              <a:uFillTx/>
              <a:latin typeface="Arial"/>
              <a:ea typeface="+mn-ea"/>
              <a:cs typeface="+mn-cs"/>
            </a:endParaRPr>
          </a:p>
        </p:txBody>
      </p:sp>
      <p:grpSp>
        <p:nvGrpSpPr>
          <p:cNvPr id="74" name="Group 73">
            <a:extLst>
              <a:ext uri="{FF2B5EF4-FFF2-40B4-BE49-F238E27FC236}">
                <a16:creationId xmlns:a16="http://schemas.microsoft.com/office/drawing/2014/main" id="{C31C1F78-57C0-BB82-B30B-CC3064D00664}"/>
              </a:ext>
            </a:extLst>
          </p:cNvPr>
          <p:cNvGrpSpPr/>
          <p:nvPr/>
        </p:nvGrpSpPr>
        <p:grpSpPr>
          <a:xfrm>
            <a:off x="491011" y="2141191"/>
            <a:ext cx="6581425" cy="3956383"/>
            <a:chOff x="908304" y="2440462"/>
            <a:chExt cx="4930659" cy="3407664"/>
          </a:xfrm>
        </p:grpSpPr>
        <p:cxnSp>
          <p:nvCxnSpPr>
            <p:cNvPr id="75" name="Straight Connector 74">
              <a:extLst>
                <a:ext uri="{FF2B5EF4-FFF2-40B4-BE49-F238E27FC236}">
                  <a16:creationId xmlns:a16="http://schemas.microsoft.com/office/drawing/2014/main" id="{1C9E29D1-BD73-575D-C107-E6059C484AC3}"/>
                </a:ext>
              </a:extLst>
            </p:cNvPr>
            <p:cNvCxnSpPr/>
            <p:nvPr/>
          </p:nvCxnSpPr>
          <p:spPr>
            <a:xfrm>
              <a:off x="908304" y="2866420"/>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76" name="Straight Connector 75">
              <a:extLst>
                <a:ext uri="{FF2B5EF4-FFF2-40B4-BE49-F238E27FC236}">
                  <a16:creationId xmlns:a16="http://schemas.microsoft.com/office/drawing/2014/main" id="{190AE199-94A4-3C43-F5F3-36A666EDB315}"/>
                </a:ext>
              </a:extLst>
            </p:cNvPr>
            <p:cNvCxnSpPr/>
            <p:nvPr/>
          </p:nvCxnSpPr>
          <p:spPr>
            <a:xfrm>
              <a:off x="908304" y="2440462"/>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77" name="Straight Connector 76">
              <a:extLst>
                <a:ext uri="{FF2B5EF4-FFF2-40B4-BE49-F238E27FC236}">
                  <a16:creationId xmlns:a16="http://schemas.microsoft.com/office/drawing/2014/main" id="{A49BC2E4-5646-6F48-82AB-B6C50CA130AF}"/>
                </a:ext>
              </a:extLst>
            </p:cNvPr>
            <p:cNvCxnSpPr/>
            <p:nvPr/>
          </p:nvCxnSpPr>
          <p:spPr>
            <a:xfrm>
              <a:off x="908304" y="3718336"/>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78" name="Straight Connector 77">
              <a:extLst>
                <a:ext uri="{FF2B5EF4-FFF2-40B4-BE49-F238E27FC236}">
                  <a16:creationId xmlns:a16="http://schemas.microsoft.com/office/drawing/2014/main" id="{C09EBF46-3878-7436-22F8-6BF900690925}"/>
                </a:ext>
              </a:extLst>
            </p:cNvPr>
            <p:cNvCxnSpPr/>
            <p:nvPr/>
          </p:nvCxnSpPr>
          <p:spPr>
            <a:xfrm>
              <a:off x="908304" y="3292378"/>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79" name="Straight Connector 78">
              <a:extLst>
                <a:ext uri="{FF2B5EF4-FFF2-40B4-BE49-F238E27FC236}">
                  <a16:creationId xmlns:a16="http://schemas.microsoft.com/office/drawing/2014/main" id="{638CF5DA-754A-5842-2F74-8ADB2D3EF3A1}"/>
                </a:ext>
              </a:extLst>
            </p:cNvPr>
            <p:cNvCxnSpPr/>
            <p:nvPr/>
          </p:nvCxnSpPr>
          <p:spPr>
            <a:xfrm>
              <a:off x="908304" y="4570252"/>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80" name="Straight Connector 79">
              <a:extLst>
                <a:ext uri="{FF2B5EF4-FFF2-40B4-BE49-F238E27FC236}">
                  <a16:creationId xmlns:a16="http://schemas.microsoft.com/office/drawing/2014/main" id="{30D393B6-F840-C10A-5211-F15ECA81EC1A}"/>
                </a:ext>
              </a:extLst>
            </p:cNvPr>
            <p:cNvCxnSpPr/>
            <p:nvPr/>
          </p:nvCxnSpPr>
          <p:spPr>
            <a:xfrm>
              <a:off x="908304" y="4144294"/>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81" name="Straight Connector 80">
              <a:extLst>
                <a:ext uri="{FF2B5EF4-FFF2-40B4-BE49-F238E27FC236}">
                  <a16:creationId xmlns:a16="http://schemas.microsoft.com/office/drawing/2014/main" id="{6D8DBABA-3205-9C3B-9709-AEF8E4B9FED9}"/>
                </a:ext>
              </a:extLst>
            </p:cNvPr>
            <p:cNvCxnSpPr/>
            <p:nvPr/>
          </p:nvCxnSpPr>
          <p:spPr>
            <a:xfrm>
              <a:off x="908304" y="5422168"/>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82" name="Straight Connector 81">
              <a:extLst>
                <a:ext uri="{FF2B5EF4-FFF2-40B4-BE49-F238E27FC236}">
                  <a16:creationId xmlns:a16="http://schemas.microsoft.com/office/drawing/2014/main" id="{17D31321-08B7-4686-F104-CE1EC83259A1}"/>
                </a:ext>
              </a:extLst>
            </p:cNvPr>
            <p:cNvCxnSpPr/>
            <p:nvPr/>
          </p:nvCxnSpPr>
          <p:spPr>
            <a:xfrm>
              <a:off x="908304" y="4996210"/>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cxnSp>
          <p:nvCxnSpPr>
            <p:cNvPr id="83" name="Straight Connector 82">
              <a:extLst>
                <a:ext uri="{FF2B5EF4-FFF2-40B4-BE49-F238E27FC236}">
                  <a16:creationId xmlns:a16="http://schemas.microsoft.com/office/drawing/2014/main" id="{C5BADF61-0FC8-5E8E-A726-04C1A2D31C40}"/>
                </a:ext>
              </a:extLst>
            </p:cNvPr>
            <p:cNvCxnSpPr/>
            <p:nvPr/>
          </p:nvCxnSpPr>
          <p:spPr>
            <a:xfrm>
              <a:off x="908304" y="5848126"/>
              <a:ext cx="4930659" cy="0"/>
            </a:xfrm>
            <a:prstGeom prst="line">
              <a:avLst/>
            </a:prstGeom>
            <a:ln w="12700" cap="rnd">
              <a:prstDash val="sysDot"/>
            </a:ln>
          </p:spPr>
          <p:style>
            <a:lnRef idx="1">
              <a:schemeClr val="accent1"/>
            </a:lnRef>
            <a:fillRef idx="0">
              <a:schemeClr val="accent1"/>
            </a:fillRef>
            <a:effectRef idx="0">
              <a:schemeClr val="dk1"/>
            </a:effectRef>
            <a:fontRef idx="minor">
              <a:schemeClr val="lt1"/>
            </a:fontRef>
          </p:style>
        </p:cxnSp>
      </p:grpSp>
      <p:sp>
        <p:nvSpPr>
          <p:cNvPr id="86" name="Rectangle: Rounded Corners 9">
            <a:extLst>
              <a:ext uri="{FF2B5EF4-FFF2-40B4-BE49-F238E27FC236}">
                <a16:creationId xmlns:a16="http://schemas.microsoft.com/office/drawing/2014/main" id="{5A8DB310-D544-526D-AD97-CBB15D0F6CCB}"/>
              </a:ext>
            </a:extLst>
          </p:cNvPr>
          <p:cNvSpPr/>
          <p:nvPr/>
        </p:nvSpPr>
        <p:spPr>
          <a:xfrm>
            <a:off x="450895" y="2105067"/>
            <a:ext cx="6286488"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تحول القطاع غير الرسمي في منظومة إدارة النفايات</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تقييم الوضع الراهن وتحديد خط الأساس لتمكين تحول القطاع غير الرسمي في أعمال وأنشطة إدارة النفايات في المملكة من خلال اعتماد جملة من التدخلات وفقًا لأفضل الممارسات العالمية</a:t>
            </a:r>
          </a:p>
        </p:txBody>
      </p:sp>
      <p:sp>
        <p:nvSpPr>
          <p:cNvPr id="87" name="Rectangle: Rounded Corners 9">
            <a:extLst>
              <a:ext uri="{FF2B5EF4-FFF2-40B4-BE49-F238E27FC236}">
                <a16:creationId xmlns:a16="http://schemas.microsoft.com/office/drawing/2014/main" id="{9DF992F4-F5F4-52B2-4DE3-C25A7E0D632B}"/>
              </a:ext>
            </a:extLst>
          </p:cNvPr>
          <p:cNvSpPr/>
          <p:nvPr/>
        </p:nvSpPr>
        <p:spPr>
          <a:xfrm>
            <a:off x="450894" y="2597057"/>
            <a:ext cx="6456535"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التكامل الصناعي</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تقييم إمكانية إعادة استخدام النفايات الصناعية لتعظيم المكاسب البيئية والاقتصادية</a:t>
            </a:r>
          </a:p>
        </p:txBody>
      </p:sp>
      <p:sp>
        <p:nvSpPr>
          <p:cNvPr id="89" name="Rectangle: Rounded Corners 9">
            <a:extLst>
              <a:ext uri="{FF2B5EF4-FFF2-40B4-BE49-F238E27FC236}">
                <a16:creationId xmlns:a16="http://schemas.microsoft.com/office/drawing/2014/main" id="{6FB9F014-1D9C-9F69-DB34-19B9BAA2BD53}"/>
              </a:ext>
            </a:extLst>
          </p:cNvPr>
          <p:cNvSpPr/>
          <p:nvPr/>
        </p:nvSpPr>
        <p:spPr>
          <a:xfrm>
            <a:off x="450894" y="3089048"/>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استيراد وتصدير النفايات</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إقرار اللوائح التنظيمية التي تنظم تداول النفايات وتصميم آليات الاستيراد والتصدير لخدمة السوق المحلي</a:t>
            </a:r>
          </a:p>
        </p:txBody>
      </p:sp>
      <p:sp>
        <p:nvSpPr>
          <p:cNvPr id="90" name="Rectangle: Rounded Corners 9">
            <a:extLst>
              <a:ext uri="{FF2B5EF4-FFF2-40B4-BE49-F238E27FC236}">
                <a16:creationId xmlns:a16="http://schemas.microsoft.com/office/drawing/2014/main" id="{9376358A-19C3-3FBA-CA85-C60D51017DFC}"/>
              </a:ext>
            </a:extLst>
          </p:cNvPr>
          <p:cNvSpPr/>
          <p:nvPr/>
        </p:nvSpPr>
        <p:spPr>
          <a:xfrm>
            <a:off x="450894" y="3581038"/>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نظام السجل الإلكتروني لإدارة النفايات</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تصميم نظام إلكتروني لتتبع إنتاج ونقل ومعالجة النفايات</a:t>
            </a:r>
          </a:p>
        </p:txBody>
      </p:sp>
      <p:sp>
        <p:nvSpPr>
          <p:cNvPr id="91" name="Rectangle: Rounded Corners 9">
            <a:extLst>
              <a:ext uri="{FF2B5EF4-FFF2-40B4-BE49-F238E27FC236}">
                <a16:creationId xmlns:a16="http://schemas.microsoft.com/office/drawing/2014/main" id="{BF6BD45A-C75C-6ABA-E899-96B941950042}"/>
              </a:ext>
            </a:extLst>
          </p:cNvPr>
          <p:cNvSpPr/>
          <p:nvPr/>
        </p:nvSpPr>
        <p:spPr>
          <a:xfrm>
            <a:off x="450894" y="4073029"/>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اللوائح التنظيمية والمبادئ التوجيهية</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وضع اللوائح والمعايير التي تنظم العمليات وتعاقب التجاوزات</a:t>
            </a:r>
          </a:p>
        </p:txBody>
      </p:sp>
      <p:sp>
        <p:nvSpPr>
          <p:cNvPr id="92" name="Rectangle: Rounded Corners 9">
            <a:extLst>
              <a:ext uri="{FF2B5EF4-FFF2-40B4-BE49-F238E27FC236}">
                <a16:creationId xmlns:a16="http://schemas.microsoft.com/office/drawing/2014/main" id="{715C8CFB-F287-7DEF-A52E-ED6DB481788A}"/>
              </a:ext>
            </a:extLst>
          </p:cNvPr>
          <p:cNvSpPr/>
          <p:nvPr/>
        </p:nvSpPr>
        <p:spPr>
          <a:xfrm>
            <a:off x="450894" y="4565019"/>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برنامج مسؤولية المنتج الممتدة</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وضع خطة لبرنامج مسؤولية المنتج الممتدة وتعميمها على شركات التصنيع والانتاج لتحفيز أنشطة إعادة التدوير والحد من النفايات</a:t>
            </a:r>
          </a:p>
        </p:txBody>
      </p:sp>
      <p:sp>
        <p:nvSpPr>
          <p:cNvPr id="93" name="Rectangle: Rounded Corners 9">
            <a:extLst>
              <a:ext uri="{FF2B5EF4-FFF2-40B4-BE49-F238E27FC236}">
                <a16:creationId xmlns:a16="http://schemas.microsoft.com/office/drawing/2014/main" id="{CB30B8BB-3225-5E2A-FE2B-E7FF08A60E60}"/>
              </a:ext>
            </a:extLst>
          </p:cNvPr>
          <p:cNvSpPr/>
          <p:nvPr/>
        </p:nvSpPr>
        <p:spPr>
          <a:xfrm>
            <a:off x="450894" y="5057010"/>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المنصة الوطنية لإدارة النفايات</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إنشاء منصة وطنية لمراقبة العمليات والعقود، بالإضافة إلى العديد من الخدمات الأخرى الخاصة بالقطاع</a:t>
            </a:r>
          </a:p>
        </p:txBody>
      </p:sp>
      <p:sp>
        <p:nvSpPr>
          <p:cNvPr id="94" name="Rectangle: Rounded Corners 9">
            <a:extLst>
              <a:ext uri="{FF2B5EF4-FFF2-40B4-BE49-F238E27FC236}">
                <a16:creationId xmlns:a16="http://schemas.microsoft.com/office/drawing/2014/main" id="{362CA945-5FEF-525A-585A-7AC4194B2A1D}"/>
              </a:ext>
            </a:extLst>
          </p:cNvPr>
          <p:cNvSpPr/>
          <p:nvPr/>
        </p:nvSpPr>
        <p:spPr>
          <a:xfrm>
            <a:off x="450894" y="5548998"/>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استراتيجية المركز الوطني لإدارة النفايات</a:t>
            </a:r>
          </a:p>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200" strike="noStrike" kern="1200" cap="none" spc="0" normalizeH="0" noProof="0" dirty="0">
                <a:ln>
                  <a:noFill/>
                </a:ln>
                <a:solidFill>
                  <a:srgbClr val="000000"/>
                </a:solidFill>
                <a:effectLst/>
                <a:uLnTx/>
                <a:uFillTx/>
                <a:latin typeface="Arial"/>
                <a:ea typeface="+mn-ea"/>
                <a:cs typeface="+mn-cs"/>
              </a:rPr>
              <a:t>تعزيز البنية المؤسسية للمركز الوطني لإدارة النفايات وتصميم استراتيجيته المؤسسية لتحقيق أهداف القطاع المحددة</a:t>
            </a:r>
          </a:p>
        </p:txBody>
      </p:sp>
      <p:sp>
        <p:nvSpPr>
          <p:cNvPr id="95" name="Rectangle: Rounded Corners 9">
            <a:extLst>
              <a:ext uri="{FF2B5EF4-FFF2-40B4-BE49-F238E27FC236}">
                <a16:creationId xmlns:a16="http://schemas.microsoft.com/office/drawing/2014/main" id="{9274F2FF-F628-1976-0880-0401F2ADE45E}"/>
              </a:ext>
            </a:extLst>
          </p:cNvPr>
          <p:cNvSpPr/>
          <p:nvPr/>
        </p:nvSpPr>
        <p:spPr>
          <a:xfrm>
            <a:off x="503872" y="5948710"/>
            <a:ext cx="6661573" cy="548577"/>
          </a:xfrm>
          <a:prstGeom prst="rect">
            <a:avLst/>
          </a:prstGeom>
          <a:noFill/>
          <a:ln>
            <a:noFill/>
          </a:ln>
          <a:effectLst/>
        </p:spPr>
        <p:style>
          <a:lnRef idx="0">
            <a:schemeClr val="accent1"/>
          </a:lnRef>
          <a:fillRef idx="1">
            <a:schemeClr val="accent1"/>
          </a:fillRef>
          <a:effectRef idx="0">
            <a:schemeClr val="dk1"/>
          </a:effectRef>
          <a:fontRef idx="minor">
            <a:schemeClr val="lt1"/>
          </a:fontRef>
        </p:style>
        <p:txBody>
          <a:bodyPr lIns="72000" rIns="0" rtlCol="0" anchor="ctr"/>
          <a:lstStyle/>
          <a:p>
            <a:pPr marL="0" marR="0" lvl="0" indent="0" algn="r" defTabSz="914400" rtl="1" eaLnBrk="1" fontAlgn="auto" latinLnBrk="0" hangingPunct="1">
              <a:lnSpc>
                <a:spcPct val="100000"/>
              </a:lnSpc>
              <a:spcBef>
                <a:spcPts val="0"/>
              </a:spcBef>
              <a:spcAft>
                <a:spcPts val="200"/>
              </a:spcAft>
              <a:buClrTx/>
              <a:buSzTx/>
              <a:buFontTx/>
              <a:buNone/>
              <a:tabLst/>
              <a:defRPr/>
            </a:pPr>
            <a:r>
              <a:rPr kumimoji="0" lang="ar-SA" sz="1600" b="1" strike="noStrike" kern="1200" cap="none" spc="0" normalizeH="0" noProof="0" dirty="0">
                <a:ln>
                  <a:noFill/>
                </a:ln>
                <a:solidFill>
                  <a:srgbClr val="000000"/>
                </a:solidFill>
                <a:effectLst/>
                <a:uLnTx/>
                <a:uFillTx/>
                <a:latin typeface="Arial"/>
                <a:ea typeface="+mn-ea"/>
                <a:cs typeface="+mn-cs"/>
              </a:rPr>
              <a:t>…</a:t>
            </a:r>
          </a:p>
        </p:txBody>
      </p:sp>
      <p:sp>
        <p:nvSpPr>
          <p:cNvPr id="182" name="Subtitle 2">
            <a:extLst>
              <a:ext uri="{FF2B5EF4-FFF2-40B4-BE49-F238E27FC236}">
                <a16:creationId xmlns:a16="http://schemas.microsoft.com/office/drawing/2014/main" id="{746751FB-0011-04A8-E9CF-64F31549F962}"/>
              </a:ext>
            </a:extLst>
          </p:cNvPr>
          <p:cNvSpPr txBox="1">
            <a:spLocks/>
          </p:cNvSpPr>
          <p:nvPr/>
        </p:nvSpPr>
        <p:spPr>
          <a:xfrm>
            <a:off x="7694835" y="1276212"/>
            <a:ext cx="4389120" cy="32017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1pPr>
            <a:lvl2pPr marL="914400" marR="0" lvl="1"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2pPr>
            <a:lvl3pPr marL="1371600" marR="0" lvl="2"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3pPr>
            <a:lvl4pPr marL="1828800" marR="0" lvl="3"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4pPr>
            <a:lvl5pPr marL="2286000" marR="0" lvl="4" indent="-330200" algn="l" rtl="0">
              <a:lnSpc>
                <a:spcPct val="100000"/>
              </a:lnSpc>
              <a:spcBef>
                <a:spcPts val="0"/>
              </a:spcBef>
              <a:spcAft>
                <a:spcPts val="0"/>
              </a:spcAft>
              <a:buClr>
                <a:schemeClr val="dk2"/>
              </a:buClr>
              <a:buSzPts val="1800"/>
              <a:buFont typeface="Georgia"/>
              <a:buNone/>
              <a:defRPr sz="1800" b="1" i="0" u="none" strike="noStrike" cap="none">
                <a:solidFill>
                  <a:schemeClr val="dk2"/>
                </a:solidFill>
                <a:latin typeface="Arial"/>
                <a:ea typeface="Arial"/>
                <a:cs typeface="Arial"/>
                <a:sym typeface="Arial"/>
              </a:defRPr>
            </a:lvl5pPr>
            <a:lvl6pPr marL="2743200" marR="0" lvl="5"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6pPr>
            <a:lvl7pPr marL="3200400" marR="0" lvl="6"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7pPr>
            <a:lvl8pPr marL="3657600" marR="0" lvl="7"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8pPr>
            <a:lvl9pPr marL="4114800" marR="0" lvl="8" indent="-330200" algn="l" rtl="0">
              <a:lnSpc>
                <a:spcPct val="100000"/>
              </a:lnSpc>
              <a:spcBef>
                <a:spcPts val="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A32020"/>
              </a:buClr>
              <a:buSzPts val="1800"/>
              <a:buFont typeface="Arial"/>
              <a:buNone/>
              <a:tabLst/>
              <a:defRPr/>
            </a:pPr>
            <a:r>
              <a:rPr kumimoji="0" lang="ar-SA" sz="1800" b="1" strike="noStrike" kern="0" cap="none" spc="0" normalizeH="0" noProof="0" dirty="0">
                <a:ln>
                  <a:noFill/>
                </a:ln>
                <a:solidFill>
                  <a:srgbClr val="A32020"/>
                </a:solidFill>
                <a:effectLst/>
                <a:uLnTx/>
                <a:uFillTx/>
                <a:latin typeface="Arial"/>
                <a:cs typeface="Arial"/>
                <a:sym typeface="Arial"/>
              </a:rPr>
              <a:t>تحديات التنفيذ التي يتوجب التعامل معها</a:t>
            </a:r>
          </a:p>
        </p:txBody>
      </p:sp>
      <p:sp>
        <p:nvSpPr>
          <p:cNvPr id="178" name="Rectangle 177">
            <a:extLst>
              <a:ext uri="{FF2B5EF4-FFF2-40B4-BE49-F238E27FC236}">
                <a16:creationId xmlns:a16="http://schemas.microsoft.com/office/drawing/2014/main" id="{5501F282-9C6F-9B8A-FF62-839CF625EA40}"/>
              </a:ext>
            </a:extLst>
          </p:cNvPr>
          <p:cNvSpPr/>
          <p:nvPr/>
        </p:nvSpPr>
        <p:spPr>
          <a:xfrm>
            <a:off x="8063148" y="1861765"/>
            <a:ext cx="4087874"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الانحرافات عن الخطة وعدم توافق بيانات القطاع ونتائج المشاريع</a:t>
            </a:r>
          </a:p>
        </p:txBody>
      </p:sp>
      <p:sp>
        <p:nvSpPr>
          <p:cNvPr id="183" name="Rectangle 182">
            <a:extLst>
              <a:ext uri="{FF2B5EF4-FFF2-40B4-BE49-F238E27FC236}">
                <a16:creationId xmlns:a16="http://schemas.microsoft.com/office/drawing/2014/main" id="{07FF9EFE-C03E-1BD0-5D49-DE68301582B4}"/>
              </a:ext>
            </a:extLst>
          </p:cNvPr>
          <p:cNvSpPr/>
          <p:nvPr/>
        </p:nvSpPr>
        <p:spPr>
          <a:xfrm>
            <a:off x="8063148" y="3522519"/>
            <a:ext cx="4087874"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الحاجة إلى مبادرات مفصلة قابلة للتنفيذ لدفع تنفيذ المشاريع التي تم إقرارها</a:t>
            </a:r>
          </a:p>
        </p:txBody>
      </p:sp>
      <p:sp>
        <p:nvSpPr>
          <p:cNvPr id="184" name="Rectangle 183">
            <a:extLst>
              <a:ext uri="{FF2B5EF4-FFF2-40B4-BE49-F238E27FC236}">
                <a16:creationId xmlns:a16="http://schemas.microsoft.com/office/drawing/2014/main" id="{E7D77453-6E1A-A30D-85FB-C50FD3EFB0E5}"/>
              </a:ext>
            </a:extLst>
          </p:cNvPr>
          <p:cNvSpPr/>
          <p:nvPr/>
        </p:nvSpPr>
        <p:spPr>
          <a:xfrm>
            <a:off x="8063148" y="2692142"/>
            <a:ext cx="4087874"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محدودية الالتزام بالجداول الزمنية المقررة للتنفيذ والنتائج المترتبة على ذلك</a:t>
            </a:r>
          </a:p>
        </p:txBody>
      </p:sp>
      <p:sp>
        <p:nvSpPr>
          <p:cNvPr id="185" name="Rectangle 184">
            <a:extLst>
              <a:ext uri="{FF2B5EF4-FFF2-40B4-BE49-F238E27FC236}">
                <a16:creationId xmlns:a16="http://schemas.microsoft.com/office/drawing/2014/main" id="{62ACEF5A-E672-D347-BB93-036E4C2557F5}"/>
              </a:ext>
            </a:extLst>
          </p:cNvPr>
          <p:cNvSpPr/>
          <p:nvPr/>
        </p:nvSpPr>
        <p:spPr>
          <a:xfrm>
            <a:off x="8073103" y="4352896"/>
            <a:ext cx="4252567"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تدني مستوى الاهتمام بالبنية التحتية والعمليات التشغيلية والجوانب السياسية</a:t>
            </a:r>
          </a:p>
        </p:txBody>
      </p:sp>
      <p:sp>
        <p:nvSpPr>
          <p:cNvPr id="188" name="Rectangle 187">
            <a:extLst>
              <a:ext uri="{FF2B5EF4-FFF2-40B4-BE49-F238E27FC236}">
                <a16:creationId xmlns:a16="http://schemas.microsoft.com/office/drawing/2014/main" id="{A0528D87-8676-1F7D-96FF-E31FD04AF51F}"/>
              </a:ext>
            </a:extLst>
          </p:cNvPr>
          <p:cNvSpPr/>
          <p:nvPr/>
        </p:nvSpPr>
        <p:spPr>
          <a:xfrm>
            <a:off x="8063148" y="5183272"/>
            <a:ext cx="4087874"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عدم وجود منظومة حوكمة واضحة ومحددة لتوجيه عمليات التنفيذ وإعداد التقارير عن التقدم المحرز</a:t>
            </a:r>
          </a:p>
        </p:txBody>
      </p:sp>
      <p:sp>
        <p:nvSpPr>
          <p:cNvPr id="158721" name="Rectangle 158720">
            <a:extLst>
              <a:ext uri="{FF2B5EF4-FFF2-40B4-BE49-F238E27FC236}">
                <a16:creationId xmlns:a16="http://schemas.microsoft.com/office/drawing/2014/main" id="{BCAE1165-CD17-383B-EC87-237C727D8FB9}"/>
              </a:ext>
            </a:extLst>
          </p:cNvPr>
          <p:cNvSpPr/>
          <p:nvPr/>
        </p:nvSpPr>
        <p:spPr>
          <a:xfrm>
            <a:off x="8066408" y="5836152"/>
            <a:ext cx="4334986" cy="703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274320" rIns="0" rtlCol="0" anchor="ctr"/>
          <a:lstStyle/>
          <a:p>
            <a:pPr marL="0" marR="0" lvl="0" indent="0" algn="r" defTabSz="914400" rtl="1" eaLnBrk="1" fontAlgn="auto" latinLnBrk="0" hangingPunct="1">
              <a:lnSpc>
                <a:spcPct val="90000"/>
              </a:lnSpc>
              <a:spcBef>
                <a:spcPts val="0"/>
              </a:spcBef>
              <a:spcAft>
                <a:spcPts val="0"/>
              </a:spcAft>
              <a:buClrTx/>
              <a:buSzPct val="100000"/>
              <a:buFontTx/>
              <a:buNone/>
              <a:tabLst/>
              <a:defRPr/>
            </a:pPr>
            <a:r>
              <a:rPr kumimoji="0" lang="ar-SA" sz="1800" b="1" strike="noStrike" kern="1200" cap="none" spc="0" normalizeH="0" noProof="0" dirty="0">
                <a:ln>
                  <a:noFill/>
                </a:ln>
                <a:solidFill>
                  <a:srgbClr val="000000"/>
                </a:solidFill>
                <a:effectLst/>
                <a:uLnTx/>
                <a:uFillTx/>
                <a:latin typeface="Arial"/>
                <a:ea typeface="+mn-ea"/>
                <a:cs typeface="+mn-cs"/>
              </a:rPr>
              <a:t>…</a:t>
            </a:r>
          </a:p>
        </p:txBody>
      </p:sp>
      <p:sp>
        <p:nvSpPr>
          <p:cNvPr id="6" name="Freeform 117">
            <a:extLst>
              <a:ext uri="{FF2B5EF4-FFF2-40B4-BE49-F238E27FC236}">
                <a16:creationId xmlns:a16="http://schemas.microsoft.com/office/drawing/2014/main" id="{48C1EEB5-4C26-D131-ED4D-CF0440754A42}"/>
              </a:ext>
            </a:extLst>
          </p:cNvPr>
          <p:cNvSpPr>
            <a:spLocks noEditPoints="1"/>
          </p:cNvSpPr>
          <p:nvPr/>
        </p:nvSpPr>
        <p:spPr bwMode="auto">
          <a:xfrm>
            <a:off x="7746379" y="1982849"/>
            <a:ext cx="447877" cy="463577"/>
          </a:xfrm>
          <a:custGeom>
            <a:avLst/>
            <a:gdLst>
              <a:gd name="T0" fmla="*/ 0 w 1923"/>
              <a:gd name="T1" fmla="*/ 961 h 1923"/>
              <a:gd name="T2" fmla="*/ 962 w 1923"/>
              <a:gd name="T3" fmla="*/ 1923 h 1923"/>
              <a:gd name="T4" fmla="*/ 1083 w 1923"/>
              <a:gd name="T5" fmla="*/ 941 h 1923"/>
              <a:gd name="T6" fmla="*/ 879 w 1923"/>
              <a:gd name="T7" fmla="*/ 961 h 1923"/>
              <a:gd name="T8" fmla="*/ 1044 w 1923"/>
              <a:gd name="T9" fmla="*/ 961 h 1923"/>
              <a:gd name="T10" fmla="*/ 841 w 1923"/>
              <a:gd name="T11" fmla="*/ 941 h 1923"/>
              <a:gd name="T12" fmla="*/ 866 w 1923"/>
              <a:gd name="T13" fmla="*/ 1036 h 1923"/>
              <a:gd name="T14" fmla="*/ 895 w 1923"/>
              <a:gd name="T15" fmla="*/ 1064 h 1923"/>
              <a:gd name="T16" fmla="*/ 982 w 1923"/>
              <a:gd name="T17" fmla="*/ 1082 h 1923"/>
              <a:gd name="T18" fmla="*/ 1033 w 1923"/>
              <a:gd name="T19" fmla="*/ 697 h 1923"/>
              <a:gd name="T20" fmla="*/ 999 w 1923"/>
              <a:gd name="T21" fmla="*/ 683 h 1923"/>
              <a:gd name="T22" fmla="*/ 1217 w 1923"/>
              <a:gd name="T23" fmla="*/ 847 h 1923"/>
              <a:gd name="T24" fmla="*/ 1087 w 1923"/>
              <a:gd name="T25" fmla="*/ 732 h 1923"/>
              <a:gd name="T26" fmla="*/ 1149 w 1923"/>
              <a:gd name="T27" fmla="*/ 746 h 1923"/>
              <a:gd name="T28" fmla="*/ 1240 w 1923"/>
              <a:gd name="T29" fmla="*/ 896 h 1923"/>
              <a:gd name="T30" fmla="*/ 1205 w 1923"/>
              <a:gd name="T31" fmla="*/ 910 h 1923"/>
              <a:gd name="T32" fmla="*/ 999 w 1923"/>
              <a:gd name="T33" fmla="*/ 455 h 1923"/>
              <a:gd name="T34" fmla="*/ 999 w 1923"/>
              <a:gd name="T35" fmla="*/ 484 h 1923"/>
              <a:gd name="T36" fmla="*/ 1223 w 1923"/>
              <a:gd name="T37" fmla="*/ 546 h 1923"/>
              <a:gd name="T38" fmla="*/ 1427 w 1923"/>
              <a:gd name="T39" fmla="*/ 779 h 1923"/>
              <a:gd name="T40" fmla="*/ 1182 w 1923"/>
              <a:gd name="T41" fmla="*/ 503 h 1923"/>
              <a:gd name="T42" fmla="*/ 1404 w 1923"/>
              <a:gd name="T43" fmla="*/ 707 h 1923"/>
              <a:gd name="T44" fmla="*/ 1337 w 1923"/>
              <a:gd name="T45" fmla="*/ 612 h 1923"/>
              <a:gd name="T46" fmla="*/ 1337 w 1923"/>
              <a:gd name="T47" fmla="*/ 612 h 1923"/>
              <a:gd name="T48" fmla="*/ 1311 w 1923"/>
              <a:gd name="T49" fmla="*/ 585 h 1923"/>
              <a:gd name="T50" fmla="*/ 1109 w 1923"/>
              <a:gd name="T51" fmla="*/ 480 h 1923"/>
              <a:gd name="T52" fmla="*/ 1443 w 1923"/>
              <a:gd name="T53" fmla="*/ 813 h 1923"/>
              <a:gd name="T54" fmla="*/ 1468 w 1923"/>
              <a:gd name="T55" fmla="*/ 896 h 1923"/>
              <a:gd name="T56" fmla="*/ 1433 w 1923"/>
              <a:gd name="T57" fmla="*/ 910 h 1923"/>
              <a:gd name="T58" fmla="*/ 999 w 1923"/>
              <a:gd name="T59" fmla="*/ 194 h 1923"/>
              <a:gd name="T60" fmla="*/ 999 w 1923"/>
              <a:gd name="T61" fmla="*/ 222 h 1923"/>
              <a:gd name="T62" fmla="*/ 1509 w 1923"/>
              <a:gd name="T63" fmla="*/ 434 h 1923"/>
              <a:gd name="T64" fmla="*/ 1675 w 1923"/>
              <a:gd name="T65" fmla="*/ 698 h 1923"/>
              <a:gd name="T66" fmla="*/ 1702 w 1923"/>
              <a:gd name="T67" fmla="*/ 773 h 1923"/>
              <a:gd name="T68" fmla="*/ 1730 w 1923"/>
              <a:gd name="T69" fmla="*/ 829 h 1923"/>
              <a:gd name="T70" fmla="*/ 1637 w 1923"/>
              <a:gd name="T71" fmla="*/ 587 h 1923"/>
              <a:gd name="T72" fmla="*/ 1637 w 1923"/>
              <a:gd name="T73" fmla="*/ 587 h 1923"/>
              <a:gd name="T74" fmla="*/ 1562 w 1923"/>
              <a:gd name="T75" fmla="*/ 492 h 1923"/>
              <a:gd name="T76" fmla="*/ 1624 w 1923"/>
              <a:gd name="T77" fmla="*/ 526 h 1923"/>
              <a:gd name="T78" fmla="*/ 1252 w 1923"/>
              <a:gd name="T79" fmla="*/ 228 h 1923"/>
              <a:gd name="T80" fmla="*/ 1150 w 1923"/>
              <a:gd name="T81" fmla="*/ 221 h 1923"/>
              <a:gd name="T82" fmla="*/ 1150 w 1923"/>
              <a:gd name="T83" fmla="*/ 221 h 1923"/>
              <a:gd name="T84" fmla="*/ 1089 w 1923"/>
              <a:gd name="T85" fmla="*/ 232 h 1923"/>
              <a:gd name="T86" fmla="*/ 1386 w 1923"/>
              <a:gd name="T87" fmla="*/ 336 h 1923"/>
              <a:gd name="T88" fmla="*/ 1463 w 1923"/>
              <a:gd name="T89" fmla="*/ 346 h 1923"/>
              <a:gd name="T90" fmla="*/ 1326 w 1923"/>
              <a:gd name="T91" fmla="*/ 259 h 1923"/>
              <a:gd name="T92" fmla="*/ 1729 w 1923"/>
              <a:gd name="T93" fmla="*/ 896 h 1923"/>
              <a:gd name="T94" fmla="*/ 1695 w 1923"/>
              <a:gd name="T95" fmla="*/ 910 h 1923"/>
              <a:gd name="T96" fmla="*/ 284 w 1923"/>
              <a:gd name="T97" fmla="*/ 595 h 1923"/>
              <a:gd name="T98" fmla="*/ 381 w 1923"/>
              <a:gd name="T99" fmla="*/ 692 h 1923"/>
              <a:gd name="T100" fmla="*/ 353 w 1923"/>
              <a:gd name="T101" fmla="*/ 720 h 1923"/>
              <a:gd name="T102" fmla="*/ 324 w 1923"/>
              <a:gd name="T103" fmla="*/ 692 h 1923"/>
              <a:gd name="T104" fmla="*/ 635 w 1923"/>
              <a:gd name="T105" fmla="*/ 290 h 1923"/>
              <a:gd name="T106" fmla="*/ 808 w 1923"/>
              <a:gd name="T107" fmla="*/ 318 h 1923"/>
              <a:gd name="T108" fmla="*/ 779 w 1923"/>
              <a:gd name="T109" fmla="*/ 463 h 1923"/>
              <a:gd name="T110" fmla="*/ 635 w 1923"/>
              <a:gd name="T111" fmla="*/ 435 h 1923"/>
              <a:gd name="T112" fmla="*/ 1485 w 1923"/>
              <a:gd name="T113" fmla="*/ 1308 h 1923"/>
              <a:gd name="T114" fmla="*/ 1306 w 1923"/>
              <a:gd name="T115" fmla="*/ 1302 h 1923"/>
              <a:gd name="T116" fmla="*/ 1335 w 1923"/>
              <a:gd name="T117" fmla="*/ 1109 h 1923"/>
              <a:gd name="T118" fmla="*/ 861 w 1923"/>
              <a:gd name="T119" fmla="*/ 1654 h 1923"/>
              <a:gd name="T120" fmla="*/ 692 w 1923"/>
              <a:gd name="T121" fmla="*/ 1682 h 1923"/>
              <a:gd name="T122" fmla="*/ 663 w 1923"/>
              <a:gd name="T123" fmla="*/ 1513 h 1923"/>
              <a:gd name="T124" fmla="*/ 861 w 1923"/>
              <a:gd name="T125" fmla="*/ 1485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23" h="1923">
                <a:moveTo>
                  <a:pt x="962" y="0"/>
                </a:moveTo>
                <a:cubicBezTo>
                  <a:pt x="962" y="0"/>
                  <a:pt x="962" y="0"/>
                  <a:pt x="962" y="0"/>
                </a:cubicBezTo>
                <a:cubicBezTo>
                  <a:pt x="962" y="0"/>
                  <a:pt x="962" y="0"/>
                  <a:pt x="962" y="0"/>
                </a:cubicBezTo>
                <a:cubicBezTo>
                  <a:pt x="962" y="0"/>
                  <a:pt x="962" y="0"/>
                  <a:pt x="962" y="0"/>
                </a:cubicBezTo>
                <a:cubicBezTo>
                  <a:pt x="432" y="0"/>
                  <a:pt x="0" y="431"/>
                  <a:pt x="0" y="961"/>
                </a:cubicBezTo>
                <a:cubicBezTo>
                  <a:pt x="0" y="961"/>
                  <a:pt x="0" y="961"/>
                  <a:pt x="0" y="961"/>
                </a:cubicBezTo>
                <a:cubicBezTo>
                  <a:pt x="0" y="961"/>
                  <a:pt x="0" y="961"/>
                  <a:pt x="0" y="961"/>
                </a:cubicBezTo>
                <a:cubicBezTo>
                  <a:pt x="0" y="1491"/>
                  <a:pt x="432" y="1923"/>
                  <a:pt x="962" y="1923"/>
                </a:cubicBezTo>
                <a:cubicBezTo>
                  <a:pt x="962" y="1923"/>
                  <a:pt x="962" y="1923"/>
                  <a:pt x="962" y="1923"/>
                </a:cubicBezTo>
                <a:cubicBezTo>
                  <a:pt x="962" y="1923"/>
                  <a:pt x="962" y="1923"/>
                  <a:pt x="962" y="1923"/>
                </a:cubicBezTo>
                <a:cubicBezTo>
                  <a:pt x="962" y="1923"/>
                  <a:pt x="962" y="1923"/>
                  <a:pt x="962" y="1923"/>
                </a:cubicBezTo>
                <a:cubicBezTo>
                  <a:pt x="1492" y="1923"/>
                  <a:pt x="1923" y="1491"/>
                  <a:pt x="1923" y="961"/>
                </a:cubicBezTo>
                <a:cubicBezTo>
                  <a:pt x="1923" y="431"/>
                  <a:pt x="1492" y="0"/>
                  <a:pt x="962" y="0"/>
                </a:cubicBezTo>
                <a:close/>
                <a:moveTo>
                  <a:pt x="1883" y="941"/>
                </a:moveTo>
                <a:cubicBezTo>
                  <a:pt x="1083" y="941"/>
                  <a:pt x="1083" y="941"/>
                  <a:pt x="1083" y="941"/>
                </a:cubicBezTo>
                <a:cubicBezTo>
                  <a:pt x="1074" y="889"/>
                  <a:pt x="1033" y="849"/>
                  <a:pt x="982" y="840"/>
                </a:cubicBezTo>
                <a:cubicBezTo>
                  <a:pt x="982" y="40"/>
                  <a:pt x="982" y="40"/>
                  <a:pt x="982" y="40"/>
                </a:cubicBezTo>
                <a:cubicBezTo>
                  <a:pt x="1474" y="51"/>
                  <a:pt x="1872" y="449"/>
                  <a:pt x="1883" y="941"/>
                </a:cubicBezTo>
                <a:close/>
                <a:moveTo>
                  <a:pt x="962" y="1044"/>
                </a:moveTo>
                <a:cubicBezTo>
                  <a:pt x="916" y="1044"/>
                  <a:pt x="879" y="1007"/>
                  <a:pt x="879" y="961"/>
                </a:cubicBezTo>
                <a:cubicBezTo>
                  <a:pt x="879" y="915"/>
                  <a:pt x="916" y="878"/>
                  <a:pt x="962" y="878"/>
                </a:cubicBezTo>
                <a:cubicBezTo>
                  <a:pt x="962" y="878"/>
                  <a:pt x="962" y="878"/>
                  <a:pt x="962" y="878"/>
                </a:cubicBezTo>
                <a:cubicBezTo>
                  <a:pt x="962" y="878"/>
                  <a:pt x="962" y="878"/>
                  <a:pt x="962" y="878"/>
                </a:cubicBezTo>
                <a:cubicBezTo>
                  <a:pt x="1007" y="878"/>
                  <a:pt x="1044" y="915"/>
                  <a:pt x="1044" y="961"/>
                </a:cubicBezTo>
                <a:cubicBezTo>
                  <a:pt x="1044" y="961"/>
                  <a:pt x="1044" y="961"/>
                  <a:pt x="1044" y="961"/>
                </a:cubicBezTo>
                <a:cubicBezTo>
                  <a:pt x="1044" y="961"/>
                  <a:pt x="1044" y="961"/>
                  <a:pt x="1044" y="961"/>
                </a:cubicBezTo>
                <a:cubicBezTo>
                  <a:pt x="1044" y="1007"/>
                  <a:pt x="1007" y="1044"/>
                  <a:pt x="962" y="1044"/>
                </a:cubicBezTo>
                <a:close/>
                <a:moveTo>
                  <a:pt x="942" y="40"/>
                </a:moveTo>
                <a:cubicBezTo>
                  <a:pt x="942" y="840"/>
                  <a:pt x="942" y="840"/>
                  <a:pt x="942" y="840"/>
                </a:cubicBezTo>
                <a:cubicBezTo>
                  <a:pt x="890" y="849"/>
                  <a:pt x="850" y="889"/>
                  <a:pt x="841" y="941"/>
                </a:cubicBezTo>
                <a:cubicBezTo>
                  <a:pt x="41" y="941"/>
                  <a:pt x="41" y="941"/>
                  <a:pt x="41" y="941"/>
                </a:cubicBezTo>
                <a:cubicBezTo>
                  <a:pt x="51" y="449"/>
                  <a:pt x="450" y="51"/>
                  <a:pt x="942" y="40"/>
                </a:cubicBezTo>
                <a:close/>
                <a:moveTo>
                  <a:pt x="41" y="981"/>
                </a:moveTo>
                <a:cubicBezTo>
                  <a:pt x="841" y="981"/>
                  <a:pt x="841" y="981"/>
                  <a:pt x="841" y="981"/>
                </a:cubicBezTo>
                <a:cubicBezTo>
                  <a:pt x="845" y="1002"/>
                  <a:pt x="853" y="1020"/>
                  <a:pt x="866" y="1036"/>
                </a:cubicBezTo>
                <a:cubicBezTo>
                  <a:pt x="452" y="1488"/>
                  <a:pt x="452" y="1488"/>
                  <a:pt x="452" y="1488"/>
                </a:cubicBezTo>
                <a:cubicBezTo>
                  <a:pt x="445" y="1496"/>
                  <a:pt x="445" y="1508"/>
                  <a:pt x="454" y="1516"/>
                </a:cubicBezTo>
                <a:cubicBezTo>
                  <a:pt x="457" y="1519"/>
                  <a:pt x="462" y="1521"/>
                  <a:pt x="467" y="1521"/>
                </a:cubicBezTo>
                <a:cubicBezTo>
                  <a:pt x="473" y="1521"/>
                  <a:pt x="478" y="1519"/>
                  <a:pt x="482" y="1515"/>
                </a:cubicBezTo>
                <a:cubicBezTo>
                  <a:pt x="895" y="1064"/>
                  <a:pt x="895" y="1064"/>
                  <a:pt x="895" y="1064"/>
                </a:cubicBezTo>
                <a:cubicBezTo>
                  <a:pt x="909" y="1073"/>
                  <a:pt x="925" y="1079"/>
                  <a:pt x="942" y="1082"/>
                </a:cubicBezTo>
                <a:cubicBezTo>
                  <a:pt x="942" y="1882"/>
                  <a:pt x="942" y="1882"/>
                  <a:pt x="942" y="1882"/>
                </a:cubicBezTo>
                <a:cubicBezTo>
                  <a:pt x="450" y="1871"/>
                  <a:pt x="51" y="1473"/>
                  <a:pt x="41" y="981"/>
                </a:cubicBezTo>
                <a:close/>
                <a:moveTo>
                  <a:pt x="982" y="1882"/>
                </a:moveTo>
                <a:cubicBezTo>
                  <a:pt x="982" y="1082"/>
                  <a:pt x="982" y="1082"/>
                  <a:pt x="982" y="1082"/>
                </a:cubicBezTo>
                <a:cubicBezTo>
                  <a:pt x="1033" y="1073"/>
                  <a:pt x="1074" y="1033"/>
                  <a:pt x="1083" y="981"/>
                </a:cubicBezTo>
                <a:cubicBezTo>
                  <a:pt x="1883" y="981"/>
                  <a:pt x="1883" y="981"/>
                  <a:pt x="1883" y="981"/>
                </a:cubicBezTo>
                <a:cubicBezTo>
                  <a:pt x="1872" y="1473"/>
                  <a:pt x="1474" y="1871"/>
                  <a:pt x="982" y="1882"/>
                </a:cubicBezTo>
                <a:close/>
                <a:moveTo>
                  <a:pt x="1027" y="683"/>
                </a:moveTo>
                <a:cubicBezTo>
                  <a:pt x="1031" y="687"/>
                  <a:pt x="1033" y="692"/>
                  <a:pt x="1033" y="697"/>
                </a:cubicBezTo>
                <a:cubicBezTo>
                  <a:pt x="1033" y="703"/>
                  <a:pt x="1031" y="708"/>
                  <a:pt x="1027" y="711"/>
                </a:cubicBezTo>
                <a:cubicBezTo>
                  <a:pt x="1024" y="715"/>
                  <a:pt x="1018" y="718"/>
                  <a:pt x="1013" y="718"/>
                </a:cubicBezTo>
                <a:cubicBezTo>
                  <a:pt x="1008" y="718"/>
                  <a:pt x="1002" y="715"/>
                  <a:pt x="999" y="712"/>
                </a:cubicBezTo>
                <a:cubicBezTo>
                  <a:pt x="995" y="708"/>
                  <a:pt x="993" y="703"/>
                  <a:pt x="993" y="697"/>
                </a:cubicBezTo>
                <a:cubicBezTo>
                  <a:pt x="993" y="692"/>
                  <a:pt x="995" y="687"/>
                  <a:pt x="999" y="683"/>
                </a:cubicBezTo>
                <a:cubicBezTo>
                  <a:pt x="1006" y="676"/>
                  <a:pt x="1020" y="676"/>
                  <a:pt x="1027" y="683"/>
                </a:cubicBezTo>
                <a:close/>
                <a:moveTo>
                  <a:pt x="1191" y="836"/>
                </a:moveTo>
                <a:cubicBezTo>
                  <a:pt x="1186" y="826"/>
                  <a:pt x="1191" y="814"/>
                  <a:pt x="1202" y="810"/>
                </a:cubicBezTo>
                <a:cubicBezTo>
                  <a:pt x="1212" y="806"/>
                  <a:pt x="1224" y="810"/>
                  <a:pt x="1228" y="821"/>
                </a:cubicBezTo>
                <a:cubicBezTo>
                  <a:pt x="1232" y="831"/>
                  <a:pt x="1227" y="843"/>
                  <a:pt x="1217" y="847"/>
                </a:cubicBezTo>
                <a:cubicBezTo>
                  <a:pt x="1214" y="848"/>
                  <a:pt x="1212" y="848"/>
                  <a:pt x="1209" y="848"/>
                </a:cubicBezTo>
                <a:cubicBezTo>
                  <a:pt x="1201" y="848"/>
                  <a:pt x="1194" y="844"/>
                  <a:pt x="1191" y="836"/>
                </a:cubicBezTo>
                <a:close/>
                <a:moveTo>
                  <a:pt x="1113" y="721"/>
                </a:moveTo>
                <a:cubicBezTo>
                  <a:pt x="1109" y="729"/>
                  <a:pt x="1102" y="734"/>
                  <a:pt x="1094" y="734"/>
                </a:cubicBezTo>
                <a:cubicBezTo>
                  <a:pt x="1092" y="734"/>
                  <a:pt x="1089" y="733"/>
                  <a:pt x="1087" y="732"/>
                </a:cubicBezTo>
                <a:cubicBezTo>
                  <a:pt x="1076" y="728"/>
                  <a:pt x="1072" y="716"/>
                  <a:pt x="1076" y="706"/>
                </a:cubicBezTo>
                <a:cubicBezTo>
                  <a:pt x="1080" y="696"/>
                  <a:pt x="1092" y="691"/>
                  <a:pt x="1102" y="695"/>
                </a:cubicBezTo>
                <a:cubicBezTo>
                  <a:pt x="1112" y="699"/>
                  <a:pt x="1117" y="711"/>
                  <a:pt x="1113" y="721"/>
                </a:cubicBezTo>
                <a:close/>
                <a:moveTo>
                  <a:pt x="1149" y="774"/>
                </a:moveTo>
                <a:cubicBezTo>
                  <a:pt x="1141" y="766"/>
                  <a:pt x="1141" y="753"/>
                  <a:pt x="1149" y="746"/>
                </a:cubicBezTo>
                <a:cubicBezTo>
                  <a:pt x="1157" y="738"/>
                  <a:pt x="1169" y="738"/>
                  <a:pt x="1177" y="746"/>
                </a:cubicBezTo>
                <a:cubicBezTo>
                  <a:pt x="1185" y="753"/>
                  <a:pt x="1185" y="766"/>
                  <a:pt x="1177" y="774"/>
                </a:cubicBezTo>
                <a:cubicBezTo>
                  <a:pt x="1173" y="778"/>
                  <a:pt x="1168" y="780"/>
                  <a:pt x="1163" y="780"/>
                </a:cubicBezTo>
                <a:cubicBezTo>
                  <a:pt x="1158" y="780"/>
                  <a:pt x="1153" y="778"/>
                  <a:pt x="1149" y="774"/>
                </a:cubicBezTo>
                <a:close/>
                <a:moveTo>
                  <a:pt x="1240" y="896"/>
                </a:moveTo>
                <a:cubicBezTo>
                  <a:pt x="1243" y="900"/>
                  <a:pt x="1245" y="905"/>
                  <a:pt x="1245" y="910"/>
                </a:cubicBezTo>
                <a:cubicBezTo>
                  <a:pt x="1245" y="915"/>
                  <a:pt x="1243" y="920"/>
                  <a:pt x="1240" y="924"/>
                </a:cubicBezTo>
                <a:cubicBezTo>
                  <a:pt x="1236" y="928"/>
                  <a:pt x="1231" y="930"/>
                  <a:pt x="1225" y="930"/>
                </a:cubicBezTo>
                <a:cubicBezTo>
                  <a:pt x="1220" y="930"/>
                  <a:pt x="1215" y="928"/>
                  <a:pt x="1211" y="924"/>
                </a:cubicBezTo>
                <a:cubicBezTo>
                  <a:pt x="1207" y="920"/>
                  <a:pt x="1205" y="915"/>
                  <a:pt x="1205" y="910"/>
                </a:cubicBezTo>
                <a:cubicBezTo>
                  <a:pt x="1205" y="904"/>
                  <a:pt x="1207" y="899"/>
                  <a:pt x="1211" y="896"/>
                </a:cubicBezTo>
                <a:cubicBezTo>
                  <a:pt x="1219" y="888"/>
                  <a:pt x="1232" y="888"/>
                  <a:pt x="1240" y="896"/>
                </a:cubicBezTo>
                <a:close/>
                <a:moveTo>
                  <a:pt x="999" y="484"/>
                </a:moveTo>
                <a:cubicBezTo>
                  <a:pt x="995" y="480"/>
                  <a:pt x="993" y="475"/>
                  <a:pt x="993" y="469"/>
                </a:cubicBezTo>
                <a:cubicBezTo>
                  <a:pt x="993" y="464"/>
                  <a:pt x="995" y="459"/>
                  <a:pt x="999" y="455"/>
                </a:cubicBezTo>
                <a:cubicBezTo>
                  <a:pt x="1006" y="448"/>
                  <a:pt x="1020" y="448"/>
                  <a:pt x="1027" y="455"/>
                </a:cubicBezTo>
                <a:cubicBezTo>
                  <a:pt x="1031" y="459"/>
                  <a:pt x="1033" y="464"/>
                  <a:pt x="1033" y="469"/>
                </a:cubicBezTo>
                <a:cubicBezTo>
                  <a:pt x="1033" y="475"/>
                  <a:pt x="1031" y="480"/>
                  <a:pt x="1027" y="484"/>
                </a:cubicBezTo>
                <a:cubicBezTo>
                  <a:pt x="1024" y="487"/>
                  <a:pt x="1018" y="489"/>
                  <a:pt x="1013" y="489"/>
                </a:cubicBezTo>
                <a:cubicBezTo>
                  <a:pt x="1008" y="489"/>
                  <a:pt x="1002" y="487"/>
                  <a:pt x="999" y="484"/>
                </a:cubicBezTo>
                <a:close/>
                <a:moveTo>
                  <a:pt x="1216" y="518"/>
                </a:moveTo>
                <a:cubicBezTo>
                  <a:pt x="1221" y="509"/>
                  <a:pt x="1234" y="506"/>
                  <a:pt x="1243" y="511"/>
                </a:cubicBezTo>
                <a:cubicBezTo>
                  <a:pt x="1253" y="517"/>
                  <a:pt x="1256" y="529"/>
                  <a:pt x="1250" y="539"/>
                </a:cubicBezTo>
                <a:cubicBezTo>
                  <a:pt x="1247" y="545"/>
                  <a:pt x="1240" y="548"/>
                  <a:pt x="1233" y="548"/>
                </a:cubicBezTo>
                <a:cubicBezTo>
                  <a:pt x="1230" y="548"/>
                  <a:pt x="1226" y="548"/>
                  <a:pt x="1223" y="546"/>
                </a:cubicBezTo>
                <a:cubicBezTo>
                  <a:pt x="1214" y="540"/>
                  <a:pt x="1210" y="528"/>
                  <a:pt x="1216" y="518"/>
                </a:cubicBezTo>
                <a:close/>
                <a:moveTo>
                  <a:pt x="1420" y="740"/>
                </a:moveTo>
                <a:cubicBezTo>
                  <a:pt x="1430" y="736"/>
                  <a:pt x="1442" y="742"/>
                  <a:pt x="1446" y="752"/>
                </a:cubicBezTo>
                <a:cubicBezTo>
                  <a:pt x="1449" y="763"/>
                  <a:pt x="1444" y="774"/>
                  <a:pt x="1434" y="778"/>
                </a:cubicBezTo>
                <a:cubicBezTo>
                  <a:pt x="1432" y="779"/>
                  <a:pt x="1429" y="779"/>
                  <a:pt x="1427" y="779"/>
                </a:cubicBezTo>
                <a:cubicBezTo>
                  <a:pt x="1419" y="779"/>
                  <a:pt x="1411" y="774"/>
                  <a:pt x="1408" y="766"/>
                </a:cubicBezTo>
                <a:cubicBezTo>
                  <a:pt x="1404" y="755"/>
                  <a:pt x="1410" y="744"/>
                  <a:pt x="1420" y="740"/>
                </a:cubicBezTo>
                <a:close/>
                <a:moveTo>
                  <a:pt x="1145" y="489"/>
                </a:moveTo>
                <a:cubicBezTo>
                  <a:pt x="1148" y="479"/>
                  <a:pt x="1160" y="473"/>
                  <a:pt x="1170" y="477"/>
                </a:cubicBezTo>
                <a:cubicBezTo>
                  <a:pt x="1181" y="481"/>
                  <a:pt x="1186" y="492"/>
                  <a:pt x="1182" y="503"/>
                </a:cubicBezTo>
                <a:cubicBezTo>
                  <a:pt x="1179" y="511"/>
                  <a:pt x="1172" y="516"/>
                  <a:pt x="1163" y="516"/>
                </a:cubicBezTo>
                <a:cubicBezTo>
                  <a:pt x="1161" y="516"/>
                  <a:pt x="1159" y="516"/>
                  <a:pt x="1157" y="515"/>
                </a:cubicBezTo>
                <a:cubicBezTo>
                  <a:pt x="1146" y="511"/>
                  <a:pt x="1141" y="499"/>
                  <a:pt x="1145" y="489"/>
                </a:cubicBezTo>
                <a:close/>
                <a:moveTo>
                  <a:pt x="1411" y="680"/>
                </a:moveTo>
                <a:cubicBezTo>
                  <a:pt x="1417" y="689"/>
                  <a:pt x="1414" y="701"/>
                  <a:pt x="1404" y="707"/>
                </a:cubicBezTo>
                <a:cubicBezTo>
                  <a:pt x="1401" y="709"/>
                  <a:pt x="1398" y="710"/>
                  <a:pt x="1394" y="710"/>
                </a:cubicBezTo>
                <a:cubicBezTo>
                  <a:pt x="1387" y="710"/>
                  <a:pt x="1381" y="706"/>
                  <a:pt x="1377" y="700"/>
                </a:cubicBezTo>
                <a:cubicBezTo>
                  <a:pt x="1371" y="690"/>
                  <a:pt x="1375" y="678"/>
                  <a:pt x="1384" y="672"/>
                </a:cubicBezTo>
                <a:cubicBezTo>
                  <a:pt x="1394" y="667"/>
                  <a:pt x="1406" y="670"/>
                  <a:pt x="1411" y="680"/>
                </a:cubicBezTo>
                <a:close/>
                <a:moveTo>
                  <a:pt x="1337" y="612"/>
                </a:moveTo>
                <a:cubicBezTo>
                  <a:pt x="1346" y="604"/>
                  <a:pt x="1359" y="605"/>
                  <a:pt x="1366" y="614"/>
                </a:cubicBezTo>
                <a:cubicBezTo>
                  <a:pt x="1373" y="622"/>
                  <a:pt x="1372" y="635"/>
                  <a:pt x="1363" y="642"/>
                </a:cubicBezTo>
                <a:cubicBezTo>
                  <a:pt x="1359" y="645"/>
                  <a:pt x="1355" y="647"/>
                  <a:pt x="1350" y="647"/>
                </a:cubicBezTo>
                <a:cubicBezTo>
                  <a:pt x="1344" y="647"/>
                  <a:pt x="1339" y="644"/>
                  <a:pt x="1335" y="640"/>
                </a:cubicBezTo>
                <a:cubicBezTo>
                  <a:pt x="1328" y="631"/>
                  <a:pt x="1329" y="618"/>
                  <a:pt x="1337" y="612"/>
                </a:cubicBezTo>
                <a:close/>
                <a:moveTo>
                  <a:pt x="1283" y="588"/>
                </a:moveTo>
                <a:cubicBezTo>
                  <a:pt x="1275" y="581"/>
                  <a:pt x="1273" y="568"/>
                  <a:pt x="1281" y="560"/>
                </a:cubicBezTo>
                <a:cubicBezTo>
                  <a:pt x="1288" y="551"/>
                  <a:pt x="1300" y="550"/>
                  <a:pt x="1309" y="557"/>
                </a:cubicBezTo>
                <a:cubicBezTo>
                  <a:pt x="1309" y="557"/>
                  <a:pt x="1309" y="557"/>
                  <a:pt x="1309" y="557"/>
                </a:cubicBezTo>
                <a:cubicBezTo>
                  <a:pt x="1317" y="564"/>
                  <a:pt x="1319" y="577"/>
                  <a:pt x="1311" y="585"/>
                </a:cubicBezTo>
                <a:cubicBezTo>
                  <a:pt x="1307" y="590"/>
                  <a:pt x="1302" y="593"/>
                  <a:pt x="1296" y="593"/>
                </a:cubicBezTo>
                <a:cubicBezTo>
                  <a:pt x="1291" y="593"/>
                  <a:pt x="1287" y="591"/>
                  <a:pt x="1283" y="588"/>
                </a:cubicBezTo>
                <a:close/>
                <a:moveTo>
                  <a:pt x="1070" y="473"/>
                </a:moveTo>
                <a:cubicBezTo>
                  <a:pt x="1072" y="462"/>
                  <a:pt x="1082" y="455"/>
                  <a:pt x="1093" y="456"/>
                </a:cubicBezTo>
                <a:cubicBezTo>
                  <a:pt x="1104" y="458"/>
                  <a:pt x="1111" y="469"/>
                  <a:pt x="1109" y="480"/>
                </a:cubicBezTo>
                <a:cubicBezTo>
                  <a:pt x="1107" y="489"/>
                  <a:pt x="1099" y="496"/>
                  <a:pt x="1089" y="496"/>
                </a:cubicBezTo>
                <a:cubicBezTo>
                  <a:pt x="1088" y="496"/>
                  <a:pt x="1087" y="496"/>
                  <a:pt x="1086" y="496"/>
                </a:cubicBezTo>
                <a:cubicBezTo>
                  <a:pt x="1075" y="494"/>
                  <a:pt x="1068" y="484"/>
                  <a:pt x="1070" y="473"/>
                </a:cubicBezTo>
                <a:close/>
                <a:moveTo>
                  <a:pt x="1427" y="837"/>
                </a:moveTo>
                <a:cubicBezTo>
                  <a:pt x="1425" y="826"/>
                  <a:pt x="1432" y="815"/>
                  <a:pt x="1443" y="813"/>
                </a:cubicBezTo>
                <a:cubicBezTo>
                  <a:pt x="1454" y="812"/>
                  <a:pt x="1465" y="819"/>
                  <a:pt x="1466" y="830"/>
                </a:cubicBezTo>
                <a:cubicBezTo>
                  <a:pt x="1468" y="841"/>
                  <a:pt x="1461" y="851"/>
                  <a:pt x="1450" y="853"/>
                </a:cubicBezTo>
                <a:cubicBezTo>
                  <a:pt x="1449" y="853"/>
                  <a:pt x="1448" y="853"/>
                  <a:pt x="1446" y="853"/>
                </a:cubicBezTo>
                <a:cubicBezTo>
                  <a:pt x="1437" y="853"/>
                  <a:pt x="1429" y="846"/>
                  <a:pt x="1427" y="837"/>
                </a:cubicBezTo>
                <a:close/>
                <a:moveTo>
                  <a:pt x="1468" y="896"/>
                </a:moveTo>
                <a:cubicBezTo>
                  <a:pt x="1471" y="900"/>
                  <a:pt x="1473" y="905"/>
                  <a:pt x="1473" y="910"/>
                </a:cubicBezTo>
                <a:cubicBezTo>
                  <a:pt x="1473" y="915"/>
                  <a:pt x="1471" y="920"/>
                  <a:pt x="1468" y="924"/>
                </a:cubicBezTo>
                <a:cubicBezTo>
                  <a:pt x="1464" y="928"/>
                  <a:pt x="1459" y="930"/>
                  <a:pt x="1453" y="930"/>
                </a:cubicBezTo>
                <a:cubicBezTo>
                  <a:pt x="1448" y="930"/>
                  <a:pt x="1443" y="928"/>
                  <a:pt x="1439" y="924"/>
                </a:cubicBezTo>
                <a:cubicBezTo>
                  <a:pt x="1435" y="920"/>
                  <a:pt x="1433" y="915"/>
                  <a:pt x="1433" y="910"/>
                </a:cubicBezTo>
                <a:cubicBezTo>
                  <a:pt x="1433" y="905"/>
                  <a:pt x="1435" y="900"/>
                  <a:pt x="1439" y="896"/>
                </a:cubicBezTo>
                <a:cubicBezTo>
                  <a:pt x="1447" y="888"/>
                  <a:pt x="1460" y="888"/>
                  <a:pt x="1468" y="896"/>
                </a:cubicBezTo>
                <a:close/>
                <a:moveTo>
                  <a:pt x="999" y="222"/>
                </a:moveTo>
                <a:cubicBezTo>
                  <a:pt x="995" y="218"/>
                  <a:pt x="993" y="213"/>
                  <a:pt x="993" y="208"/>
                </a:cubicBezTo>
                <a:cubicBezTo>
                  <a:pt x="993" y="203"/>
                  <a:pt x="995" y="198"/>
                  <a:pt x="999" y="194"/>
                </a:cubicBezTo>
                <a:cubicBezTo>
                  <a:pt x="1006" y="186"/>
                  <a:pt x="1020" y="186"/>
                  <a:pt x="1027" y="194"/>
                </a:cubicBezTo>
                <a:cubicBezTo>
                  <a:pt x="1031" y="198"/>
                  <a:pt x="1033" y="203"/>
                  <a:pt x="1033" y="208"/>
                </a:cubicBezTo>
                <a:cubicBezTo>
                  <a:pt x="1033" y="213"/>
                  <a:pt x="1031" y="218"/>
                  <a:pt x="1027" y="222"/>
                </a:cubicBezTo>
                <a:cubicBezTo>
                  <a:pt x="1024" y="226"/>
                  <a:pt x="1018" y="228"/>
                  <a:pt x="1013" y="228"/>
                </a:cubicBezTo>
                <a:cubicBezTo>
                  <a:pt x="1008" y="228"/>
                  <a:pt x="1002" y="226"/>
                  <a:pt x="999" y="222"/>
                </a:cubicBezTo>
                <a:close/>
                <a:moveTo>
                  <a:pt x="1495" y="428"/>
                </a:moveTo>
                <a:cubicBezTo>
                  <a:pt x="1487" y="420"/>
                  <a:pt x="1487" y="407"/>
                  <a:pt x="1495" y="400"/>
                </a:cubicBezTo>
                <a:cubicBezTo>
                  <a:pt x="1503" y="392"/>
                  <a:pt x="1516" y="392"/>
                  <a:pt x="1523" y="400"/>
                </a:cubicBezTo>
                <a:cubicBezTo>
                  <a:pt x="1531" y="407"/>
                  <a:pt x="1531" y="420"/>
                  <a:pt x="1523" y="428"/>
                </a:cubicBezTo>
                <a:cubicBezTo>
                  <a:pt x="1519" y="432"/>
                  <a:pt x="1514" y="434"/>
                  <a:pt x="1509" y="434"/>
                </a:cubicBezTo>
                <a:cubicBezTo>
                  <a:pt x="1504" y="434"/>
                  <a:pt x="1499" y="432"/>
                  <a:pt x="1495" y="428"/>
                </a:cubicBezTo>
                <a:close/>
                <a:moveTo>
                  <a:pt x="1669" y="659"/>
                </a:moveTo>
                <a:cubicBezTo>
                  <a:pt x="1679" y="655"/>
                  <a:pt x="1691" y="661"/>
                  <a:pt x="1694" y="671"/>
                </a:cubicBezTo>
                <a:cubicBezTo>
                  <a:pt x="1698" y="681"/>
                  <a:pt x="1692" y="693"/>
                  <a:pt x="1682" y="697"/>
                </a:cubicBezTo>
                <a:cubicBezTo>
                  <a:pt x="1680" y="697"/>
                  <a:pt x="1678" y="698"/>
                  <a:pt x="1675" y="698"/>
                </a:cubicBezTo>
                <a:cubicBezTo>
                  <a:pt x="1667" y="698"/>
                  <a:pt x="1660" y="693"/>
                  <a:pt x="1657" y="684"/>
                </a:cubicBezTo>
                <a:cubicBezTo>
                  <a:pt x="1653" y="674"/>
                  <a:pt x="1658" y="663"/>
                  <a:pt x="1669" y="659"/>
                </a:cubicBezTo>
                <a:close/>
                <a:moveTo>
                  <a:pt x="1693" y="734"/>
                </a:moveTo>
                <a:cubicBezTo>
                  <a:pt x="1704" y="731"/>
                  <a:pt x="1714" y="738"/>
                  <a:pt x="1717" y="749"/>
                </a:cubicBezTo>
                <a:cubicBezTo>
                  <a:pt x="1719" y="760"/>
                  <a:pt x="1712" y="770"/>
                  <a:pt x="1702" y="773"/>
                </a:cubicBezTo>
                <a:cubicBezTo>
                  <a:pt x="1700" y="773"/>
                  <a:pt x="1699" y="773"/>
                  <a:pt x="1697" y="773"/>
                </a:cubicBezTo>
                <a:cubicBezTo>
                  <a:pt x="1688" y="773"/>
                  <a:pt x="1680" y="767"/>
                  <a:pt x="1678" y="758"/>
                </a:cubicBezTo>
                <a:cubicBezTo>
                  <a:pt x="1675" y="747"/>
                  <a:pt x="1682" y="736"/>
                  <a:pt x="1693" y="734"/>
                </a:cubicBezTo>
                <a:close/>
                <a:moveTo>
                  <a:pt x="1708" y="811"/>
                </a:moveTo>
                <a:cubicBezTo>
                  <a:pt x="1719" y="810"/>
                  <a:pt x="1729" y="818"/>
                  <a:pt x="1730" y="829"/>
                </a:cubicBezTo>
                <a:cubicBezTo>
                  <a:pt x="1732" y="840"/>
                  <a:pt x="1724" y="849"/>
                  <a:pt x="1713" y="851"/>
                </a:cubicBezTo>
                <a:cubicBezTo>
                  <a:pt x="1712" y="851"/>
                  <a:pt x="1711" y="851"/>
                  <a:pt x="1710" y="851"/>
                </a:cubicBezTo>
                <a:cubicBezTo>
                  <a:pt x="1700" y="851"/>
                  <a:pt x="1692" y="843"/>
                  <a:pt x="1690" y="833"/>
                </a:cubicBezTo>
                <a:cubicBezTo>
                  <a:pt x="1689" y="822"/>
                  <a:pt x="1697" y="812"/>
                  <a:pt x="1708" y="811"/>
                </a:cubicBezTo>
                <a:close/>
                <a:moveTo>
                  <a:pt x="1637" y="587"/>
                </a:moveTo>
                <a:cubicBezTo>
                  <a:pt x="1646" y="582"/>
                  <a:pt x="1658" y="586"/>
                  <a:pt x="1663" y="597"/>
                </a:cubicBezTo>
                <a:cubicBezTo>
                  <a:pt x="1668" y="606"/>
                  <a:pt x="1664" y="618"/>
                  <a:pt x="1654" y="623"/>
                </a:cubicBezTo>
                <a:cubicBezTo>
                  <a:pt x="1651" y="625"/>
                  <a:pt x="1648" y="625"/>
                  <a:pt x="1645" y="625"/>
                </a:cubicBezTo>
                <a:cubicBezTo>
                  <a:pt x="1638" y="625"/>
                  <a:pt x="1631" y="621"/>
                  <a:pt x="1627" y="614"/>
                </a:cubicBezTo>
                <a:cubicBezTo>
                  <a:pt x="1622" y="604"/>
                  <a:pt x="1627" y="592"/>
                  <a:pt x="1637" y="587"/>
                </a:cubicBezTo>
                <a:close/>
                <a:moveTo>
                  <a:pt x="1546" y="485"/>
                </a:moveTo>
                <a:cubicBezTo>
                  <a:pt x="1539" y="476"/>
                  <a:pt x="1540" y="464"/>
                  <a:pt x="1549" y="457"/>
                </a:cubicBezTo>
                <a:cubicBezTo>
                  <a:pt x="1558" y="450"/>
                  <a:pt x="1570" y="451"/>
                  <a:pt x="1577" y="460"/>
                </a:cubicBezTo>
                <a:cubicBezTo>
                  <a:pt x="1584" y="468"/>
                  <a:pt x="1583" y="481"/>
                  <a:pt x="1574" y="488"/>
                </a:cubicBezTo>
                <a:cubicBezTo>
                  <a:pt x="1570" y="491"/>
                  <a:pt x="1566" y="492"/>
                  <a:pt x="1562" y="492"/>
                </a:cubicBezTo>
                <a:cubicBezTo>
                  <a:pt x="1556" y="492"/>
                  <a:pt x="1550" y="490"/>
                  <a:pt x="1546" y="485"/>
                </a:cubicBezTo>
                <a:close/>
                <a:moveTo>
                  <a:pt x="1590" y="547"/>
                </a:moveTo>
                <a:cubicBezTo>
                  <a:pt x="1584" y="538"/>
                  <a:pt x="1587" y="525"/>
                  <a:pt x="1597" y="519"/>
                </a:cubicBezTo>
                <a:cubicBezTo>
                  <a:pt x="1606" y="514"/>
                  <a:pt x="1618" y="516"/>
                  <a:pt x="1624" y="526"/>
                </a:cubicBezTo>
                <a:cubicBezTo>
                  <a:pt x="1624" y="526"/>
                  <a:pt x="1624" y="526"/>
                  <a:pt x="1624" y="526"/>
                </a:cubicBezTo>
                <a:cubicBezTo>
                  <a:pt x="1630" y="535"/>
                  <a:pt x="1627" y="547"/>
                  <a:pt x="1618" y="553"/>
                </a:cubicBezTo>
                <a:cubicBezTo>
                  <a:pt x="1615" y="555"/>
                  <a:pt x="1611" y="556"/>
                  <a:pt x="1607" y="556"/>
                </a:cubicBezTo>
                <a:cubicBezTo>
                  <a:pt x="1601" y="556"/>
                  <a:pt x="1594" y="553"/>
                  <a:pt x="1590" y="547"/>
                </a:cubicBezTo>
                <a:close/>
                <a:moveTo>
                  <a:pt x="1226" y="241"/>
                </a:moveTo>
                <a:cubicBezTo>
                  <a:pt x="1230" y="230"/>
                  <a:pt x="1241" y="225"/>
                  <a:pt x="1252" y="228"/>
                </a:cubicBezTo>
                <a:cubicBezTo>
                  <a:pt x="1262" y="232"/>
                  <a:pt x="1267" y="244"/>
                  <a:pt x="1264" y="254"/>
                </a:cubicBezTo>
                <a:cubicBezTo>
                  <a:pt x="1261" y="262"/>
                  <a:pt x="1253" y="267"/>
                  <a:pt x="1245" y="267"/>
                </a:cubicBezTo>
                <a:cubicBezTo>
                  <a:pt x="1243" y="267"/>
                  <a:pt x="1240" y="267"/>
                  <a:pt x="1238" y="266"/>
                </a:cubicBezTo>
                <a:cubicBezTo>
                  <a:pt x="1228" y="263"/>
                  <a:pt x="1222" y="251"/>
                  <a:pt x="1226" y="241"/>
                </a:cubicBezTo>
                <a:close/>
                <a:moveTo>
                  <a:pt x="1150" y="221"/>
                </a:moveTo>
                <a:cubicBezTo>
                  <a:pt x="1152" y="210"/>
                  <a:pt x="1163" y="204"/>
                  <a:pt x="1174" y="206"/>
                </a:cubicBezTo>
                <a:cubicBezTo>
                  <a:pt x="1184" y="208"/>
                  <a:pt x="1191" y="219"/>
                  <a:pt x="1189" y="230"/>
                </a:cubicBezTo>
                <a:cubicBezTo>
                  <a:pt x="1186" y="239"/>
                  <a:pt x="1178" y="245"/>
                  <a:pt x="1169" y="245"/>
                </a:cubicBezTo>
                <a:cubicBezTo>
                  <a:pt x="1168" y="245"/>
                  <a:pt x="1166" y="245"/>
                  <a:pt x="1165" y="245"/>
                </a:cubicBezTo>
                <a:cubicBezTo>
                  <a:pt x="1154" y="243"/>
                  <a:pt x="1147" y="232"/>
                  <a:pt x="1150" y="221"/>
                </a:cubicBezTo>
                <a:close/>
                <a:moveTo>
                  <a:pt x="1072" y="210"/>
                </a:moveTo>
                <a:cubicBezTo>
                  <a:pt x="1073" y="199"/>
                  <a:pt x="1083" y="191"/>
                  <a:pt x="1094" y="193"/>
                </a:cubicBezTo>
                <a:cubicBezTo>
                  <a:pt x="1105" y="194"/>
                  <a:pt x="1113" y="204"/>
                  <a:pt x="1112" y="215"/>
                </a:cubicBezTo>
                <a:cubicBezTo>
                  <a:pt x="1110" y="225"/>
                  <a:pt x="1101" y="232"/>
                  <a:pt x="1092" y="232"/>
                </a:cubicBezTo>
                <a:cubicBezTo>
                  <a:pt x="1091" y="232"/>
                  <a:pt x="1090" y="232"/>
                  <a:pt x="1089" y="232"/>
                </a:cubicBezTo>
                <a:cubicBezTo>
                  <a:pt x="1079" y="231"/>
                  <a:pt x="1071" y="221"/>
                  <a:pt x="1072" y="210"/>
                </a:cubicBezTo>
                <a:close/>
                <a:moveTo>
                  <a:pt x="1370" y="305"/>
                </a:moveTo>
                <a:cubicBezTo>
                  <a:pt x="1375" y="296"/>
                  <a:pt x="1388" y="293"/>
                  <a:pt x="1397" y="299"/>
                </a:cubicBezTo>
                <a:cubicBezTo>
                  <a:pt x="1406" y="304"/>
                  <a:pt x="1409" y="317"/>
                  <a:pt x="1403" y="326"/>
                </a:cubicBezTo>
                <a:cubicBezTo>
                  <a:pt x="1399" y="332"/>
                  <a:pt x="1393" y="336"/>
                  <a:pt x="1386" y="336"/>
                </a:cubicBezTo>
                <a:cubicBezTo>
                  <a:pt x="1383" y="336"/>
                  <a:pt x="1379" y="335"/>
                  <a:pt x="1376" y="332"/>
                </a:cubicBezTo>
                <a:cubicBezTo>
                  <a:pt x="1366" y="327"/>
                  <a:pt x="1363" y="314"/>
                  <a:pt x="1370" y="305"/>
                </a:cubicBezTo>
                <a:close/>
                <a:moveTo>
                  <a:pt x="1438" y="377"/>
                </a:moveTo>
                <a:cubicBezTo>
                  <a:pt x="1429" y="370"/>
                  <a:pt x="1428" y="357"/>
                  <a:pt x="1435" y="349"/>
                </a:cubicBezTo>
                <a:cubicBezTo>
                  <a:pt x="1442" y="340"/>
                  <a:pt x="1454" y="339"/>
                  <a:pt x="1463" y="346"/>
                </a:cubicBezTo>
                <a:cubicBezTo>
                  <a:pt x="1472" y="353"/>
                  <a:pt x="1473" y="365"/>
                  <a:pt x="1466" y="374"/>
                </a:cubicBezTo>
                <a:cubicBezTo>
                  <a:pt x="1462" y="379"/>
                  <a:pt x="1456" y="381"/>
                  <a:pt x="1450" y="381"/>
                </a:cubicBezTo>
                <a:cubicBezTo>
                  <a:pt x="1446" y="381"/>
                  <a:pt x="1442" y="380"/>
                  <a:pt x="1438" y="377"/>
                </a:cubicBezTo>
                <a:close/>
                <a:moveTo>
                  <a:pt x="1300" y="269"/>
                </a:moveTo>
                <a:cubicBezTo>
                  <a:pt x="1304" y="259"/>
                  <a:pt x="1316" y="255"/>
                  <a:pt x="1326" y="259"/>
                </a:cubicBezTo>
                <a:cubicBezTo>
                  <a:pt x="1336" y="264"/>
                  <a:pt x="1340" y="276"/>
                  <a:pt x="1336" y="286"/>
                </a:cubicBezTo>
                <a:cubicBezTo>
                  <a:pt x="1332" y="293"/>
                  <a:pt x="1325" y="298"/>
                  <a:pt x="1317" y="298"/>
                </a:cubicBezTo>
                <a:cubicBezTo>
                  <a:pt x="1315" y="298"/>
                  <a:pt x="1312" y="297"/>
                  <a:pt x="1309" y="295"/>
                </a:cubicBezTo>
                <a:cubicBezTo>
                  <a:pt x="1299" y="291"/>
                  <a:pt x="1295" y="279"/>
                  <a:pt x="1300" y="269"/>
                </a:cubicBezTo>
                <a:close/>
                <a:moveTo>
                  <a:pt x="1729" y="896"/>
                </a:moveTo>
                <a:cubicBezTo>
                  <a:pt x="1733" y="900"/>
                  <a:pt x="1735" y="905"/>
                  <a:pt x="1735" y="910"/>
                </a:cubicBezTo>
                <a:cubicBezTo>
                  <a:pt x="1735" y="915"/>
                  <a:pt x="1733" y="920"/>
                  <a:pt x="1729" y="924"/>
                </a:cubicBezTo>
                <a:cubicBezTo>
                  <a:pt x="1725" y="928"/>
                  <a:pt x="1720" y="930"/>
                  <a:pt x="1715" y="930"/>
                </a:cubicBezTo>
                <a:cubicBezTo>
                  <a:pt x="1709" y="930"/>
                  <a:pt x="1704" y="928"/>
                  <a:pt x="1701" y="924"/>
                </a:cubicBezTo>
                <a:cubicBezTo>
                  <a:pt x="1697" y="920"/>
                  <a:pt x="1695" y="915"/>
                  <a:pt x="1695" y="910"/>
                </a:cubicBezTo>
                <a:cubicBezTo>
                  <a:pt x="1695" y="905"/>
                  <a:pt x="1697" y="899"/>
                  <a:pt x="1701" y="896"/>
                </a:cubicBezTo>
                <a:cubicBezTo>
                  <a:pt x="1708" y="888"/>
                  <a:pt x="1721" y="888"/>
                  <a:pt x="1729" y="896"/>
                </a:cubicBezTo>
                <a:close/>
                <a:moveTo>
                  <a:pt x="256" y="624"/>
                </a:moveTo>
                <a:cubicBezTo>
                  <a:pt x="248" y="616"/>
                  <a:pt x="248" y="603"/>
                  <a:pt x="256" y="595"/>
                </a:cubicBezTo>
                <a:cubicBezTo>
                  <a:pt x="264" y="588"/>
                  <a:pt x="276" y="588"/>
                  <a:pt x="284" y="595"/>
                </a:cubicBezTo>
                <a:cubicBezTo>
                  <a:pt x="353" y="664"/>
                  <a:pt x="353" y="664"/>
                  <a:pt x="353" y="664"/>
                </a:cubicBezTo>
                <a:cubicBezTo>
                  <a:pt x="421" y="595"/>
                  <a:pt x="421" y="595"/>
                  <a:pt x="421" y="595"/>
                </a:cubicBezTo>
                <a:cubicBezTo>
                  <a:pt x="429" y="588"/>
                  <a:pt x="441" y="588"/>
                  <a:pt x="449" y="595"/>
                </a:cubicBezTo>
                <a:cubicBezTo>
                  <a:pt x="457" y="603"/>
                  <a:pt x="457" y="616"/>
                  <a:pt x="449" y="624"/>
                </a:cubicBezTo>
                <a:cubicBezTo>
                  <a:pt x="381" y="692"/>
                  <a:pt x="381" y="692"/>
                  <a:pt x="381" y="692"/>
                </a:cubicBezTo>
                <a:cubicBezTo>
                  <a:pt x="449" y="760"/>
                  <a:pt x="449" y="760"/>
                  <a:pt x="449" y="760"/>
                </a:cubicBezTo>
                <a:cubicBezTo>
                  <a:pt x="457" y="768"/>
                  <a:pt x="457" y="781"/>
                  <a:pt x="449" y="789"/>
                </a:cubicBezTo>
                <a:cubicBezTo>
                  <a:pt x="445" y="792"/>
                  <a:pt x="440" y="794"/>
                  <a:pt x="435" y="794"/>
                </a:cubicBezTo>
                <a:cubicBezTo>
                  <a:pt x="430" y="794"/>
                  <a:pt x="425" y="792"/>
                  <a:pt x="421" y="789"/>
                </a:cubicBezTo>
                <a:cubicBezTo>
                  <a:pt x="353" y="720"/>
                  <a:pt x="353" y="720"/>
                  <a:pt x="353" y="720"/>
                </a:cubicBezTo>
                <a:cubicBezTo>
                  <a:pt x="284" y="789"/>
                  <a:pt x="284" y="789"/>
                  <a:pt x="284" y="789"/>
                </a:cubicBezTo>
                <a:cubicBezTo>
                  <a:pt x="280" y="792"/>
                  <a:pt x="275" y="794"/>
                  <a:pt x="270" y="794"/>
                </a:cubicBezTo>
                <a:cubicBezTo>
                  <a:pt x="265" y="794"/>
                  <a:pt x="260" y="792"/>
                  <a:pt x="256" y="789"/>
                </a:cubicBezTo>
                <a:cubicBezTo>
                  <a:pt x="248" y="781"/>
                  <a:pt x="248" y="768"/>
                  <a:pt x="256" y="760"/>
                </a:cubicBezTo>
                <a:cubicBezTo>
                  <a:pt x="324" y="692"/>
                  <a:pt x="324" y="692"/>
                  <a:pt x="324" y="692"/>
                </a:cubicBezTo>
                <a:lnTo>
                  <a:pt x="256" y="624"/>
                </a:lnTo>
                <a:close/>
                <a:moveTo>
                  <a:pt x="635" y="435"/>
                </a:moveTo>
                <a:cubicBezTo>
                  <a:pt x="693" y="376"/>
                  <a:pt x="693" y="376"/>
                  <a:pt x="693" y="376"/>
                </a:cubicBezTo>
                <a:cubicBezTo>
                  <a:pt x="635" y="318"/>
                  <a:pt x="635" y="318"/>
                  <a:pt x="635" y="318"/>
                </a:cubicBezTo>
                <a:cubicBezTo>
                  <a:pt x="627" y="311"/>
                  <a:pt x="627" y="298"/>
                  <a:pt x="635" y="290"/>
                </a:cubicBezTo>
                <a:cubicBezTo>
                  <a:pt x="643" y="282"/>
                  <a:pt x="655" y="282"/>
                  <a:pt x="663" y="290"/>
                </a:cubicBezTo>
                <a:cubicBezTo>
                  <a:pt x="721" y="348"/>
                  <a:pt x="721" y="348"/>
                  <a:pt x="721" y="348"/>
                </a:cubicBezTo>
                <a:cubicBezTo>
                  <a:pt x="779" y="290"/>
                  <a:pt x="779" y="290"/>
                  <a:pt x="779" y="290"/>
                </a:cubicBezTo>
                <a:cubicBezTo>
                  <a:pt x="787" y="282"/>
                  <a:pt x="800" y="282"/>
                  <a:pt x="808" y="290"/>
                </a:cubicBezTo>
                <a:cubicBezTo>
                  <a:pt x="815" y="298"/>
                  <a:pt x="815" y="311"/>
                  <a:pt x="808" y="318"/>
                </a:cubicBezTo>
                <a:cubicBezTo>
                  <a:pt x="750" y="376"/>
                  <a:pt x="750" y="376"/>
                  <a:pt x="750" y="376"/>
                </a:cubicBezTo>
                <a:cubicBezTo>
                  <a:pt x="808" y="435"/>
                  <a:pt x="808" y="435"/>
                  <a:pt x="808" y="435"/>
                </a:cubicBezTo>
                <a:cubicBezTo>
                  <a:pt x="815" y="442"/>
                  <a:pt x="815" y="455"/>
                  <a:pt x="808" y="463"/>
                </a:cubicBezTo>
                <a:cubicBezTo>
                  <a:pt x="804" y="467"/>
                  <a:pt x="799" y="469"/>
                  <a:pt x="793" y="469"/>
                </a:cubicBezTo>
                <a:cubicBezTo>
                  <a:pt x="788" y="469"/>
                  <a:pt x="783" y="467"/>
                  <a:pt x="779" y="463"/>
                </a:cubicBezTo>
                <a:cubicBezTo>
                  <a:pt x="721" y="405"/>
                  <a:pt x="721" y="405"/>
                  <a:pt x="721" y="405"/>
                </a:cubicBezTo>
                <a:cubicBezTo>
                  <a:pt x="663" y="463"/>
                  <a:pt x="663" y="463"/>
                  <a:pt x="663" y="463"/>
                </a:cubicBezTo>
                <a:cubicBezTo>
                  <a:pt x="659" y="467"/>
                  <a:pt x="654" y="469"/>
                  <a:pt x="649" y="469"/>
                </a:cubicBezTo>
                <a:cubicBezTo>
                  <a:pt x="644" y="469"/>
                  <a:pt x="639" y="467"/>
                  <a:pt x="635" y="463"/>
                </a:cubicBezTo>
                <a:cubicBezTo>
                  <a:pt x="627" y="455"/>
                  <a:pt x="627" y="442"/>
                  <a:pt x="635" y="435"/>
                </a:cubicBezTo>
                <a:close/>
                <a:moveTo>
                  <a:pt x="1499" y="1137"/>
                </a:moveTo>
                <a:cubicBezTo>
                  <a:pt x="1431" y="1205"/>
                  <a:pt x="1431" y="1205"/>
                  <a:pt x="1431" y="1205"/>
                </a:cubicBezTo>
                <a:cubicBezTo>
                  <a:pt x="1499" y="1274"/>
                  <a:pt x="1499" y="1274"/>
                  <a:pt x="1499" y="1274"/>
                </a:cubicBezTo>
                <a:cubicBezTo>
                  <a:pt x="1507" y="1281"/>
                  <a:pt x="1507" y="1294"/>
                  <a:pt x="1499" y="1302"/>
                </a:cubicBezTo>
                <a:cubicBezTo>
                  <a:pt x="1496" y="1306"/>
                  <a:pt x="1490" y="1308"/>
                  <a:pt x="1485" y="1308"/>
                </a:cubicBezTo>
                <a:cubicBezTo>
                  <a:pt x="1480" y="1308"/>
                  <a:pt x="1475" y="1306"/>
                  <a:pt x="1471" y="1302"/>
                </a:cubicBezTo>
                <a:cubicBezTo>
                  <a:pt x="1403" y="1234"/>
                  <a:pt x="1403" y="1234"/>
                  <a:pt x="1403" y="1234"/>
                </a:cubicBezTo>
                <a:cubicBezTo>
                  <a:pt x="1335" y="1302"/>
                  <a:pt x="1335" y="1302"/>
                  <a:pt x="1335" y="1302"/>
                </a:cubicBezTo>
                <a:cubicBezTo>
                  <a:pt x="1331" y="1306"/>
                  <a:pt x="1326" y="1308"/>
                  <a:pt x="1321" y="1308"/>
                </a:cubicBezTo>
                <a:cubicBezTo>
                  <a:pt x="1315" y="1308"/>
                  <a:pt x="1310" y="1306"/>
                  <a:pt x="1306" y="1302"/>
                </a:cubicBezTo>
                <a:cubicBezTo>
                  <a:pt x="1299" y="1294"/>
                  <a:pt x="1299" y="1281"/>
                  <a:pt x="1306" y="1274"/>
                </a:cubicBezTo>
                <a:cubicBezTo>
                  <a:pt x="1375" y="1205"/>
                  <a:pt x="1375" y="1205"/>
                  <a:pt x="1375" y="1205"/>
                </a:cubicBezTo>
                <a:cubicBezTo>
                  <a:pt x="1306" y="1137"/>
                  <a:pt x="1306" y="1137"/>
                  <a:pt x="1306" y="1137"/>
                </a:cubicBezTo>
                <a:cubicBezTo>
                  <a:pt x="1299" y="1129"/>
                  <a:pt x="1299" y="1117"/>
                  <a:pt x="1306" y="1109"/>
                </a:cubicBezTo>
                <a:cubicBezTo>
                  <a:pt x="1314" y="1101"/>
                  <a:pt x="1327" y="1101"/>
                  <a:pt x="1335" y="1109"/>
                </a:cubicBezTo>
                <a:cubicBezTo>
                  <a:pt x="1403" y="1177"/>
                  <a:pt x="1403" y="1177"/>
                  <a:pt x="1403" y="1177"/>
                </a:cubicBezTo>
                <a:cubicBezTo>
                  <a:pt x="1471" y="1109"/>
                  <a:pt x="1471" y="1109"/>
                  <a:pt x="1471" y="1109"/>
                </a:cubicBezTo>
                <a:cubicBezTo>
                  <a:pt x="1479" y="1101"/>
                  <a:pt x="1492" y="1101"/>
                  <a:pt x="1499" y="1109"/>
                </a:cubicBezTo>
                <a:cubicBezTo>
                  <a:pt x="1507" y="1117"/>
                  <a:pt x="1507" y="1129"/>
                  <a:pt x="1499" y="1137"/>
                </a:cubicBezTo>
                <a:close/>
                <a:moveTo>
                  <a:pt x="861" y="1654"/>
                </a:moveTo>
                <a:cubicBezTo>
                  <a:pt x="869" y="1662"/>
                  <a:pt x="869" y="1674"/>
                  <a:pt x="861" y="1682"/>
                </a:cubicBezTo>
                <a:cubicBezTo>
                  <a:pt x="857" y="1686"/>
                  <a:pt x="852" y="1688"/>
                  <a:pt x="847" y="1688"/>
                </a:cubicBezTo>
                <a:cubicBezTo>
                  <a:pt x="842" y="1688"/>
                  <a:pt x="837" y="1686"/>
                  <a:pt x="833" y="1682"/>
                </a:cubicBezTo>
                <a:cubicBezTo>
                  <a:pt x="762" y="1612"/>
                  <a:pt x="762" y="1612"/>
                  <a:pt x="762" y="1612"/>
                </a:cubicBezTo>
                <a:cubicBezTo>
                  <a:pt x="692" y="1682"/>
                  <a:pt x="692" y="1682"/>
                  <a:pt x="692" y="1682"/>
                </a:cubicBezTo>
                <a:cubicBezTo>
                  <a:pt x="688" y="1686"/>
                  <a:pt x="683" y="1688"/>
                  <a:pt x="678" y="1688"/>
                </a:cubicBezTo>
                <a:cubicBezTo>
                  <a:pt x="672" y="1688"/>
                  <a:pt x="667" y="1686"/>
                  <a:pt x="663" y="1682"/>
                </a:cubicBezTo>
                <a:cubicBezTo>
                  <a:pt x="656" y="1674"/>
                  <a:pt x="656" y="1662"/>
                  <a:pt x="663" y="1654"/>
                </a:cubicBezTo>
                <a:cubicBezTo>
                  <a:pt x="734" y="1584"/>
                  <a:pt x="734" y="1584"/>
                  <a:pt x="734" y="1584"/>
                </a:cubicBezTo>
                <a:cubicBezTo>
                  <a:pt x="663" y="1513"/>
                  <a:pt x="663" y="1513"/>
                  <a:pt x="663" y="1513"/>
                </a:cubicBezTo>
                <a:cubicBezTo>
                  <a:pt x="656" y="1505"/>
                  <a:pt x="656" y="1493"/>
                  <a:pt x="663" y="1485"/>
                </a:cubicBezTo>
                <a:cubicBezTo>
                  <a:pt x="671" y="1477"/>
                  <a:pt x="684" y="1477"/>
                  <a:pt x="692" y="1485"/>
                </a:cubicBezTo>
                <a:cubicBezTo>
                  <a:pt x="762" y="1555"/>
                  <a:pt x="762" y="1555"/>
                  <a:pt x="762" y="1555"/>
                </a:cubicBezTo>
                <a:cubicBezTo>
                  <a:pt x="833" y="1485"/>
                  <a:pt x="833" y="1485"/>
                  <a:pt x="833" y="1485"/>
                </a:cubicBezTo>
                <a:cubicBezTo>
                  <a:pt x="840" y="1477"/>
                  <a:pt x="853" y="1477"/>
                  <a:pt x="861" y="1485"/>
                </a:cubicBezTo>
                <a:cubicBezTo>
                  <a:pt x="869" y="1493"/>
                  <a:pt x="869" y="1505"/>
                  <a:pt x="861" y="1513"/>
                </a:cubicBezTo>
                <a:cubicBezTo>
                  <a:pt x="791" y="1584"/>
                  <a:pt x="791" y="1584"/>
                  <a:pt x="791" y="1584"/>
                </a:cubicBezTo>
                <a:lnTo>
                  <a:pt x="861" y="1654"/>
                </a:ln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9" name="Freeform 545">
            <a:extLst>
              <a:ext uri="{FF2B5EF4-FFF2-40B4-BE49-F238E27FC236}">
                <a16:creationId xmlns:a16="http://schemas.microsoft.com/office/drawing/2014/main" id="{101555F3-21D1-AA2A-C38B-617E550206B1}"/>
              </a:ext>
            </a:extLst>
          </p:cNvPr>
          <p:cNvSpPr>
            <a:spLocks noEditPoints="1"/>
          </p:cNvSpPr>
          <p:nvPr/>
        </p:nvSpPr>
        <p:spPr bwMode="auto">
          <a:xfrm>
            <a:off x="7737177" y="2887492"/>
            <a:ext cx="466280" cy="346190"/>
          </a:xfrm>
          <a:custGeom>
            <a:avLst/>
            <a:gdLst>
              <a:gd name="T0" fmla="*/ 705 w 1367"/>
              <a:gd name="T1" fmla="*/ 86 h 1048"/>
              <a:gd name="T2" fmla="*/ 758 w 1367"/>
              <a:gd name="T3" fmla="*/ 516 h 1048"/>
              <a:gd name="T4" fmla="*/ 758 w 1367"/>
              <a:gd name="T5" fmla="*/ 545 h 1048"/>
              <a:gd name="T6" fmla="*/ 705 w 1367"/>
              <a:gd name="T7" fmla="*/ 963 h 1048"/>
              <a:gd name="T8" fmla="*/ 1067 w 1367"/>
              <a:gd name="T9" fmla="*/ 530 h 1048"/>
              <a:gd name="T10" fmla="*/ 609 w 1367"/>
              <a:gd name="T11" fmla="*/ 169 h 1048"/>
              <a:gd name="T12" fmla="*/ 609 w 1367"/>
              <a:gd name="T13" fmla="*/ 1017 h 1048"/>
              <a:gd name="T14" fmla="*/ 878 w 1367"/>
              <a:gd name="T15" fmla="*/ 530 h 1048"/>
              <a:gd name="T16" fmla="*/ 24 w 1367"/>
              <a:gd name="T17" fmla="*/ 540 h 1048"/>
              <a:gd name="T18" fmla="*/ 86 w 1367"/>
              <a:gd name="T19" fmla="*/ 530 h 1048"/>
              <a:gd name="T20" fmla="*/ 130 w 1367"/>
              <a:gd name="T21" fmla="*/ 545 h 1048"/>
              <a:gd name="T22" fmla="*/ 179 w 1367"/>
              <a:gd name="T23" fmla="*/ 541 h 1048"/>
              <a:gd name="T24" fmla="*/ 1127 w 1367"/>
              <a:gd name="T25" fmla="*/ 520 h 1048"/>
              <a:gd name="T26" fmla="*/ 1107 w 1367"/>
              <a:gd name="T27" fmla="*/ 520 h 1048"/>
              <a:gd name="T28" fmla="*/ 1225 w 1367"/>
              <a:gd name="T29" fmla="*/ 530 h 1048"/>
              <a:gd name="T30" fmla="*/ 1268 w 1367"/>
              <a:gd name="T31" fmla="*/ 540 h 1048"/>
              <a:gd name="T32" fmla="*/ 1272 w 1367"/>
              <a:gd name="T33" fmla="*/ 530 h 1048"/>
              <a:gd name="T34" fmla="*/ 4 w 1367"/>
              <a:gd name="T35" fmla="*/ 110 h 1048"/>
              <a:gd name="T36" fmla="*/ 186 w 1367"/>
              <a:gd name="T37" fmla="*/ 100 h 1048"/>
              <a:gd name="T38" fmla="*/ 119 w 1367"/>
              <a:gd name="T39" fmla="*/ 114 h 1048"/>
              <a:gd name="T40" fmla="*/ 52 w 1367"/>
              <a:gd name="T41" fmla="*/ 100 h 1048"/>
              <a:gd name="T42" fmla="*/ 286 w 1367"/>
              <a:gd name="T43" fmla="*/ 90 h 1048"/>
              <a:gd name="T44" fmla="*/ 267 w 1367"/>
              <a:gd name="T45" fmla="*/ 90 h 1048"/>
              <a:gd name="T46" fmla="*/ 272 w 1367"/>
              <a:gd name="T47" fmla="*/ 16 h 1048"/>
              <a:gd name="T48" fmla="*/ 333 w 1367"/>
              <a:gd name="T49" fmla="*/ 86 h 1048"/>
              <a:gd name="T50" fmla="*/ 295 w 1367"/>
              <a:gd name="T51" fmla="*/ 58 h 1048"/>
              <a:gd name="T52" fmla="*/ 361 w 1367"/>
              <a:gd name="T53" fmla="*/ 90 h 1048"/>
              <a:gd name="T54" fmla="*/ 304 w 1367"/>
              <a:gd name="T55" fmla="*/ 168 h 1048"/>
              <a:gd name="T56" fmla="*/ 322 w 1367"/>
              <a:gd name="T57" fmla="*/ 137 h 1048"/>
              <a:gd name="T58" fmla="*/ 248 w 1367"/>
              <a:gd name="T59" fmla="*/ 195 h 1048"/>
              <a:gd name="T60" fmla="*/ 258 w 1367"/>
              <a:gd name="T61" fmla="*/ 199 h 1048"/>
              <a:gd name="T62" fmla="*/ 4 w 1367"/>
              <a:gd name="T63" fmla="*/ 959 h 1048"/>
              <a:gd name="T64" fmla="*/ 52 w 1367"/>
              <a:gd name="T65" fmla="*/ 949 h 1048"/>
              <a:gd name="T66" fmla="*/ 224 w 1367"/>
              <a:gd name="T67" fmla="*/ 935 h 1048"/>
              <a:gd name="T68" fmla="*/ 133 w 1367"/>
              <a:gd name="T69" fmla="*/ 949 h 1048"/>
              <a:gd name="T70" fmla="*/ 286 w 1367"/>
              <a:gd name="T71" fmla="*/ 959 h 1048"/>
              <a:gd name="T72" fmla="*/ 291 w 1367"/>
              <a:gd name="T73" fmla="*/ 949 h 1048"/>
              <a:gd name="T74" fmla="*/ 272 w 1367"/>
              <a:gd name="T75" fmla="*/ 864 h 1048"/>
              <a:gd name="T76" fmla="*/ 295 w 1367"/>
              <a:gd name="T77" fmla="*/ 907 h 1048"/>
              <a:gd name="T78" fmla="*/ 333 w 1367"/>
              <a:gd name="T79" fmla="*/ 935 h 1048"/>
              <a:gd name="T80" fmla="*/ 381 w 1367"/>
              <a:gd name="T81" fmla="*/ 959 h 1048"/>
              <a:gd name="T82" fmla="*/ 345 w 1367"/>
              <a:gd name="T83" fmla="*/ 969 h 1048"/>
              <a:gd name="T84" fmla="*/ 307 w 1367"/>
              <a:gd name="T85" fmla="*/ 997 h 1048"/>
              <a:gd name="T86" fmla="*/ 268 w 1367"/>
              <a:gd name="T87" fmla="*/ 1024 h 1048"/>
              <a:gd name="T88" fmla="*/ 248 w 1367"/>
              <a:gd name="T89" fmla="*/ 1024 h 1048"/>
              <a:gd name="T90" fmla="*/ 184 w 1367"/>
              <a:gd name="T91" fmla="*/ 446 h 1048"/>
              <a:gd name="T92" fmla="*/ 257 w 1367"/>
              <a:gd name="T93" fmla="*/ 511 h 1048"/>
              <a:gd name="T94" fmla="*/ 216 w 1367"/>
              <a:gd name="T95" fmla="*/ 463 h 1048"/>
              <a:gd name="T96" fmla="*/ 273 w 1367"/>
              <a:gd name="T97" fmla="*/ 520 h 1048"/>
              <a:gd name="T98" fmla="*/ 254 w 1367"/>
              <a:gd name="T99" fmla="*/ 570 h 1048"/>
              <a:gd name="T100" fmla="*/ 216 w 1367"/>
              <a:gd name="T101" fmla="*/ 598 h 1048"/>
              <a:gd name="T102" fmla="*/ 160 w 1367"/>
              <a:gd name="T103" fmla="*/ 625 h 1048"/>
              <a:gd name="T104" fmla="*/ 170 w 1367"/>
              <a:gd name="T105" fmla="*/ 629 h 1048"/>
              <a:gd name="T106" fmla="*/ 1253 w 1367"/>
              <a:gd name="T107" fmla="*/ 446 h 1048"/>
              <a:gd name="T108" fmla="*/ 1315 w 1367"/>
              <a:gd name="T109" fmla="*/ 516 h 1048"/>
              <a:gd name="T110" fmla="*/ 1277 w 1367"/>
              <a:gd name="T111" fmla="*/ 488 h 1048"/>
              <a:gd name="T112" fmla="*/ 1352 w 1367"/>
              <a:gd name="T113" fmla="*/ 545 h 1048"/>
              <a:gd name="T114" fmla="*/ 1326 w 1367"/>
              <a:gd name="T115" fmla="*/ 550 h 1048"/>
              <a:gd name="T116" fmla="*/ 1288 w 1367"/>
              <a:gd name="T117" fmla="*/ 578 h 1048"/>
              <a:gd name="T118" fmla="*/ 1249 w 1367"/>
              <a:gd name="T119" fmla="*/ 605 h 1048"/>
              <a:gd name="T120" fmla="*/ 1229 w 1367"/>
              <a:gd name="T121" fmla="*/ 605 h 10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7" h="1048">
                <a:moveTo>
                  <a:pt x="959" y="422"/>
                </a:moveTo>
                <a:cubicBezTo>
                  <a:pt x="904" y="422"/>
                  <a:pt x="858" y="463"/>
                  <a:pt x="851" y="516"/>
                </a:cubicBezTo>
                <a:cubicBezTo>
                  <a:pt x="786" y="516"/>
                  <a:pt x="786" y="516"/>
                  <a:pt x="786" y="516"/>
                </a:cubicBezTo>
                <a:cubicBezTo>
                  <a:pt x="786" y="100"/>
                  <a:pt x="786" y="100"/>
                  <a:pt x="786" y="100"/>
                </a:cubicBezTo>
                <a:cubicBezTo>
                  <a:pt x="786" y="93"/>
                  <a:pt x="780" y="86"/>
                  <a:pt x="772" y="86"/>
                </a:cubicBezTo>
                <a:cubicBezTo>
                  <a:pt x="705" y="86"/>
                  <a:pt x="705" y="86"/>
                  <a:pt x="705" y="86"/>
                </a:cubicBezTo>
                <a:cubicBezTo>
                  <a:pt x="698" y="40"/>
                  <a:pt x="658" y="4"/>
                  <a:pt x="609" y="4"/>
                </a:cubicBezTo>
                <a:cubicBezTo>
                  <a:pt x="556" y="4"/>
                  <a:pt x="513" y="47"/>
                  <a:pt x="513" y="100"/>
                </a:cubicBezTo>
                <a:cubicBezTo>
                  <a:pt x="513" y="154"/>
                  <a:pt x="556" y="197"/>
                  <a:pt x="609" y="197"/>
                </a:cubicBezTo>
                <a:cubicBezTo>
                  <a:pt x="658" y="197"/>
                  <a:pt x="698" y="161"/>
                  <a:pt x="705" y="115"/>
                </a:cubicBezTo>
                <a:cubicBezTo>
                  <a:pt x="758" y="115"/>
                  <a:pt x="758" y="115"/>
                  <a:pt x="758" y="115"/>
                </a:cubicBezTo>
                <a:cubicBezTo>
                  <a:pt x="758" y="516"/>
                  <a:pt x="758" y="516"/>
                  <a:pt x="758" y="516"/>
                </a:cubicBezTo>
                <a:cubicBezTo>
                  <a:pt x="509" y="516"/>
                  <a:pt x="509" y="516"/>
                  <a:pt x="509" y="516"/>
                </a:cubicBezTo>
                <a:cubicBezTo>
                  <a:pt x="503" y="484"/>
                  <a:pt x="474" y="460"/>
                  <a:pt x="440" y="460"/>
                </a:cubicBezTo>
                <a:cubicBezTo>
                  <a:pt x="401" y="460"/>
                  <a:pt x="369" y="491"/>
                  <a:pt x="369" y="530"/>
                </a:cubicBezTo>
                <a:cubicBezTo>
                  <a:pt x="369" y="569"/>
                  <a:pt x="401" y="601"/>
                  <a:pt x="440" y="601"/>
                </a:cubicBezTo>
                <a:cubicBezTo>
                  <a:pt x="474" y="601"/>
                  <a:pt x="503" y="577"/>
                  <a:pt x="509" y="545"/>
                </a:cubicBezTo>
                <a:cubicBezTo>
                  <a:pt x="758" y="545"/>
                  <a:pt x="758" y="545"/>
                  <a:pt x="758" y="545"/>
                </a:cubicBezTo>
                <a:cubicBezTo>
                  <a:pt x="758" y="935"/>
                  <a:pt x="758" y="935"/>
                  <a:pt x="758" y="935"/>
                </a:cubicBezTo>
                <a:cubicBezTo>
                  <a:pt x="705" y="935"/>
                  <a:pt x="705" y="935"/>
                  <a:pt x="705" y="935"/>
                </a:cubicBezTo>
                <a:cubicBezTo>
                  <a:pt x="698" y="888"/>
                  <a:pt x="658" y="852"/>
                  <a:pt x="609" y="852"/>
                </a:cubicBezTo>
                <a:cubicBezTo>
                  <a:pt x="556" y="852"/>
                  <a:pt x="513" y="896"/>
                  <a:pt x="513" y="949"/>
                </a:cubicBezTo>
                <a:cubicBezTo>
                  <a:pt x="513" y="1002"/>
                  <a:pt x="556" y="1046"/>
                  <a:pt x="609" y="1046"/>
                </a:cubicBezTo>
                <a:cubicBezTo>
                  <a:pt x="658" y="1046"/>
                  <a:pt x="698" y="1010"/>
                  <a:pt x="705" y="963"/>
                </a:cubicBezTo>
                <a:cubicBezTo>
                  <a:pt x="772" y="963"/>
                  <a:pt x="772" y="963"/>
                  <a:pt x="772" y="963"/>
                </a:cubicBezTo>
                <a:cubicBezTo>
                  <a:pt x="780" y="963"/>
                  <a:pt x="786" y="957"/>
                  <a:pt x="786" y="949"/>
                </a:cubicBezTo>
                <a:cubicBezTo>
                  <a:pt x="786" y="545"/>
                  <a:pt x="786" y="545"/>
                  <a:pt x="786" y="545"/>
                </a:cubicBezTo>
                <a:cubicBezTo>
                  <a:pt x="851" y="545"/>
                  <a:pt x="851" y="545"/>
                  <a:pt x="851" y="545"/>
                </a:cubicBezTo>
                <a:cubicBezTo>
                  <a:pt x="858" y="598"/>
                  <a:pt x="904" y="639"/>
                  <a:pt x="959" y="639"/>
                </a:cubicBezTo>
                <a:cubicBezTo>
                  <a:pt x="1018" y="639"/>
                  <a:pt x="1067" y="590"/>
                  <a:pt x="1067" y="530"/>
                </a:cubicBezTo>
                <a:cubicBezTo>
                  <a:pt x="1067" y="471"/>
                  <a:pt x="1018" y="422"/>
                  <a:pt x="959" y="422"/>
                </a:cubicBezTo>
                <a:close/>
                <a:moveTo>
                  <a:pt x="609" y="169"/>
                </a:moveTo>
                <a:cubicBezTo>
                  <a:pt x="572" y="169"/>
                  <a:pt x="541" y="138"/>
                  <a:pt x="541" y="100"/>
                </a:cubicBezTo>
                <a:cubicBezTo>
                  <a:pt x="541" y="63"/>
                  <a:pt x="572" y="32"/>
                  <a:pt x="609" y="32"/>
                </a:cubicBezTo>
                <a:cubicBezTo>
                  <a:pt x="647" y="32"/>
                  <a:pt x="678" y="63"/>
                  <a:pt x="678" y="100"/>
                </a:cubicBezTo>
                <a:cubicBezTo>
                  <a:pt x="678" y="138"/>
                  <a:pt x="647" y="169"/>
                  <a:pt x="609" y="169"/>
                </a:cubicBezTo>
                <a:close/>
                <a:moveTo>
                  <a:pt x="440" y="573"/>
                </a:moveTo>
                <a:cubicBezTo>
                  <a:pt x="417" y="573"/>
                  <a:pt x="398" y="554"/>
                  <a:pt x="398" y="530"/>
                </a:cubicBezTo>
                <a:cubicBezTo>
                  <a:pt x="398" y="507"/>
                  <a:pt x="417" y="488"/>
                  <a:pt x="440" y="488"/>
                </a:cubicBezTo>
                <a:cubicBezTo>
                  <a:pt x="463" y="488"/>
                  <a:pt x="482" y="507"/>
                  <a:pt x="482" y="530"/>
                </a:cubicBezTo>
                <a:cubicBezTo>
                  <a:pt x="482" y="554"/>
                  <a:pt x="463" y="573"/>
                  <a:pt x="440" y="573"/>
                </a:cubicBezTo>
                <a:close/>
                <a:moveTo>
                  <a:pt x="609" y="1017"/>
                </a:moveTo>
                <a:cubicBezTo>
                  <a:pt x="572" y="1017"/>
                  <a:pt x="541" y="987"/>
                  <a:pt x="541" y="949"/>
                </a:cubicBezTo>
                <a:cubicBezTo>
                  <a:pt x="541" y="911"/>
                  <a:pt x="572" y="881"/>
                  <a:pt x="609" y="881"/>
                </a:cubicBezTo>
                <a:cubicBezTo>
                  <a:pt x="647" y="881"/>
                  <a:pt x="678" y="911"/>
                  <a:pt x="678" y="949"/>
                </a:cubicBezTo>
                <a:cubicBezTo>
                  <a:pt x="678" y="987"/>
                  <a:pt x="647" y="1017"/>
                  <a:pt x="609" y="1017"/>
                </a:cubicBezTo>
                <a:close/>
                <a:moveTo>
                  <a:pt x="959" y="611"/>
                </a:moveTo>
                <a:cubicBezTo>
                  <a:pt x="914" y="611"/>
                  <a:pt x="878" y="575"/>
                  <a:pt x="878" y="530"/>
                </a:cubicBezTo>
                <a:cubicBezTo>
                  <a:pt x="878" y="486"/>
                  <a:pt x="914" y="450"/>
                  <a:pt x="959" y="450"/>
                </a:cubicBezTo>
                <a:cubicBezTo>
                  <a:pt x="1003" y="450"/>
                  <a:pt x="1039" y="486"/>
                  <a:pt x="1039" y="530"/>
                </a:cubicBezTo>
                <a:cubicBezTo>
                  <a:pt x="1039" y="575"/>
                  <a:pt x="1003" y="611"/>
                  <a:pt x="959" y="611"/>
                </a:cubicBezTo>
                <a:close/>
                <a:moveTo>
                  <a:pt x="24" y="520"/>
                </a:moveTo>
                <a:cubicBezTo>
                  <a:pt x="26" y="523"/>
                  <a:pt x="28" y="527"/>
                  <a:pt x="28" y="530"/>
                </a:cubicBezTo>
                <a:cubicBezTo>
                  <a:pt x="28" y="534"/>
                  <a:pt x="26" y="538"/>
                  <a:pt x="24" y="540"/>
                </a:cubicBezTo>
                <a:cubicBezTo>
                  <a:pt x="21" y="543"/>
                  <a:pt x="17" y="545"/>
                  <a:pt x="14" y="545"/>
                </a:cubicBezTo>
                <a:cubicBezTo>
                  <a:pt x="10" y="545"/>
                  <a:pt x="6" y="543"/>
                  <a:pt x="4" y="540"/>
                </a:cubicBezTo>
                <a:cubicBezTo>
                  <a:pt x="1" y="538"/>
                  <a:pt x="0" y="534"/>
                  <a:pt x="0" y="530"/>
                </a:cubicBezTo>
                <a:cubicBezTo>
                  <a:pt x="0" y="527"/>
                  <a:pt x="1" y="523"/>
                  <a:pt x="3" y="520"/>
                </a:cubicBezTo>
                <a:cubicBezTo>
                  <a:pt x="9" y="515"/>
                  <a:pt x="18" y="515"/>
                  <a:pt x="24" y="520"/>
                </a:cubicBezTo>
                <a:close/>
                <a:moveTo>
                  <a:pt x="86" y="530"/>
                </a:moveTo>
                <a:cubicBezTo>
                  <a:pt x="86" y="538"/>
                  <a:pt x="80" y="545"/>
                  <a:pt x="72" y="545"/>
                </a:cubicBezTo>
                <a:cubicBezTo>
                  <a:pt x="64" y="545"/>
                  <a:pt x="58" y="538"/>
                  <a:pt x="58" y="530"/>
                </a:cubicBezTo>
                <a:cubicBezTo>
                  <a:pt x="58" y="523"/>
                  <a:pt x="64" y="516"/>
                  <a:pt x="72" y="516"/>
                </a:cubicBezTo>
                <a:cubicBezTo>
                  <a:pt x="80" y="516"/>
                  <a:pt x="86" y="523"/>
                  <a:pt x="86" y="530"/>
                </a:cubicBezTo>
                <a:close/>
                <a:moveTo>
                  <a:pt x="144" y="530"/>
                </a:moveTo>
                <a:cubicBezTo>
                  <a:pt x="144" y="538"/>
                  <a:pt x="138" y="545"/>
                  <a:pt x="130" y="545"/>
                </a:cubicBezTo>
                <a:cubicBezTo>
                  <a:pt x="122" y="545"/>
                  <a:pt x="116" y="538"/>
                  <a:pt x="116" y="530"/>
                </a:cubicBezTo>
                <a:cubicBezTo>
                  <a:pt x="116" y="523"/>
                  <a:pt x="122" y="516"/>
                  <a:pt x="130" y="516"/>
                </a:cubicBezTo>
                <a:cubicBezTo>
                  <a:pt x="138" y="516"/>
                  <a:pt x="144" y="523"/>
                  <a:pt x="144" y="530"/>
                </a:cubicBezTo>
                <a:close/>
                <a:moveTo>
                  <a:pt x="198" y="540"/>
                </a:moveTo>
                <a:cubicBezTo>
                  <a:pt x="196" y="543"/>
                  <a:pt x="192" y="545"/>
                  <a:pt x="188" y="545"/>
                </a:cubicBezTo>
                <a:cubicBezTo>
                  <a:pt x="185" y="545"/>
                  <a:pt x="181" y="543"/>
                  <a:pt x="179" y="541"/>
                </a:cubicBezTo>
                <a:cubicBezTo>
                  <a:pt x="176" y="538"/>
                  <a:pt x="174" y="534"/>
                  <a:pt x="174" y="530"/>
                </a:cubicBezTo>
                <a:cubicBezTo>
                  <a:pt x="174" y="527"/>
                  <a:pt x="176" y="523"/>
                  <a:pt x="178" y="520"/>
                </a:cubicBezTo>
                <a:cubicBezTo>
                  <a:pt x="184" y="515"/>
                  <a:pt x="193" y="515"/>
                  <a:pt x="198" y="520"/>
                </a:cubicBezTo>
                <a:cubicBezTo>
                  <a:pt x="201" y="523"/>
                  <a:pt x="203" y="527"/>
                  <a:pt x="203" y="530"/>
                </a:cubicBezTo>
                <a:cubicBezTo>
                  <a:pt x="203" y="534"/>
                  <a:pt x="201" y="538"/>
                  <a:pt x="198" y="540"/>
                </a:cubicBezTo>
                <a:close/>
                <a:moveTo>
                  <a:pt x="1127" y="520"/>
                </a:moveTo>
                <a:cubicBezTo>
                  <a:pt x="1130" y="523"/>
                  <a:pt x="1131" y="527"/>
                  <a:pt x="1131" y="530"/>
                </a:cubicBezTo>
                <a:cubicBezTo>
                  <a:pt x="1131" y="534"/>
                  <a:pt x="1130" y="538"/>
                  <a:pt x="1127" y="540"/>
                </a:cubicBezTo>
                <a:cubicBezTo>
                  <a:pt x="1125" y="543"/>
                  <a:pt x="1121" y="545"/>
                  <a:pt x="1117" y="545"/>
                </a:cubicBezTo>
                <a:cubicBezTo>
                  <a:pt x="1113" y="545"/>
                  <a:pt x="1110" y="543"/>
                  <a:pt x="1107" y="540"/>
                </a:cubicBezTo>
                <a:cubicBezTo>
                  <a:pt x="1104" y="538"/>
                  <a:pt x="1103" y="534"/>
                  <a:pt x="1103" y="530"/>
                </a:cubicBezTo>
                <a:cubicBezTo>
                  <a:pt x="1103" y="527"/>
                  <a:pt x="1104" y="523"/>
                  <a:pt x="1107" y="520"/>
                </a:cubicBezTo>
                <a:cubicBezTo>
                  <a:pt x="1113" y="515"/>
                  <a:pt x="1122" y="515"/>
                  <a:pt x="1127" y="520"/>
                </a:cubicBezTo>
                <a:close/>
                <a:moveTo>
                  <a:pt x="1225" y="530"/>
                </a:moveTo>
                <a:cubicBezTo>
                  <a:pt x="1225" y="538"/>
                  <a:pt x="1219" y="545"/>
                  <a:pt x="1211" y="545"/>
                </a:cubicBezTo>
                <a:cubicBezTo>
                  <a:pt x="1203" y="545"/>
                  <a:pt x="1197" y="538"/>
                  <a:pt x="1197" y="530"/>
                </a:cubicBezTo>
                <a:cubicBezTo>
                  <a:pt x="1197" y="523"/>
                  <a:pt x="1203" y="516"/>
                  <a:pt x="1211" y="516"/>
                </a:cubicBezTo>
                <a:cubicBezTo>
                  <a:pt x="1219" y="516"/>
                  <a:pt x="1225" y="523"/>
                  <a:pt x="1225" y="530"/>
                </a:cubicBezTo>
                <a:close/>
                <a:moveTo>
                  <a:pt x="1178" y="530"/>
                </a:moveTo>
                <a:cubicBezTo>
                  <a:pt x="1178" y="538"/>
                  <a:pt x="1172" y="545"/>
                  <a:pt x="1164" y="545"/>
                </a:cubicBezTo>
                <a:cubicBezTo>
                  <a:pt x="1156" y="545"/>
                  <a:pt x="1150" y="538"/>
                  <a:pt x="1150" y="530"/>
                </a:cubicBezTo>
                <a:cubicBezTo>
                  <a:pt x="1150" y="523"/>
                  <a:pt x="1156" y="516"/>
                  <a:pt x="1164" y="516"/>
                </a:cubicBezTo>
                <a:cubicBezTo>
                  <a:pt x="1172" y="516"/>
                  <a:pt x="1178" y="523"/>
                  <a:pt x="1178" y="530"/>
                </a:cubicBezTo>
                <a:close/>
                <a:moveTo>
                  <a:pt x="1268" y="540"/>
                </a:moveTo>
                <a:cubicBezTo>
                  <a:pt x="1265" y="543"/>
                  <a:pt x="1261" y="545"/>
                  <a:pt x="1258" y="545"/>
                </a:cubicBezTo>
                <a:cubicBezTo>
                  <a:pt x="1254" y="545"/>
                  <a:pt x="1251" y="543"/>
                  <a:pt x="1248" y="541"/>
                </a:cubicBezTo>
                <a:cubicBezTo>
                  <a:pt x="1245" y="538"/>
                  <a:pt x="1244" y="534"/>
                  <a:pt x="1244" y="530"/>
                </a:cubicBezTo>
                <a:cubicBezTo>
                  <a:pt x="1244" y="527"/>
                  <a:pt x="1245" y="523"/>
                  <a:pt x="1248" y="520"/>
                </a:cubicBezTo>
                <a:cubicBezTo>
                  <a:pt x="1253" y="515"/>
                  <a:pt x="1262" y="515"/>
                  <a:pt x="1268" y="520"/>
                </a:cubicBezTo>
                <a:cubicBezTo>
                  <a:pt x="1270" y="523"/>
                  <a:pt x="1272" y="527"/>
                  <a:pt x="1272" y="530"/>
                </a:cubicBezTo>
                <a:cubicBezTo>
                  <a:pt x="1272" y="534"/>
                  <a:pt x="1270" y="538"/>
                  <a:pt x="1268" y="540"/>
                </a:cubicBezTo>
                <a:close/>
                <a:moveTo>
                  <a:pt x="24" y="90"/>
                </a:moveTo>
                <a:cubicBezTo>
                  <a:pt x="26" y="93"/>
                  <a:pt x="28" y="96"/>
                  <a:pt x="28" y="100"/>
                </a:cubicBezTo>
                <a:cubicBezTo>
                  <a:pt x="28" y="104"/>
                  <a:pt x="26" y="108"/>
                  <a:pt x="24" y="110"/>
                </a:cubicBezTo>
                <a:cubicBezTo>
                  <a:pt x="21" y="113"/>
                  <a:pt x="17" y="114"/>
                  <a:pt x="14" y="114"/>
                </a:cubicBezTo>
                <a:cubicBezTo>
                  <a:pt x="10" y="114"/>
                  <a:pt x="6" y="113"/>
                  <a:pt x="4" y="110"/>
                </a:cubicBezTo>
                <a:cubicBezTo>
                  <a:pt x="1" y="108"/>
                  <a:pt x="0" y="104"/>
                  <a:pt x="0" y="100"/>
                </a:cubicBezTo>
                <a:cubicBezTo>
                  <a:pt x="0" y="96"/>
                  <a:pt x="1" y="93"/>
                  <a:pt x="4" y="90"/>
                </a:cubicBezTo>
                <a:cubicBezTo>
                  <a:pt x="9" y="85"/>
                  <a:pt x="18" y="85"/>
                  <a:pt x="24" y="90"/>
                </a:cubicBezTo>
                <a:close/>
                <a:moveTo>
                  <a:pt x="157" y="100"/>
                </a:moveTo>
                <a:cubicBezTo>
                  <a:pt x="157" y="93"/>
                  <a:pt x="163" y="86"/>
                  <a:pt x="171" y="86"/>
                </a:cubicBezTo>
                <a:cubicBezTo>
                  <a:pt x="179" y="86"/>
                  <a:pt x="186" y="93"/>
                  <a:pt x="186" y="100"/>
                </a:cubicBezTo>
                <a:cubicBezTo>
                  <a:pt x="186" y="108"/>
                  <a:pt x="179" y="114"/>
                  <a:pt x="171" y="114"/>
                </a:cubicBezTo>
                <a:cubicBezTo>
                  <a:pt x="163" y="114"/>
                  <a:pt x="157" y="108"/>
                  <a:pt x="157" y="100"/>
                </a:cubicBezTo>
                <a:close/>
                <a:moveTo>
                  <a:pt x="105" y="100"/>
                </a:moveTo>
                <a:cubicBezTo>
                  <a:pt x="105" y="93"/>
                  <a:pt x="111" y="86"/>
                  <a:pt x="119" y="86"/>
                </a:cubicBezTo>
                <a:cubicBezTo>
                  <a:pt x="127" y="86"/>
                  <a:pt x="133" y="93"/>
                  <a:pt x="133" y="100"/>
                </a:cubicBezTo>
                <a:cubicBezTo>
                  <a:pt x="133" y="108"/>
                  <a:pt x="127" y="114"/>
                  <a:pt x="119" y="114"/>
                </a:cubicBezTo>
                <a:cubicBezTo>
                  <a:pt x="111" y="114"/>
                  <a:pt x="105" y="108"/>
                  <a:pt x="105" y="100"/>
                </a:cubicBezTo>
                <a:close/>
                <a:moveTo>
                  <a:pt x="52" y="100"/>
                </a:moveTo>
                <a:cubicBezTo>
                  <a:pt x="52" y="93"/>
                  <a:pt x="58" y="86"/>
                  <a:pt x="66" y="86"/>
                </a:cubicBezTo>
                <a:cubicBezTo>
                  <a:pt x="74" y="86"/>
                  <a:pt x="80" y="93"/>
                  <a:pt x="80" y="100"/>
                </a:cubicBezTo>
                <a:cubicBezTo>
                  <a:pt x="80" y="108"/>
                  <a:pt x="74" y="114"/>
                  <a:pt x="66" y="114"/>
                </a:cubicBezTo>
                <a:cubicBezTo>
                  <a:pt x="58" y="114"/>
                  <a:pt x="52" y="108"/>
                  <a:pt x="52" y="100"/>
                </a:cubicBezTo>
                <a:close/>
                <a:moveTo>
                  <a:pt x="210" y="100"/>
                </a:moveTo>
                <a:cubicBezTo>
                  <a:pt x="210" y="93"/>
                  <a:pt x="216" y="86"/>
                  <a:pt x="224" y="86"/>
                </a:cubicBezTo>
                <a:cubicBezTo>
                  <a:pt x="232" y="86"/>
                  <a:pt x="238" y="93"/>
                  <a:pt x="238" y="100"/>
                </a:cubicBezTo>
                <a:cubicBezTo>
                  <a:pt x="238" y="108"/>
                  <a:pt x="232" y="114"/>
                  <a:pt x="224" y="114"/>
                </a:cubicBezTo>
                <a:cubicBezTo>
                  <a:pt x="216" y="114"/>
                  <a:pt x="210" y="108"/>
                  <a:pt x="210" y="100"/>
                </a:cubicBezTo>
                <a:close/>
                <a:moveTo>
                  <a:pt x="286" y="90"/>
                </a:moveTo>
                <a:cubicBezTo>
                  <a:pt x="289" y="93"/>
                  <a:pt x="291" y="96"/>
                  <a:pt x="291" y="100"/>
                </a:cubicBezTo>
                <a:cubicBezTo>
                  <a:pt x="291" y="104"/>
                  <a:pt x="289" y="108"/>
                  <a:pt x="286" y="110"/>
                </a:cubicBezTo>
                <a:cubicBezTo>
                  <a:pt x="284" y="113"/>
                  <a:pt x="280" y="114"/>
                  <a:pt x="276" y="114"/>
                </a:cubicBezTo>
                <a:cubicBezTo>
                  <a:pt x="273" y="114"/>
                  <a:pt x="269" y="113"/>
                  <a:pt x="267" y="110"/>
                </a:cubicBezTo>
                <a:cubicBezTo>
                  <a:pt x="264" y="108"/>
                  <a:pt x="262" y="104"/>
                  <a:pt x="262" y="100"/>
                </a:cubicBezTo>
                <a:cubicBezTo>
                  <a:pt x="262" y="96"/>
                  <a:pt x="264" y="93"/>
                  <a:pt x="267" y="90"/>
                </a:cubicBezTo>
                <a:cubicBezTo>
                  <a:pt x="272" y="85"/>
                  <a:pt x="281" y="85"/>
                  <a:pt x="286" y="90"/>
                </a:cubicBezTo>
                <a:close/>
                <a:moveTo>
                  <a:pt x="248" y="26"/>
                </a:moveTo>
                <a:cubicBezTo>
                  <a:pt x="245" y="23"/>
                  <a:pt x="244" y="19"/>
                  <a:pt x="244" y="16"/>
                </a:cubicBezTo>
                <a:cubicBezTo>
                  <a:pt x="244" y="12"/>
                  <a:pt x="245" y="8"/>
                  <a:pt x="248" y="6"/>
                </a:cubicBezTo>
                <a:cubicBezTo>
                  <a:pt x="253" y="0"/>
                  <a:pt x="263" y="0"/>
                  <a:pt x="268" y="6"/>
                </a:cubicBezTo>
                <a:cubicBezTo>
                  <a:pt x="271" y="8"/>
                  <a:pt x="272" y="12"/>
                  <a:pt x="272" y="16"/>
                </a:cubicBezTo>
                <a:cubicBezTo>
                  <a:pt x="272" y="19"/>
                  <a:pt x="271" y="23"/>
                  <a:pt x="268" y="26"/>
                </a:cubicBezTo>
                <a:cubicBezTo>
                  <a:pt x="265" y="28"/>
                  <a:pt x="262" y="30"/>
                  <a:pt x="258" y="30"/>
                </a:cubicBezTo>
                <a:cubicBezTo>
                  <a:pt x="254" y="30"/>
                  <a:pt x="250" y="28"/>
                  <a:pt x="248" y="26"/>
                </a:cubicBezTo>
                <a:close/>
                <a:moveTo>
                  <a:pt x="342" y="61"/>
                </a:moveTo>
                <a:cubicBezTo>
                  <a:pt x="348" y="65"/>
                  <a:pt x="349" y="74"/>
                  <a:pt x="345" y="81"/>
                </a:cubicBezTo>
                <a:cubicBezTo>
                  <a:pt x="342" y="84"/>
                  <a:pt x="338" y="86"/>
                  <a:pt x="333" y="86"/>
                </a:cubicBezTo>
                <a:cubicBezTo>
                  <a:pt x="330" y="86"/>
                  <a:pt x="327" y="85"/>
                  <a:pt x="325" y="83"/>
                </a:cubicBezTo>
                <a:cubicBezTo>
                  <a:pt x="319" y="79"/>
                  <a:pt x="317" y="70"/>
                  <a:pt x="322" y="64"/>
                </a:cubicBezTo>
                <a:cubicBezTo>
                  <a:pt x="327" y="57"/>
                  <a:pt x="336" y="56"/>
                  <a:pt x="342" y="61"/>
                </a:cubicBezTo>
                <a:close/>
                <a:moveTo>
                  <a:pt x="304" y="33"/>
                </a:moveTo>
                <a:cubicBezTo>
                  <a:pt x="310" y="37"/>
                  <a:pt x="312" y="46"/>
                  <a:pt x="307" y="52"/>
                </a:cubicBezTo>
                <a:cubicBezTo>
                  <a:pt x="304" y="56"/>
                  <a:pt x="300" y="58"/>
                  <a:pt x="295" y="58"/>
                </a:cubicBezTo>
                <a:cubicBezTo>
                  <a:pt x="292" y="58"/>
                  <a:pt x="290" y="57"/>
                  <a:pt x="287" y="55"/>
                </a:cubicBezTo>
                <a:cubicBezTo>
                  <a:pt x="281" y="50"/>
                  <a:pt x="279" y="42"/>
                  <a:pt x="284" y="35"/>
                </a:cubicBezTo>
                <a:cubicBezTo>
                  <a:pt x="289" y="29"/>
                  <a:pt x="298" y="28"/>
                  <a:pt x="304" y="33"/>
                </a:cubicBezTo>
                <a:close/>
                <a:moveTo>
                  <a:pt x="361" y="110"/>
                </a:moveTo>
                <a:cubicBezTo>
                  <a:pt x="358" y="108"/>
                  <a:pt x="357" y="104"/>
                  <a:pt x="357" y="100"/>
                </a:cubicBezTo>
                <a:cubicBezTo>
                  <a:pt x="357" y="97"/>
                  <a:pt x="358" y="93"/>
                  <a:pt x="361" y="90"/>
                </a:cubicBezTo>
                <a:cubicBezTo>
                  <a:pt x="366" y="85"/>
                  <a:pt x="376" y="85"/>
                  <a:pt x="381" y="90"/>
                </a:cubicBezTo>
                <a:cubicBezTo>
                  <a:pt x="384" y="93"/>
                  <a:pt x="385" y="96"/>
                  <a:pt x="385" y="100"/>
                </a:cubicBezTo>
                <a:cubicBezTo>
                  <a:pt x="385" y="104"/>
                  <a:pt x="384" y="108"/>
                  <a:pt x="381" y="110"/>
                </a:cubicBezTo>
                <a:cubicBezTo>
                  <a:pt x="378" y="113"/>
                  <a:pt x="375" y="114"/>
                  <a:pt x="371" y="114"/>
                </a:cubicBezTo>
                <a:cubicBezTo>
                  <a:pt x="367" y="114"/>
                  <a:pt x="364" y="113"/>
                  <a:pt x="361" y="110"/>
                </a:cubicBezTo>
                <a:close/>
                <a:moveTo>
                  <a:pt x="304" y="168"/>
                </a:moveTo>
                <a:cubicBezTo>
                  <a:pt x="302" y="170"/>
                  <a:pt x="299" y="171"/>
                  <a:pt x="295" y="171"/>
                </a:cubicBezTo>
                <a:cubicBezTo>
                  <a:pt x="291" y="171"/>
                  <a:pt x="287" y="169"/>
                  <a:pt x="284" y="165"/>
                </a:cubicBezTo>
                <a:cubicBezTo>
                  <a:pt x="279" y="159"/>
                  <a:pt x="281" y="150"/>
                  <a:pt x="287" y="145"/>
                </a:cubicBezTo>
                <a:cubicBezTo>
                  <a:pt x="293" y="141"/>
                  <a:pt x="302" y="142"/>
                  <a:pt x="307" y="148"/>
                </a:cubicBezTo>
                <a:cubicBezTo>
                  <a:pt x="312" y="155"/>
                  <a:pt x="310" y="163"/>
                  <a:pt x="304" y="168"/>
                </a:cubicBezTo>
                <a:close/>
                <a:moveTo>
                  <a:pt x="322" y="137"/>
                </a:moveTo>
                <a:cubicBezTo>
                  <a:pt x="317" y="131"/>
                  <a:pt x="319" y="122"/>
                  <a:pt x="325" y="117"/>
                </a:cubicBezTo>
                <a:cubicBezTo>
                  <a:pt x="331" y="112"/>
                  <a:pt x="340" y="114"/>
                  <a:pt x="345" y="120"/>
                </a:cubicBezTo>
                <a:cubicBezTo>
                  <a:pt x="349" y="126"/>
                  <a:pt x="348" y="135"/>
                  <a:pt x="342" y="140"/>
                </a:cubicBezTo>
                <a:cubicBezTo>
                  <a:pt x="339" y="142"/>
                  <a:pt x="336" y="143"/>
                  <a:pt x="333" y="143"/>
                </a:cubicBezTo>
                <a:cubicBezTo>
                  <a:pt x="329" y="143"/>
                  <a:pt x="325" y="141"/>
                  <a:pt x="322" y="137"/>
                </a:cubicBezTo>
                <a:close/>
                <a:moveTo>
                  <a:pt x="248" y="195"/>
                </a:moveTo>
                <a:cubicBezTo>
                  <a:pt x="245" y="192"/>
                  <a:pt x="244" y="189"/>
                  <a:pt x="244" y="185"/>
                </a:cubicBezTo>
                <a:cubicBezTo>
                  <a:pt x="244" y="181"/>
                  <a:pt x="245" y="178"/>
                  <a:pt x="248" y="175"/>
                </a:cubicBezTo>
                <a:cubicBezTo>
                  <a:pt x="253" y="170"/>
                  <a:pt x="263" y="170"/>
                  <a:pt x="268" y="175"/>
                </a:cubicBezTo>
                <a:cubicBezTo>
                  <a:pt x="271" y="178"/>
                  <a:pt x="272" y="181"/>
                  <a:pt x="272" y="185"/>
                </a:cubicBezTo>
                <a:cubicBezTo>
                  <a:pt x="272" y="189"/>
                  <a:pt x="271" y="192"/>
                  <a:pt x="268" y="195"/>
                </a:cubicBezTo>
                <a:cubicBezTo>
                  <a:pt x="265" y="198"/>
                  <a:pt x="262" y="199"/>
                  <a:pt x="258" y="199"/>
                </a:cubicBezTo>
                <a:cubicBezTo>
                  <a:pt x="254" y="199"/>
                  <a:pt x="250" y="198"/>
                  <a:pt x="248" y="195"/>
                </a:cubicBezTo>
                <a:close/>
                <a:moveTo>
                  <a:pt x="24" y="939"/>
                </a:moveTo>
                <a:cubicBezTo>
                  <a:pt x="26" y="942"/>
                  <a:pt x="28" y="945"/>
                  <a:pt x="28" y="949"/>
                </a:cubicBezTo>
                <a:cubicBezTo>
                  <a:pt x="28" y="953"/>
                  <a:pt x="26" y="956"/>
                  <a:pt x="24" y="959"/>
                </a:cubicBezTo>
                <a:cubicBezTo>
                  <a:pt x="21" y="962"/>
                  <a:pt x="17" y="963"/>
                  <a:pt x="14" y="963"/>
                </a:cubicBezTo>
                <a:cubicBezTo>
                  <a:pt x="10" y="963"/>
                  <a:pt x="6" y="962"/>
                  <a:pt x="4" y="959"/>
                </a:cubicBezTo>
                <a:cubicBezTo>
                  <a:pt x="1" y="956"/>
                  <a:pt x="0" y="953"/>
                  <a:pt x="0" y="949"/>
                </a:cubicBezTo>
                <a:cubicBezTo>
                  <a:pt x="0" y="945"/>
                  <a:pt x="1" y="942"/>
                  <a:pt x="3" y="939"/>
                </a:cubicBezTo>
                <a:cubicBezTo>
                  <a:pt x="9" y="934"/>
                  <a:pt x="18" y="934"/>
                  <a:pt x="24" y="939"/>
                </a:cubicBezTo>
                <a:close/>
                <a:moveTo>
                  <a:pt x="80" y="949"/>
                </a:moveTo>
                <a:cubicBezTo>
                  <a:pt x="80" y="957"/>
                  <a:pt x="74" y="963"/>
                  <a:pt x="66" y="963"/>
                </a:cubicBezTo>
                <a:cubicBezTo>
                  <a:pt x="58" y="963"/>
                  <a:pt x="52" y="957"/>
                  <a:pt x="52" y="949"/>
                </a:cubicBezTo>
                <a:cubicBezTo>
                  <a:pt x="52" y="941"/>
                  <a:pt x="58" y="935"/>
                  <a:pt x="66" y="935"/>
                </a:cubicBezTo>
                <a:cubicBezTo>
                  <a:pt x="74" y="935"/>
                  <a:pt x="80" y="941"/>
                  <a:pt x="80" y="949"/>
                </a:cubicBezTo>
                <a:close/>
                <a:moveTo>
                  <a:pt x="238" y="949"/>
                </a:moveTo>
                <a:cubicBezTo>
                  <a:pt x="238" y="957"/>
                  <a:pt x="232" y="963"/>
                  <a:pt x="224" y="963"/>
                </a:cubicBezTo>
                <a:cubicBezTo>
                  <a:pt x="216" y="963"/>
                  <a:pt x="210" y="957"/>
                  <a:pt x="210" y="949"/>
                </a:cubicBezTo>
                <a:cubicBezTo>
                  <a:pt x="210" y="941"/>
                  <a:pt x="216" y="935"/>
                  <a:pt x="224" y="935"/>
                </a:cubicBezTo>
                <a:cubicBezTo>
                  <a:pt x="232" y="935"/>
                  <a:pt x="238" y="941"/>
                  <a:pt x="238" y="949"/>
                </a:cubicBezTo>
                <a:close/>
                <a:moveTo>
                  <a:pt x="133" y="949"/>
                </a:moveTo>
                <a:cubicBezTo>
                  <a:pt x="133" y="957"/>
                  <a:pt x="127" y="963"/>
                  <a:pt x="119" y="963"/>
                </a:cubicBezTo>
                <a:cubicBezTo>
                  <a:pt x="111" y="963"/>
                  <a:pt x="105" y="957"/>
                  <a:pt x="105" y="949"/>
                </a:cubicBezTo>
                <a:cubicBezTo>
                  <a:pt x="105" y="941"/>
                  <a:pt x="111" y="935"/>
                  <a:pt x="119" y="935"/>
                </a:cubicBezTo>
                <a:cubicBezTo>
                  <a:pt x="127" y="935"/>
                  <a:pt x="133" y="941"/>
                  <a:pt x="133" y="949"/>
                </a:cubicBezTo>
                <a:close/>
                <a:moveTo>
                  <a:pt x="186" y="949"/>
                </a:moveTo>
                <a:cubicBezTo>
                  <a:pt x="186" y="957"/>
                  <a:pt x="179" y="963"/>
                  <a:pt x="171" y="963"/>
                </a:cubicBezTo>
                <a:cubicBezTo>
                  <a:pt x="163" y="963"/>
                  <a:pt x="157" y="957"/>
                  <a:pt x="157" y="949"/>
                </a:cubicBezTo>
                <a:cubicBezTo>
                  <a:pt x="157" y="941"/>
                  <a:pt x="163" y="935"/>
                  <a:pt x="171" y="935"/>
                </a:cubicBezTo>
                <a:cubicBezTo>
                  <a:pt x="179" y="935"/>
                  <a:pt x="186" y="941"/>
                  <a:pt x="186" y="949"/>
                </a:cubicBezTo>
                <a:close/>
                <a:moveTo>
                  <a:pt x="286" y="959"/>
                </a:moveTo>
                <a:cubicBezTo>
                  <a:pt x="284" y="962"/>
                  <a:pt x="280" y="963"/>
                  <a:pt x="276" y="963"/>
                </a:cubicBezTo>
                <a:cubicBezTo>
                  <a:pt x="273" y="963"/>
                  <a:pt x="269" y="962"/>
                  <a:pt x="266" y="959"/>
                </a:cubicBezTo>
                <a:cubicBezTo>
                  <a:pt x="264" y="956"/>
                  <a:pt x="262" y="953"/>
                  <a:pt x="262" y="949"/>
                </a:cubicBezTo>
                <a:cubicBezTo>
                  <a:pt x="262" y="945"/>
                  <a:pt x="264" y="942"/>
                  <a:pt x="266" y="939"/>
                </a:cubicBezTo>
                <a:cubicBezTo>
                  <a:pt x="272" y="934"/>
                  <a:pt x="281" y="934"/>
                  <a:pt x="286" y="939"/>
                </a:cubicBezTo>
                <a:cubicBezTo>
                  <a:pt x="289" y="942"/>
                  <a:pt x="291" y="945"/>
                  <a:pt x="291" y="949"/>
                </a:cubicBezTo>
                <a:cubicBezTo>
                  <a:pt x="291" y="953"/>
                  <a:pt x="289" y="956"/>
                  <a:pt x="286" y="959"/>
                </a:cubicBezTo>
                <a:close/>
                <a:moveTo>
                  <a:pt x="248" y="874"/>
                </a:moveTo>
                <a:cubicBezTo>
                  <a:pt x="245" y="872"/>
                  <a:pt x="244" y="868"/>
                  <a:pt x="244" y="864"/>
                </a:cubicBezTo>
                <a:cubicBezTo>
                  <a:pt x="244" y="861"/>
                  <a:pt x="245" y="857"/>
                  <a:pt x="248" y="854"/>
                </a:cubicBezTo>
                <a:cubicBezTo>
                  <a:pt x="253" y="849"/>
                  <a:pt x="263" y="849"/>
                  <a:pt x="268" y="854"/>
                </a:cubicBezTo>
                <a:cubicBezTo>
                  <a:pt x="271" y="857"/>
                  <a:pt x="272" y="861"/>
                  <a:pt x="272" y="864"/>
                </a:cubicBezTo>
                <a:cubicBezTo>
                  <a:pt x="272" y="868"/>
                  <a:pt x="271" y="872"/>
                  <a:pt x="268" y="874"/>
                </a:cubicBezTo>
                <a:cubicBezTo>
                  <a:pt x="265" y="877"/>
                  <a:pt x="262" y="878"/>
                  <a:pt x="258" y="878"/>
                </a:cubicBezTo>
                <a:cubicBezTo>
                  <a:pt x="254" y="878"/>
                  <a:pt x="250" y="877"/>
                  <a:pt x="248" y="874"/>
                </a:cubicBezTo>
                <a:close/>
                <a:moveTo>
                  <a:pt x="304" y="881"/>
                </a:moveTo>
                <a:cubicBezTo>
                  <a:pt x="310" y="886"/>
                  <a:pt x="312" y="895"/>
                  <a:pt x="307" y="901"/>
                </a:cubicBezTo>
                <a:cubicBezTo>
                  <a:pt x="304" y="905"/>
                  <a:pt x="300" y="907"/>
                  <a:pt x="295" y="907"/>
                </a:cubicBezTo>
                <a:cubicBezTo>
                  <a:pt x="292" y="907"/>
                  <a:pt x="290" y="906"/>
                  <a:pt x="287" y="904"/>
                </a:cubicBezTo>
                <a:cubicBezTo>
                  <a:pt x="281" y="899"/>
                  <a:pt x="279" y="890"/>
                  <a:pt x="284" y="884"/>
                </a:cubicBezTo>
                <a:cubicBezTo>
                  <a:pt x="289" y="878"/>
                  <a:pt x="298" y="877"/>
                  <a:pt x="304" y="881"/>
                </a:cubicBezTo>
                <a:close/>
                <a:moveTo>
                  <a:pt x="342" y="909"/>
                </a:moveTo>
                <a:cubicBezTo>
                  <a:pt x="348" y="914"/>
                  <a:pt x="349" y="923"/>
                  <a:pt x="345" y="929"/>
                </a:cubicBezTo>
                <a:cubicBezTo>
                  <a:pt x="342" y="933"/>
                  <a:pt x="338" y="935"/>
                  <a:pt x="333" y="935"/>
                </a:cubicBezTo>
                <a:cubicBezTo>
                  <a:pt x="330" y="935"/>
                  <a:pt x="327" y="934"/>
                  <a:pt x="325" y="932"/>
                </a:cubicBezTo>
                <a:cubicBezTo>
                  <a:pt x="319" y="927"/>
                  <a:pt x="317" y="919"/>
                  <a:pt x="322" y="912"/>
                </a:cubicBezTo>
                <a:cubicBezTo>
                  <a:pt x="327" y="906"/>
                  <a:pt x="336" y="905"/>
                  <a:pt x="342" y="909"/>
                </a:cubicBezTo>
                <a:close/>
                <a:moveTo>
                  <a:pt x="381" y="939"/>
                </a:moveTo>
                <a:cubicBezTo>
                  <a:pt x="384" y="942"/>
                  <a:pt x="385" y="945"/>
                  <a:pt x="385" y="949"/>
                </a:cubicBezTo>
                <a:cubicBezTo>
                  <a:pt x="385" y="953"/>
                  <a:pt x="384" y="956"/>
                  <a:pt x="381" y="959"/>
                </a:cubicBezTo>
                <a:cubicBezTo>
                  <a:pt x="378" y="962"/>
                  <a:pt x="375" y="963"/>
                  <a:pt x="371" y="963"/>
                </a:cubicBezTo>
                <a:cubicBezTo>
                  <a:pt x="367" y="963"/>
                  <a:pt x="364" y="962"/>
                  <a:pt x="361" y="959"/>
                </a:cubicBezTo>
                <a:cubicBezTo>
                  <a:pt x="358" y="956"/>
                  <a:pt x="357" y="953"/>
                  <a:pt x="357" y="949"/>
                </a:cubicBezTo>
                <a:cubicBezTo>
                  <a:pt x="357" y="945"/>
                  <a:pt x="358" y="942"/>
                  <a:pt x="361" y="939"/>
                </a:cubicBezTo>
                <a:cubicBezTo>
                  <a:pt x="366" y="934"/>
                  <a:pt x="376" y="934"/>
                  <a:pt x="381" y="939"/>
                </a:cubicBezTo>
                <a:close/>
                <a:moveTo>
                  <a:pt x="345" y="969"/>
                </a:moveTo>
                <a:cubicBezTo>
                  <a:pt x="349" y="975"/>
                  <a:pt x="348" y="984"/>
                  <a:pt x="342" y="989"/>
                </a:cubicBezTo>
                <a:cubicBezTo>
                  <a:pt x="339" y="990"/>
                  <a:pt x="336" y="991"/>
                  <a:pt x="333" y="991"/>
                </a:cubicBezTo>
                <a:cubicBezTo>
                  <a:pt x="329" y="991"/>
                  <a:pt x="325" y="989"/>
                  <a:pt x="322" y="986"/>
                </a:cubicBezTo>
                <a:cubicBezTo>
                  <a:pt x="317" y="979"/>
                  <a:pt x="319" y="971"/>
                  <a:pt x="325" y="966"/>
                </a:cubicBezTo>
                <a:cubicBezTo>
                  <a:pt x="331" y="961"/>
                  <a:pt x="340" y="962"/>
                  <a:pt x="345" y="969"/>
                </a:cubicBezTo>
                <a:close/>
                <a:moveTo>
                  <a:pt x="307" y="997"/>
                </a:moveTo>
                <a:cubicBezTo>
                  <a:pt x="312" y="1003"/>
                  <a:pt x="310" y="1012"/>
                  <a:pt x="304" y="1017"/>
                </a:cubicBezTo>
                <a:cubicBezTo>
                  <a:pt x="302" y="1019"/>
                  <a:pt x="299" y="1020"/>
                  <a:pt x="296" y="1020"/>
                </a:cubicBezTo>
                <a:cubicBezTo>
                  <a:pt x="291" y="1020"/>
                  <a:pt x="287" y="1018"/>
                  <a:pt x="284" y="1014"/>
                </a:cubicBezTo>
                <a:cubicBezTo>
                  <a:pt x="279" y="1008"/>
                  <a:pt x="281" y="999"/>
                  <a:pt x="287" y="994"/>
                </a:cubicBezTo>
                <a:cubicBezTo>
                  <a:pt x="293" y="989"/>
                  <a:pt x="302" y="991"/>
                  <a:pt x="307" y="997"/>
                </a:cubicBezTo>
                <a:close/>
                <a:moveTo>
                  <a:pt x="268" y="1024"/>
                </a:moveTo>
                <a:cubicBezTo>
                  <a:pt x="271" y="1026"/>
                  <a:pt x="272" y="1030"/>
                  <a:pt x="272" y="1034"/>
                </a:cubicBezTo>
                <a:cubicBezTo>
                  <a:pt x="272" y="1037"/>
                  <a:pt x="271" y="1041"/>
                  <a:pt x="268" y="1044"/>
                </a:cubicBezTo>
                <a:cubicBezTo>
                  <a:pt x="265" y="1046"/>
                  <a:pt x="262" y="1048"/>
                  <a:pt x="258" y="1048"/>
                </a:cubicBezTo>
                <a:cubicBezTo>
                  <a:pt x="254" y="1048"/>
                  <a:pt x="250" y="1046"/>
                  <a:pt x="248" y="1044"/>
                </a:cubicBezTo>
                <a:cubicBezTo>
                  <a:pt x="245" y="1041"/>
                  <a:pt x="244" y="1037"/>
                  <a:pt x="244" y="1034"/>
                </a:cubicBezTo>
                <a:cubicBezTo>
                  <a:pt x="244" y="1030"/>
                  <a:pt x="245" y="1026"/>
                  <a:pt x="248" y="1024"/>
                </a:cubicBezTo>
                <a:cubicBezTo>
                  <a:pt x="253" y="1018"/>
                  <a:pt x="263" y="1018"/>
                  <a:pt x="268" y="1024"/>
                </a:cubicBezTo>
                <a:close/>
                <a:moveTo>
                  <a:pt x="160" y="456"/>
                </a:moveTo>
                <a:cubicBezTo>
                  <a:pt x="157" y="453"/>
                  <a:pt x="156" y="449"/>
                  <a:pt x="156" y="446"/>
                </a:cubicBezTo>
                <a:cubicBezTo>
                  <a:pt x="156" y="442"/>
                  <a:pt x="157" y="438"/>
                  <a:pt x="160" y="436"/>
                </a:cubicBezTo>
                <a:cubicBezTo>
                  <a:pt x="165" y="430"/>
                  <a:pt x="175" y="430"/>
                  <a:pt x="180" y="436"/>
                </a:cubicBezTo>
                <a:cubicBezTo>
                  <a:pt x="183" y="438"/>
                  <a:pt x="184" y="442"/>
                  <a:pt x="184" y="446"/>
                </a:cubicBezTo>
                <a:cubicBezTo>
                  <a:pt x="184" y="449"/>
                  <a:pt x="183" y="453"/>
                  <a:pt x="180" y="456"/>
                </a:cubicBezTo>
                <a:cubicBezTo>
                  <a:pt x="177" y="458"/>
                  <a:pt x="174" y="460"/>
                  <a:pt x="170" y="460"/>
                </a:cubicBezTo>
                <a:cubicBezTo>
                  <a:pt x="166" y="460"/>
                  <a:pt x="163" y="458"/>
                  <a:pt x="160" y="456"/>
                </a:cubicBezTo>
                <a:close/>
                <a:moveTo>
                  <a:pt x="234" y="494"/>
                </a:moveTo>
                <a:cubicBezTo>
                  <a:pt x="239" y="487"/>
                  <a:pt x="248" y="486"/>
                  <a:pt x="254" y="491"/>
                </a:cubicBezTo>
                <a:cubicBezTo>
                  <a:pt x="260" y="496"/>
                  <a:pt x="261" y="504"/>
                  <a:pt x="257" y="511"/>
                </a:cubicBezTo>
                <a:cubicBezTo>
                  <a:pt x="254" y="514"/>
                  <a:pt x="250" y="516"/>
                  <a:pt x="245" y="516"/>
                </a:cubicBezTo>
                <a:cubicBezTo>
                  <a:pt x="242" y="516"/>
                  <a:pt x="239" y="515"/>
                  <a:pt x="237" y="514"/>
                </a:cubicBezTo>
                <a:cubicBezTo>
                  <a:pt x="231" y="509"/>
                  <a:pt x="229" y="500"/>
                  <a:pt x="234" y="494"/>
                </a:cubicBezTo>
                <a:close/>
                <a:moveTo>
                  <a:pt x="199" y="485"/>
                </a:moveTo>
                <a:cubicBezTo>
                  <a:pt x="193" y="481"/>
                  <a:pt x="192" y="472"/>
                  <a:pt x="196" y="465"/>
                </a:cubicBezTo>
                <a:cubicBezTo>
                  <a:pt x="201" y="459"/>
                  <a:pt x="210" y="458"/>
                  <a:pt x="216" y="463"/>
                </a:cubicBezTo>
                <a:cubicBezTo>
                  <a:pt x="222" y="467"/>
                  <a:pt x="224" y="476"/>
                  <a:pt x="219" y="482"/>
                </a:cubicBezTo>
                <a:cubicBezTo>
                  <a:pt x="216" y="486"/>
                  <a:pt x="212" y="488"/>
                  <a:pt x="208" y="488"/>
                </a:cubicBezTo>
                <a:cubicBezTo>
                  <a:pt x="205" y="488"/>
                  <a:pt x="202" y="487"/>
                  <a:pt x="199" y="485"/>
                </a:cubicBezTo>
                <a:close/>
                <a:moveTo>
                  <a:pt x="273" y="540"/>
                </a:moveTo>
                <a:cubicBezTo>
                  <a:pt x="271" y="538"/>
                  <a:pt x="269" y="534"/>
                  <a:pt x="269" y="530"/>
                </a:cubicBezTo>
                <a:cubicBezTo>
                  <a:pt x="269" y="527"/>
                  <a:pt x="271" y="523"/>
                  <a:pt x="273" y="520"/>
                </a:cubicBezTo>
                <a:cubicBezTo>
                  <a:pt x="278" y="515"/>
                  <a:pt x="288" y="515"/>
                  <a:pt x="293" y="520"/>
                </a:cubicBezTo>
                <a:cubicBezTo>
                  <a:pt x="296" y="523"/>
                  <a:pt x="297" y="527"/>
                  <a:pt x="297" y="530"/>
                </a:cubicBezTo>
                <a:cubicBezTo>
                  <a:pt x="297" y="534"/>
                  <a:pt x="296" y="538"/>
                  <a:pt x="293" y="540"/>
                </a:cubicBezTo>
                <a:cubicBezTo>
                  <a:pt x="291" y="543"/>
                  <a:pt x="287" y="545"/>
                  <a:pt x="283" y="545"/>
                </a:cubicBezTo>
                <a:cubicBezTo>
                  <a:pt x="279" y="545"/>
                  <a:pt x="276" y="543"/>
                  <a:pt x="273" y="540"/>
                </a:cubicBezTo>
                <a:close/>
                <a:moveTo>
                  <a:pt x="254" y="570"/>
                </a:moveTo>
                <a:cubicBezTo>
                  <a:pt x="251" y="572"/>
                  <a:pt x="248" y="573"/>
                  <a:pt x="245" y="573"/>
                </a:cubicBezTo>
                <a:cubicBezTo>
                  <a:pt x="241" y="573"/>
                  <a:pt x="237" y="571"/>
                  <a:pt x="234" y="567"/>
                </a:cubicBezTo>
                <a:cubicBezTo>
                  <a:pt x="229" y="561"/>
                  <a:pt x="231" y="552"/>
                  <a:pt x="237" y="547"/>
                </a:cubicBezTo>
                <a:cubicBezTo>
                  <a:pt x="243" y="543"/>
                  <a:pt x="252" y="544"/>
                  <a:pt x="257" y="550"/>
                </a:cubicBezTo>
                <a:cubicBezTo>
                  <a:pt x="261" y="556"/>
                  <a:pt x="260" y="565"/>
                  <a:pt x="254" y="570"/>
                </a:cubicBezTo>
                <a:close/>
                <a:moveTo>
                  <a:pt x="216" y="598"/>
                </a:moveTo>
                <a:cubicBezTo>
                  <a:pt x="214" y="600"/>
                  <a:pt x="211" y="601"/>
                  <a:pt x="208" y="601"/>
                </a:cubicBezTo>
                <a:cubicBezTo>
                  <a:pt x="203" y="601"/>
                  <a:pt x="199" y="599"/>
                  <a:pt x="196" y="595"/>
                </a:cubicBezTo>
                <a:cubicBezTo>
                  <a:pt x="192" y="589"/>
                  <a:pt x="193" y="580"/>
                  <a:pt x="199" y="575"/>
                </a:cubicBezTo>
                <a:cubicBezTo>
                  <a:pt x="205" y="571"/>
                  <a:pt x="214" y="572"/>
                  <a:pt x="219" y="578"/>
                </a:cubicBezTo>
                <a:cubicBezTo>
                  <a:pt x="224" y="585"/>
                  <a:pt x="222" y="593"/>
                  <a:pt x="216" y="598"/>
                </a:cubicBezTo>
                <a:close/>
                <a:moveTo>
                  <a:pt x="160" y="625"/>
                </a:moveTo>
                <a:cubicBezTo>
                  <a:pt x="157" y="622"/>
                  <a:pt x="156" y="619"/>
                  <a:pt x="156" y="615"/>
                </a:cubicBezTo>
                <a:cubicBezTo>
                  <a:pt x="156" y="611"/>
                  <a:pt x="157" y="608"/>
                  <a:pt x="160" y="605"/>
                </a:cubicBezTo>
                <a:cubicBezTo>
                  <a:pt x="165" y="600"/>
                  <a:pt x="175" y="600"/>
                  <a:pt x="180" y="605"/>
                </a:cubicBezTo>
                <a:cubicBezTo>
                  <a:pt x="183" y="608"/>
                  <a:pt x="184" y="611"/>
                  <a:pt x="184" y="615"/>
                </a:cubicBezTo>
                <a:cubicBezTo>
                  <a:pt x="184" y="619"/>
                  <a:pt x="183" y="623"/>
                  <a:pt x="180" y="625"/>
                </a:cubicBezTo>
                <a:cubicBezTo>
                  <a:pt x="177" y="628"/>
                  <a:pt x="174" y="629"/>
                  <a:pt x="170" y="629"/>
                </a:cubicBezTo>
                <a:cubicBezTo>
                  <a:pt x="166" y="629"/>
                  <a:pt x="163" y="628"/>
                  <a:pt x="160" y="625"/>
                </a:cubicBezTo>
                <a:close/>
                <a:moveTo>
                  <a:pt x="1229" y="456"/>
                </a:moveTo>
                <a:cubicBezTo>
                  <a:pt x="1226" y="453"/>
                  <a:pt x="1225" y="449"/>
                  <a:pt x="1225" y="446"/>
                </a:cubicBezTo>
                <a:cubicBezTo>
                  <a:pt x="1225" y="442"/>
                  <a:pt x="1227" y="438"/>
                  <a:pt x="1229" y="436"/>
                </a:cubicBezTo>
                <a:cubicBezTo>
                  <a:pt x="1234" y="430"/>
                  <a:pt x="1244" y="430"/>
                  <a:pt x="1249" y="436"/>
                </a:cubicBezTo>
                <a:cubicBezTo>
                  <a:pt x="1252" y="438"/>
                  <a:pt x="1253" y="442"/>
                  <a:pt x="1253" y="446"/>
                </a:cubicBezTo>
                <a:cubicBezTo>
                  <a:pt x="1253" y="450"/>
                  <a:pt x="1252" y="453"/>
                  <a:pt x="1249" y="456"/>
                </a:cubicBezTo>
                <a:cubicBezTo>
                  <a:pt x="1246" y="458"/>
                  <a:pt x="1243" y="460"/>
                  <a:pt x="1239" y="460"/>
                </a:cubicBezTo>
                <a:cubicBezTo>
                  <a:pt x="1235" y="460"/>
                  <a:pt x="1232" y="458"/>
                  <a:pt x="1229" y="456"/>
                </a:cubicBezTo>
                <a:close/>
                <a:moveTo>
                  <a:pt x="1323" y="491"/>
                </a:moveTo>
                <a:cubicBezTo>
                  <a:pt x="1329" y="496"/>
                  <a:pt x="1331" y="504"/>
                  <a:pt x="1326" y="511"/>
                </a:cubicBezTo>
                <a:cubicBezTo>
                  <a:pt x="1323" y="514"/>
                  <a:pt x="1319" y="516"/>
                  <a:pt x="1315" y="516"/>
                </a:cubicBezTo>
                <a:cubicBezTo>
                  <a:pt x="1312" y="516"/>
                  <a:pt x="1309" y="515"/>
                  <a:pt x="1306" y="514"/>
                </a:cubicBezTo>
                <a:cubicBezTo>
                  <a:pt x="1300" y="509"/>
                  <a:pt x="1299" y="500"/>
                  <a:pt x="1303" y="494"/>
                </a:cubicBezTo>
                <a:cubicBezTo>
                  <a:pt x="1308" y="487"/>
                  <a:pt x="1317" y="486"/>
                  <a:pt x="1323" y="491"/>
                </a:cubicBezTo>
                <a:close/>
                <a:moveTo>
                  <a:pt x="1285" y="462"/>
                </a:moveTo>
                <a:cubicBezTo>
                  <a:pt x="1292" y="467"/>
                  <a:pt x="1293" y="476"/>
                  <a:pt x="1288" y="482"/>
                </a:cubicBezTo>
                <a:cubicBezTo>
                  <a:pt x="1285" y="486"/>
                  <a:pt x="1281" y="488"/>
                  <a:pt x="1277" y="488"/>
                </a:cubicBezTo>
                <a:cubicBezTo>
                  <a:pt x="1274" y="488"/>
                  <a:pt x="1271" y="487"/>
                  <a:pt x="1268" y="485"/>
                </a:cubicBezTo>
                <a:cubicBezTo>
                  <a:pt x="1262" y="481"/>
                  <a:pt x="1261" y="472"/>
                  <a:pt x="1266" y="465"/>
                </a:cubicBezTo>
                <a:cubicBezTo>
                  <a:pt x="1270" y="459"/>
                  <a:pt x="1279" y="458"/>
                  <a:pt x="1285" y="462"/>
                </a:cubicBezTo>
                <a:close/>
                <a:moveTo>
                  <a:pt x="1367" y="530"/>
                </a:moveTo>
                <a:cubicBezTo>
                  <a:pt x="1367" y="534"/>
                  <a:pt x="1365" y="538"/>
                  <a:pt x="1363" y="540"/>
                </a:cubicBezTo>
                <a:cubicBezTo>
                  <a:pt x="1360" y="543"/>
                  <a:pt x="1356" y="545"/>
                  <a:pt x="1352" y="545"/>
                </a:cubicBezTo>
                <a:cubicBezTo>
                  <a:pt x="1349" y="545"/>
                  <a:pt x="1345" y="543"/>
                  <a:pt x="1342" y="540"/>
                </a:cubicBezTo>
                <a:cubicBezTo>
                  <a:pt x="1340" y="538"/>
                  <a:pt x="1338" y="534"/>
                  <a:pt x="1338" y="530"/>
                </a:cubicBezTo>
                <a:cubicBezTo>
                  <a:pt x="1338" y="527"/>
                  <a:pt x="1340" y="523"/>
                  <a:pt x="1342" y="520"/>
                </a:cubicBezTo>
                <a:cubicBezTo>
                  <a:pt x="1348" y="515"/>
                  <a:pt x="1357" y="515"/>
                  <a:pt x="1362" y="520"/>
                </a:cubicBezTo>
                <a:cubicBezTo>
                  <a:pt x="1365" y="523"/>
                  <a:pt x="1367" y="527"/>
                  <a:pt x="1367" y="530"/>
                </a:cubicBezTo>
                <a:close/>
                <a:moveTo>
                  <a:pt x="1326" y="550"/>
                </a:moveTo>
                <a:cubicBezTo>
                  <a:pt x="1331" y="556"/>
                  <a:pt x="1329" y="565"/>
                  <a:pt x="1323" y="570"/>
                </a:cubicBezTo>
                <a:cubicBezTo>
                  <a:pt x="1321" y="572"/>
                  <a:pt x="1318" y="573"/>
                  <a:pt x="1315" y="573"/>
                </a:cubicBezTo>
                <a:cubicBezTo>
                  <a:pt x="1310" y="573"/>
                  <a:pt x="1306" y="571"/>
                  <a:pt x="1303" y="567"/>
                </a:cubicBezTo>
                <a:cubicBezTo>
                  <a:pt x="1298" y="561"/>
                  <a:pt x="1300" y="552"/>
                  <a:pt x="1306" y="547"/>
                </a:cubicBezTo>
                <a:cubicBezTo>
                  <a:pt x="1312" y="543"/>
                  <a:pt x="1321" y="544"/>
                  <a:pt x="1326" y="550"/>
                </a:cubicBezTo>
                <a:close/>
                <a:moveTo>
                  <a:pt x="1288" y="578"/>
                </a:moveTo>
                <a:cubicBezTo>
                  <a:pt x="1293" y="585"/>
                  <a:pt x="1292" y="594"/>
                  <a:pt x="1285" y="598"/>
                </a:cubicBezTo>
                <a:cubicBezTo>
                  <a:pt x="1283" y="600"/>
                  <a:pt x="1280" y="601"/>
                  <a:pt x="1277" y="601"/>
                </a:cubicBezTo>
                <a:cubicBezTo>
                  <a:pt x="1273" y="601"/>
                  <a:pt x="1268" y="599"/>
                  <a:pt x="1266" y="595"/>
                </a:cubicBezTo>
                <a:cubicBezTo>
                  <a:pt x="1261" y="589"/>
                  <a:pt x="1262" y="580"/>
                  <a:pt x="1268" y="575"/>
                </a:cubicBezTo>
                <a:cubicBezTo>
                  <a:pt x="1275" y="571"/>
                  <a:pt x="1283" y="572"/>
                  <a:pt x="1288" y="578"/>
                </a:cubicBezTo>
                <a:close/>
                <a:moveTo>
                  <a:pt x="1249" y="605"/>
                </a:moveTo>
                <a:cubicBezTo>
                  <a:pt x="1252" y="608"/>
                  <a:pt x="1253" y="611"/>
                  <a:pt x="1253" y="615"/>
                </a:cubicBezTo>
                <a:cubicBezTo>
                  <a:pt x="1253" y="619"/>
                  <a:pt x="1252" y="623"/>
                  <a:pt x="1249" y="625"/>
                </a:cubicBezTo>
                <a:cubicBezTo>
                  <a:pt x="1247" y="628"/>
                  <a:pt x="1243" y="629"/>
                  <a:pt x="1239" y="629"/>
                </a:cubicBezTo>
                <a:cubicBezTo>
                  <a:pt x="1235" y="629"/>
                  <a:pt x="1232" y="628"/>
                  <a:pt x="1229" y="625"/>
                </a:cubicBezTo>
                <a:cubicBezTo>
                  <a:pt x="1226" y="623"/>
                  <a:pt x="1225" y="619"/>
                  <a:pt x="1225" y="615"/>
                </a:cubicBezTo>
                <a:cubicBezTo>
                  <a:pt x="1225" y="611"/>
                  <a:pt x="1227" y="608"/>
                  <a:pt x="1229" y="605"/>
                </a:cubicBezTo>
                <a:cubicBezTo>
                  <a:pt x="1234" y="600"/>
                  <a:pt x="1244" y="600"/>
                  <a:pt x="1249" y="605"/>
                </a:cubicBez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Freeform 310">
            <a:extLst>
              <a:ext uri="{FF2B5EF4-FFF2-40B4-BE49-F238E27FC236}">
                <a16:creationId xmlns:a16="http://schemas.microsoft.com/office/drawing/2014/main" id="{4BCD6C0C-2AF8-AA50-67BD-2A2AB00C504A}"/>
              </a:ext>
            </a:extLst>
          </p:cNvPr>
          <p:cNvSpPr>
            <a:spLocks noEditPoints="1"/>
          </p:cNvSpPr>
          <p:nvPr/>
        </p:nvSpPr>
        <p:spPr bwMode="auto">
          <a:xfrm>
            <a:off x="7768790" y="3665674"/>
            <a:ext cx="403055" cy="399005"/>
          </a:xfrm>
          <a:custGeom>
            <a:avLst/>
            <a:gdLst>
              <a:gd name="T0" fmla="*/ 490 w 943"/>
              <a:gd name="T1" fmla="*/ 422 h 909"/>
              <a:gd name="T2" fmla="*/ 542 w 943"/>
              <a:gd name="T3" fmla="*/ 397 h 909"/>
              <a:gd name="T4" fmla="*/ 530 w 943"/>
              <a:gd name="T5" fmla="*/ 287 h 909"/>
              <a:gd name="T6" fmla="*/ 631 w 943"/>
              <a:gd name="T7" fmla="*/ 417 h 909"/>
              <a:gd name="T8" fmla="*/ 651 w 943"/>
              <a:gd name="T9" fmla="*/ 347 h 909"/>
              <a:gd name="T10" fmla="*/ 658 w 943"/>
              <a:gd name="T11" fmla="*/ 238 h 909"/>
              <a:gd name="T12" fmla="*/ 593 w 943"/>
              <a:gd name="T13" fmla="*/ 186 h 909"/>
              <a:gd name="T14" fmla="*/ 498 w 943"/>
              <a:gd name="T15" fmla="*/ 207 h 909"/>
              <a:gd name="T16" fmla="*/ 401 w 943"/>
              <a:gd name="T17" fmla="*/ 218 h 909"/>
              <a:gd name="T18" fmla="*/ 348 w 943"/>
              <a:gd name="T19" fmla="*/ 273 h 909"/>
              <a:gd name="T20" fmla="*/ 351 w 943"/>
              <a:gd name="T21" fmla="*/ 392 h 909"/>
              <a:gd name="T22" fmla="*/ 414 w 943"/>
              <a:gd name="T23" fmla="*/ 441 h 909"/>
              <a:gd name="T24" fmla="*/ 489 w 943"/>
              <a:gd name="T25" fmla="*/ 523 h 909"/>
              <a:gd name="T26" fmla="*/ 560 w 943"/>
              <a:gd name="T27" fmla="*/ 507 h 909"/>
              <a:gd name="T28" fmla="*/ 575 w 943"/>
              <a:gd name="T29" fmla="*/ 492 h 909"/>
              <a:gd name="T30" fmla="*/ 484 w 943"/>
              <a:gd name="T31" fmla="*/ 502 h 909"/>
              <a:gd name="T32" fmla="*/ 411 w 943"/>
              <a:gd name="T33" fmla="*/ 420 h 909"/>
              <a:gd name="T34" fmla="*/ 395 w 943"/>
              <a:gd name="T35" fmla="*/ 336 h 909"/>
              <a:gd name="T36" fmla="*/ 421 w 943"/>
              <a:gd name="T37" fmla="*/ 271 h 909"/>
              <a:gd name="T38" fmla="*/ 479 w 943"/>
              <a:gd name="T39" fmla="*/ 232 h 909"/>
              <a:gd name="T40" fmla="*/ 564 w 943"/>
              <a:gd name="T41" fmla="*/ 229 h 909"/>
              <a:gd name="T42" fmla="*/ 660 w 943"/>
              <a:gd name="T43" fmla="*/ 283 h 909"/>
              <a:gd name="T44" fmla="*/ 670 w 943"/>
              <a:gd name="T45" fmla="*/ 373 h 909"/>
              <a:gd name="T46" fmla="*/ 588 w 943"/>
              <a:gd name="T47" fmla="*/ 447 h 909"/>
              <a:gd name="T48" fmla="*/ 595 w 943"/>
              <a:gd name="T49" fmla="*/ 729 h 909"/>
              <a:gd name="T50" fmla="*/ 796 w 943"/>
              <a:gd name="T51" fmla="*/ 407 h 909"/>
              <a:gd name="T52" fmla="*/ 126 w 943"/>
              <a:gd name="T53" fmla="*/ 809 h 909"/>
              <a:gd name="T54" fmla="*/ 60 w 943"/>
              <a:gd name="T55" fmla="*/ 669 h 909"/>
              <a:gd name="T56" fmla="*/ 73 w 943"/>
              <a:gd name="T57" fmla="*/ 364 h 909"/>
              <a:gd name="T58" fmla="*/ 625 w 943"/>
              <a:gd name="T59" fmla="*/ 84 h 909"/>
              <a:gd name="T60" fmla="*/ 93 w 943"/>
              <a:gd name="T61" fmla="*/ 364 h 909"/>
              <a:gd name="T62" fmla="*/ 60 w 943"/>
              <a:gd name="T63" fmla="*/ 649 h 909"/>
              <a:gd name="T64" fmla="*/ 148 w 943"/>
              <a:gd name="T65" fmla="*/ 797 h 909"/>
              <a:gd name="T66" fmla="*/ 703 w 943"/>
              <a:gd name="T67" fmla="*/ 241 h 909"/>
              <a:gd name="T68" fmla="*/ 689 w 943"/>
              <a:gd name="T69" fmla="*/ 241 h 909"/>
              <a:gd name="T70" fmla="*/ 733 w 943"/>
              <a:gd name="T71" fmla="*/ 239 h 909"/>
              <a:gd name="T72" fmla="*/ 765 w 943"/>
              <a:gd name="T73" fmla="*/ 222 h 909"/>
              <a:gd name="T74" fmla="*/ 787 w 943"/>
              <a:gd name="T75" fmla="*/ 187 h 909"/>
              <a:gd name="T76" fmla="*/ 673 w 943"/>
              <a:gd name="T77" fmla="*/ 203 h 909"/>
              <a:gd name="T78" fmla="*/ 705 w 943"/>
              <a:gd name="T79" fmla="*/ 181 h 909"/>
              <a:gd name="T80" fmla="*/ 728 w 943"/>
              <a:gd name="T81" fmla="*/ 178 h 909"/>
              <a:gd name="T82" fmla="*/ 733 w 943"/>
              <a:gd name="T83" fmla="*/ 138 h 909"/>
              <a:gd name="T84" fmla="*/ 844 w 943"/>
              <a:gd name="T85" fmla="*/ 208 h 909"/>
              <a:gd name="T86" fmla="*/ 810 w 943"/>
              <a:gd name="T87" fmla="*/ 146 h 909"/>
              <a:gd name="T88" fmla="*/ 886 w 943"/>
              <a:gd name="T89" fmla="*/ 168 h 909"/>
              <a:gd name="T90" fmla="*/ 791 w 943"/>
              <a:gd name="T91" fmla="*/ 25 h 909"/>
              <a:gd name="T92" fmla="*/ 748 w 943"/>
              <a:gd name="T93" fmla="*/ 20 h 909"/>
              <a:gd name="T94" fmla="*/ 708 w 943"/>
              <a:gd name="T95" fmla="*/ 308 h 909"/>
              <a:gd name="T96" fmla="*/ 715 w 943"/>
              <a:gd name="T97" fmla="*/ 311 h 909"/>
              <a:gd name="T98" fmla="*/ 748 w 943"/>
              <a:gd name="T99" fmla="*/ 292 h 909"/>
              <a:gd name="T100" fmla="*/ 788 w 943"/>
              <a:gd name="T101" fmla="*/ 271 h 909"/>
              <a:gd name="T102" fmla="*/ 814 w 943"/>
              <a:gd name="T103" fmla="*/ 289 h 909"/>
              <a:gd name="T104" fmla="*/ 891 w 943"/>
              <a:gd name="T105" fmla="*/ 261 h 909"/>
              <a:gd name="T106" fmla="*/ 939 w 943"/>
              <a:gd name="T107" fmla="*/ 325 h 909"/>
              <a:gd name="T108" fmla="*/ 899 w 943"/>
              <a:gd name="T109" fmla="*/ 282 h 9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43" h="909">
                <a:moveTo>
                  <a:pt x="583" y="306"/>
                </a:moveTo>
                <a:cubicBezTo>
                  <a:pt x="573" y="287"/>
                  <a:pt x="556" y="274"/>
                  <a:pt x="535" y="268"/>
                </a:cubicBezTo>
                <a:cubicBezTo>
                  <a:pt x="515" y="262"/>
                  <a:pt x="493" y="264"/>
                  <a:pt x="474" y="275"/>
                </a:cubicBezTo>
                <a:cubicBezTo>
                  <a:pt x="455" y="285"/>
                  <a:pt x="442" y="302"/>
                  <a:pt x="436" y="322"/>
                </a:cubicBezTo>
                <a:cubicBezTo>
                  <a:pt x="430" y="343"/>
                  <a:pt x="432" y="365"/>
                  <a:pt x="443" y="384"/>
                </a:cubicBezTo>
                <a:cubicBezTo>
                  <a:pt x="453" y="402"/>
                  <a:pt x="470" y="416"/>
                  <a:pt x="490" y="422"/>
                </a:cubicBezTo>
                <a:cubicBezTo>
                  <a:pt x="498" y="424"/>
                  <a:pt x="505" y="425"/>
                  <a:pt x="513" y="425"/>
                </a:cubicBezTo>
                <a:cubicBezTo>
                  <a:pt x="526" y="425"/>
                  <a:pt x="540" y="422"/>
                  <a:pt x="551" y="415"/>
                </a:cubicBezTo>
                <a:cubicBezTo>
                  <a:pt x="570" y="405"/>
                  <a:pt x="584" y="388"/>
                  <a:pt x="590" y="367"/>
                </a:cubicBezTo>
                <a:cubicBezTo>
                  <a:pt x="596" y="347"/>
                  <a:pt x="593" y="325"/>
                  <a:pt x="583" y="306"/>
                </a:cubicBezTo>
                <a:close/>
                <a:moveTo>
                  <a:pt x="570" y="362"/>
                </a:moveTo>
                <a:cubicBezTo>
                  <a:pt x="566" y="377"/>
                  <a:pt x="556" y="390"/>
                  <a:pt x="542" y="397"/>
                </a:cubicBezTo>
                <a:cubicBezTo>
                  <a:pt x="528" y="405"/>
                  <a:pt x="511" y="407"/>
                  <a:pt x="496" y="402"/>
                </a:cubicBezTo>
                <a:cubicBezTo>
                  <a:pt x="481" y="398"/>
                  <a:pt x="468" y="388"/>
                  <a:pt x="460" y="374"/>
                </a:cubicBezTo>
                <a:cubicBezTo>
                  <a:pt x="453" y="360"/>
                  <a:pt x="451" y="344"/>
                  <a:pt x="455" y="328"/>
                </a:cubicBezTo>
                <a:cubicBezTo>
                  <a:pt x="460" y="313"/>
                  <a:pt x="470" y="300"/>
                  <a:pt x="484" y="292"/>
                </a:cubicBezTo>
                <a:cubicBezTo>
                  <a:pt x="493" y="287"/>
                  <a:pt x="503" y="285"/>
                  <a:pt x="513" y="285"/>
                </a:cubicBezTo>
                <a:cubicBezTo>
                  <a:pt x="518" y="285"/>
                  <a:pt x="524" y="286"/>
                  <a:pt x="530" y="287"/>
                </a:cubicBezTo>
                <a:cubicBezTo>
                  <a:pt x="545" y="292"/>
                  <a:pt x="558" y="302"/>
                  <a:pt x="565" y="316"/>
                </a:cubicBezTo>
                <a:cubicBezTo>
                  <a:pt x="573" y="330"/>
                  <a:pt x="575" y="346"/>
                  <a:pt x="570" y="362"/>
                </a:cubicBezTo>
                <a:close/>
                <a:moveTo>
                  <a:pt x="625" y="472"/>
                </a:moveTo>
                <a:cubicBezTo>
                  <a:pt x="609" y="444"/>
                  <a:pt x="609" y="444"/>
                  <a:pt x="609" y="444"/>
                </a:cubicBezTo>
                <a:cubicBezTo>
                  <a:pt x="613" y="440"/>
                  <a:pt x="617" y="436"/>
                  <a:pt x="621" y="431"/>
                </a:cubicBezTo>
                <a:cubicBezTo>
                  <a:pt x="624" y="427"/>
                  <a:pt x="628" y="422"/>
                  <a:pt x="631" y="417"/>
                </a:cubicBezTo>
                <a:cubicBezTo>
                  <a:pt x="661" y="426"/>
                  <a:pt x="661" y="426"/>
                  <a:pt x="661" y="426"/>
                </a:cubicBezTo>
                <a:cubicBezTo>
                  <a:pt x="662" y="426"/>
                  <a:pt x="664" y="427"/>
                  <a:pt x="665" y="427"/>
                </a:cubicBezTo>
                <a:cubicBezTo>
                  <a:pt x="671" y="427"/>
                  <a:pt x="676" y="423"/>
                  <a:pt x="678" y="417"/>
                </a:cubicBezTo>
                <a:cubicBezTo>
                  <a:pt x="691" y="373"/>
                  <a:pt x="691" y="373"/>
                  <a:pt x="691" y="373"/>
                </a:cubicBezTo>
                <a:cubicBezTo>
                  <a:pt x="693" y="365"/>
                  <a:pt x="689" y="358"/>
                  <a:pt x="681" y="355"/>
                </a:cubicBezTo>
                <a:cubicBezTo>
                  <a:pt x="651" y="347"/>
                  <a:pt x="651" y="347"/>
                  <a:pt x="651" y="347"/>
                </a:cubicBezTo>
                <a:cubicBezTo>
                  <a:pt x="651" y="341"/>
                  <a:pt x="651" y="335"/>
                  <a:pt x="650" y="330"/>
                </a:cubicBezTo>
                <a:cubicBezTo>
                  <a:pt x="650" y="324"/>
                  <a:pt x="649" y="318"/>
                  <a:pt x="647" y="313"/>
                </a:cubicBezTo>
                <a:cubicBezTo>
                  <a:pt x="675" y="298"/>
                  <a:pt x="675" y="298"/>
                  <a:pt x="675" y="298"/>
                </a:cubicBezTo>
                <a:cubicBezTo>
                  <a:pt x="678" y="296"/>
                  <a:pt x="681" y="293"/>
                  <a:pt x="682" y="289"/>
                </a:cubicBezTo>
                <a:cubicBezTo>
                  <a:pt x="683" y="286"/>
                  <a:pt x="682" y="282"/>
                  <a:pt x="681" y="279"/>
                </a:cubicBezTo>
                <a:cubicBezTo>
                  <a:pt x="658" y="238"/>
                  <a:pt x="658" y="238"/>
                  <a:pt x="658" y="238"/>
                </a:cubicBezTo>
                <a:cubicBezTo>
                  <a:pt x="655" y="232"/>
                  <a:pt x="646" y="230"/>
                  <a:pt x="640" y="233"/>
                </a:cubicBezTo>
                <a:cubicBezTo>
                  <a:pt x="612" y="248"/>
                  <a:pt x="612" y="248"/>
                  <a:pt x="612" y="248"/>
                </a:cubicBezTo>
                <a:cubicBezTo>
                  <a:pt x="608" y="244"/>
                  <a:pt x="604" y="240"/>
                  <a:pt x="599" y="237"/>
                </a:cubicBezTo>
                <a:cubicBezTo>
                  <a:pt x="595" y="233"/>
                  <a:pt x="590" y="230"/>
                  <a:pt x="585" y="227"/>
                </a:cubicBezTo>
                <a:cubicBezTo>
                  <a:pt x="594" y="197"/>
                  <a:pt x="594" y="197"/>
                  <a:pt x="594" y="197"/>
                </a:cubicBezTo>
                <a:cubicBezTo>
                  <a:pt x="595" y="193"/>
                  <a:pt x="595" y="190"/>
                  <a:pt x="593" y="186"/>
                </a:cubicBezTo>
                <a:cubicBezTo>
                  <a:pt x="591" y="183"/>
                  <a:pt x="588" y="181"/>
                  <a:pt x="585" y="180"/>
                </a:cubicBezTo>
                <a:cubicBezTo>
                  <a:pt x="541" y="167"/>
                  <a:pt x="541" y="167"/>
                  <a:pt x="541" y="167"/>
                </a:cubicBezTo>
                <a:cubicBezTo>
                  <a:pt x="540" y="167"/>
                  <a:pt x="538" y="166"/>
                  <a:pt x="537" y="166"/>
                </a:cubicBezTo>
                <a:cubicBezTo>
                  <a:pt x="531" y="166"/>
                  <a:pt x="525" y="170"/>
                  <a:pt x="523" y="176"/>
                </a:cubicBezTo>
                <a:cubicBezTo>
                  <a:pt x="515" y="206"/>
                  <a:pt x="515" y="206"/>
                  <a:pt x="515" y="206"/>
                </a:cubicBezTo>
                <a:cubicBezTo>
                  <a:pt x="509" y="206"/>
                  <a:pt x="503" y="207"/>
                  <a:pt x="498" y="207"/>
                </a:cubicBezTo>
                <a:cubicBezTo>
                  <a:pt x="492" y="208"/>
                  <a:pt x="486" y="209"/>
                  <a:pt x="481" y="210"/>
                </a:cubicBezTo>
                <a:cubicBezTo>
                  <a:pt x="466" y="183"/>
                  <a:pt x="466" y="183"/>
                  <a:pt x="466" y="183"/>
                </a:cubicBezTo>
                <a:cubicBezTo>
                  <a:pt x="462" y="176"/>
                  <a:pt x="453" y="174"/>
                  <a:pt x="447" y="177"/>
                </a:cubicBezTo>
                <a:cubicBezTo>
                  <a:pt x="407" y="199"/>
                  <a:pt x="407" y="199"/>
                  <a:pt x="407" y="199"/>
                </a:cubicBezTo>
                <a:cubicBezTo>
                  <a:pt x="406" y="200"/>
                  <a:pt x="405" y="200"/>
                  <a:pt x="405" y="200"/>
                </a:cubicBezTo>
                <a:cubicBezTo>
                  <a:pt x="400" y="204"/>
                  <a:pt x="398" y="212"/>
                  <a:pt x="401" y="218"/>
                </a:cubicBezTo>
                <a:cubicBezTo>
                  <a:pt x="416" y="246"/>
                  <a:pt x="416" y="246"/>
                  <a:pt x="416" y="246"/>
                </a:cubicBezTo>
                <a:cubicBezTo>
                  <a:pt x="412" y="250"/>
                  <a:pt x="408" y="254"/>
                  <a:pt x="405" y="258"/>
                </a:cubicBezTo>
                <a:cubicBezTo>
                  <a:pt x="401" y="263"/>
                  <a:pt x="398" y="267"/>
                  <a:pt x="395" y="272"/>
                </a:cubicBezTo>
                <a:cubicBezTo>
                  <a:pt x="365" y="263"/>
                  <a:pt x="365" y="263"/>
                  <a:pt x="365" y="263"/>
                </a:cubicBezTo>
                <a:cubicBezTo>
                  <a:pt x="364" y="263"/>
                  <a:pt x="362" y="263"/>
                  <a:pt x="361" y="263"/>
                </a:cubicBezTo>
                <a:cubicBezTo>
                  <a:pt x="355" y="263"/>
                  <a:pt x="349" y="267"/>
                  <a:pt x="348" y="273"/>
                </a:cubicBezTo>
                <a:cubicBezTo>
                  <a:pt x="335" y="317"/>
                  <a:pt x="335" y="317"/>
                  <a:pt x="335" y="317"/>
                </a:cubicBezTo>
                <a:cubicBezTo>
                  <a:pt x="333" y="324"/>
                  <a:pt x="337" y="332"/>
                  <a:pt x="344" y="334"/>
                </a:cubicBezTo>
                <a:cubicBezTo>
                  <a:pt x="374" y="343"/>
                  <a:pt x="374" y="343"/>
                  <a:pt x="374" y="343"/>
                </a:cubicBezTo>
                <a:cubicBezTo>
                  <a:pt x="374" y="349"/>
                  <a:pt x="375" y="354"/>
                  <a:pt x="375" y="360"/>
                </a:cubicBezTo>
                <a:cubicBezTo>
                  <a:pt x="376" y="366"/>
                  <a:pt x="377" y="371"/>
                  <a:pt x="378" y="377"/>
                </a:cubicBezTo>
                <a:cubicBezTo>
                  <a:pt x="351" y="392"/>
                  <a:pt x="351" y="392"/>
                  <a:pt x="351" y="392"/>
                </a:cubicBezTo>
                <a:cubicBezTo>
                  <a:pt x="350" y="392"/>
                  <a:pt x="349" y="393"/>
                  <a:pt x="349" y="393"/>
                </a:cubicBezTo>
                <a:cubicBezTo>
                  <a:pt x="344" y="397"/>
                  <a:pt x="342" y="404"/>
                  <a:pt x="345" y="411"/>
                </a:cubicBezTo>
                <a:cubicBezTo>
                  <a:pt x="367" y="450"/>
                  <a:pt x="367" y="450"/>
                  <a:pt x="367" y="450"/>
                </a:cubicBezTo>
                <a:cubicBezTo>
                  <a:pt x="367" y="451"/>
                  <a:pt x="367" y="451"/>
                  <a:pt x="367" y="451"/>
                </a:cubicBezTo>
                <a:cubicBezTo>
                  <a:pt x="371" y="458"/>
                  <a:pt x="379" y="460"/>
                  <a:pt x="386" y="457"/>
                </a:cubicBezTo>
                <a:cubicBezTo>
                  <a:pt x="414" y="441"/>
                  <a:pt x="414" y="441"/>
                  <a:pt x="414" y="441"/>
                </a:cubicBezTo>
                <a:cubicBezTo>
                  <a:pt x="418" y="446"/>
                  <a:pt x="422" y="449"/>
                  <a:pt x="426" y="453"/>
                </a:cubicBezTo>
                <a:cubicBezTo>
                  <a:pt x="431" y="456"/>
                  <a:pt x="435" y="460"/>
                  <a:pt x="440" y="463"/>
                </a:cubicBezTo>
                <a:cubicBezTo>
                  <a:pt x="431" y="493"/>
                  <a:pt x="431" y="493"/>
                  <a:pt x="431" y="493"/>
                </a:cubicBezTo>
                <a:cubicBezTo>
                  <a:pt x="429" y="500"/>
                  <a:pt x="434" y="508"/>
                  <a:pt x="441" y="510"/>
                </a:cubicBezTo>
                <a:cubicBezTo>
                  <a:pt x="485" y="523"/>
                  <a:pt x="485" y="523"/>
                  <a:pt x="485" y="523"/>
                </a:cubicBezTo>
                <a:cubicBezTo>
                  <a:pt x="486" y="523"/>
                  <a:pt x="488" y="523"/>
                  <a:pt x="489" y="523"/>
                </a:cubicBezTo>
                <a:cubicBezTo>
                  <a:pt x="495" y="523"/>
                  <a:pt x="500" y="519"/>
                  <a:pt x="502" y="513"/>
                </a:cubicBezTo>
                <a:cubicBezTo>
                  <a:pt x="511" y="483"/>
                  <a:pt x="511" y="483"/>
                  <a:pt x="511" y="483"/>
                </a:cubicBezTo>
                <a:cubicBezTo>
                  <a:pt x="517" y="483"/>
                  <a:pt x="522" y="483"/>
                  <a:pt x="528" y="482"/>
                </a:cubicBezTo>
                <a:cubicBezTo>
                  <a:pt x="534" y="482"/>
                  <a:pt x="539" y="481"/>
                  <a:pt x="545" y="479"/>
                </a:cubicBezTo>
                <a:cubicBezTo>
                  <a:pt x="560" y="506"/>
                  <a:pt x="560" y="506"/>
                  <a:pt x="560" y="506"/>
                </a:cubicBezTo>
                <a:cubicBezTo>
                  <a:pt x="560" y="507"/>
                  <a:pt x="560" y="507"/>
                  <a:pt x="560" y="507"/>
                </a:cubicBezTo>
                <a:cubicBezTo>
                  <a:pt x="564" y="514"/>
                  <a:pt x="572" y="516"/>
                  <a:pt x="579" y="513"/>
                </a:cubicBezTo>
                <a:cubicBezTo>
                  <a:pt x="619" y="490"/>
                  <a:pt x="619" y="490"/>
                  <a:pt x="619" y="490"/>
                </a:cubicBezTo>
                <a:cubicBezTo>
                  <a:pt x="626" y="487"/>
                  <a:pt x="628" y="478"/>
                  <a:pt x="625" y="472"/>
                </a:cubicBezTo>
                <a:close/>
                <a:moveTo>
                  <a:pt x="588" y="447"/>
                </a:moveTo>
                <a:cubicBezTo>
                  <a:pt x="604" y="476"/>
                  <a:pt x="604" y="476"/>
                  <a:pt x="604" y="476"/>
                </a:cubicBezTo>
                <a:cubicBezTo>
                  <a:pt x="575" y="492"/>
                  <a:pt x="575" y="492"/>
                  <a:pt x="575" y="492"/>
                </a:cubicBezTo>
                <a:cubicBezTo>
                  <a:pt x="559" y="463"/>
                  <a:pt x="559" y="463"/>
                  <a:pt x="559" y="463"/>
                </a:cubicBezTo>
                <a:cubicBezTo>
                  <a:pt x="556" y="459"/>
                  <a:pt x="552" y="457"/>
                  <a:pt x="547" y="458"/>
                </a:cubicBezTo>
                <a:cubicBezTo>
                  <a:pt x="540" y="460"/>
                  <a:pt x="533" y="461"/>
                  <a:pt x="526" y="462"/>
                </a:cubicBezTo>
                <a:cubicBezTo>
                  <a:pt x="519" y="463"/>
                  <a:pt x="512" y="463"/>
                  <a:pt x="504" y="463"/>
                </a:cubicBezTo>
                <a:cubicBezTo>
                  <a:pt x="499" y="462"/>
                  <a:pt x="495" y="465"/>
                  <a:pt x="494" y="470"/>
                </a:cubicBezTo>
                <a:cubicBezTo>
                  <a:pt x="484" y="502"/>
                  <a:pt x="484" y="502"/>
                  <a:pt x="484" y="502"/>
                </a:cubicBezTo>
                <a:cubicBezTo>
                  <a:pt x="453" y="492"/>
                  <a:pt x="453" y="492"/>
                  <a:pt x="453" y="492"/>
                </a:cubicBezTo>
                <a:cubicBezTo>
                  <a:pt x="462" y="461"/>
                  <a:pt x="462" y="461"/>
                  <a:pt x="462" y="461"/>
                </a:cubicBezTo>
                <a:cubicBezTo>
                  <a:pt x="463" y="456"/>
                  <a:pt x="461" y="451"/>
                  <a:pt x="457" y="449"/>
                </a:cubicBezTo>
                <a:cubicBezTo>
                  <a:pt x="451" y="446"/>
                  <a:pt x="445" y="442"/>
                  <a:pt x="439" y="437"/>
                </a:cubicBezTo>
                <a:cubicBezTo>
                  <a:pt x="434" y="433"/>
                  <a:pt x="428" y="428"/>
                  <a:pt x="423" y="422"/>
                </a:cubicBezTo>
                <a:cubicBezTo>
                  <a:pt x="420" y="418"/>
                  <a:pt x="415" y="417"/>
                  <a:pt x="411" y="420"/>
                </a:cubicBezTo>
                <a:cubicBezTo>
                  <a:pt x="382" y="436"/>
                  <a:pt x="382" y="436"/>
                  <a:pt x="382" y="436"/>
                </a:cubicBezTo>
                <a:cubicBezTo>
                  <a:pt x="366" y="407"/>
                  <a:pt x="366" y="407"/>
                  <a:pt x="366" y="407"/>
                </a:cubicBezTo>
                <a:cubicBezTo>
                  <a:pt x="395" y="391"/>
                  <a:pt x="395" y="391"/>
                  <a:pt x="395" y="391"/>
                </a:cubicBezTo>
                <a:cubicBezTo>
                  <a:pt x="399" y="389"/>
                  <a:pt x="401" y="384"/>
                  <a:pt x="400" y="379"/>
                </a:cubicBezTo>
                <a:cubicBezTo>
                  <a:pt x="398" y="372"/>
                  <a:pt x="396" y="365"/>
                  <a:pt x="395" y="358"/>
                </a:cubicBezTo>
                <a:cubicBezTo>
                  <a:pt x="395" y="351"/>
                  <a:pt x="395" y="343"/>
                  <a:pt x="395" y="336"/>
                </a:cubicBezTo>
                <a:cubicBezTo>
                  <a:pt x="395" y="331"/>
                  <a:pt x="392" y="327"/>
                  <a:pt x="388" y="326"/>
                </a:cubicBezTo>
                <a:cubicBezTo>
                  <a:pt x="356" y="317"/>
                  <a:pt x="356" y="317"/>
                  <a:pt x="356" y="317"/>
                </a:cubicBezTo>
                <a:cubicBezTo>
                  <a:pt x="365" y="285"/>
                  <a:pt x="365" y="285"/>
                  <a:pt x="365" y="285"/>
                </a:cubicBezTo>
                <a:cubicBezTo>
                  <a:pt x="397" y="294"/>
                  <a:pt x="397" y="294"/>
                  <a:pt x="397" y="294"/>
                </a:cubicBezTo>
                <a:cubicBezTo>
                  <a:pt x="402" y="295"/>
                  <a:pt x="407" y="293"/>
                  <a:pt x="409" y="289"/>
                </a:cubicBezTo>
                <a:cubicBezTo>
                  <a:pt x="412" y="283"/>
                  <a:pt x="416" y="277"/>
                  <a:pt x="421" y="271"/>
                </a:cubicBezTo>
                <a:cubicBezTo>
                  <a:pt x="425" y="265"/>
                  <a:pt x="430" y="260"/>
                  <a:pt x="436" y="255"/>
                </a:cubicBezTo>
                <a:cubicBezTo>
                  <a:pt x="439" y="252"/>
                  <a:pt x="440" y="247"/>
                  <a:pt x="438" y="243"/>
                </a:cubicBezTo>
                <a:cubicBezTo>
                  <a:pt x="422" y="214"/>
                  <a:pt x="422" y="214"/>
                  <a:pt x="422" y="214"/>
                </a:cubicBezTo>
                <a:cubicBezTo>
                  <a:pt x="451" y="198"/>
                  <a:pt x="451" y="198"/>
                  <a:pt x="451" y="198"/>
                </a:cubicBezTo>
                <a:cubicBezTo>
                  <a:pt x="467" y="227"/>
                  <a:pt x="467" y="227"/>
                  <a:pt x="467" y="227"/>
                </a:cubicBezTo>
                <a:cubicBezTo>
                  <a:pt x="469" y="231"/>
                  <a:pt x="474" y="233"/>
                  <a:pt x="479" y="232"/>
                </a:cubicBezTo>
                <a:cubicBezTo>
                  <a:pt x="486" y="230"/>
                  <a:pt x="493" y="228"/>
                  <a:pt x="500" y="228"/>
                </a:cubicBezTo>
                <a:cubicBezTo>
                  <a:pt x="507" y="227"/>
                  <a:pt x="514" y="227"/>
                  <a:pt x="521" y="227"/>
                </a:cubicBezTo>
                <a:cubicBezTo>
                  <a:pt x="526" y="228"/>
                  <a:pt x="531" y="224"/>
                  <a:pt x="532" y="220"/>
                </a:cubicBezTo>
                <a:cubicBezTo>
                  <a:pt x="541" y="188"/>
                  <a:pt x="541" y="188"/>
                  <a:pt x="541" y="188"/>
                </a:cubicBezTo>
                <a:cubicBezTo>
                  <a:pt x="573" y="197"/>
                  <a:pt x="573" y="197"/>
                  <a:pt x="573" y="197"/>
                </a:cubicBezTo>
                <a:cubicBezTo>
                  <a:pt x="564" y="229"/>
                  <a:pt x="564" y="229"/>
                  <a:pt x="564" y="229"/>
                </a:cubicBezTo>
                <a:cubicBezTo>
                  <a:pt x="562" y="234"/>
                  <a:pt x="564" y="239"/>
                  <a:pt x="569" y="241"/>
                </a:cubicBezTo>
                <a:cubicBezTo>
                  <a:pt x="575" y="244"/>
                  <a:pt x="581" y="248"/>
                  <a:pt x="587" y="253"/>
                </a:cubicBezTo>
                <a:cubicBezTo>
                  <a:pt x="592" y="257"/>
                  <a:pt x="597" y="262"/>
                  <a:pt x="602" y="268"/>
                </a:cubicBezTo>
                <a:cubicBezTo>
                  <a:pt x="605" y="271"/>
                  <a:pt x="611" y="272"/>
                  <a:pt x="615" y="270"/>
                </a:cubicBezTo>
                <a:cubicBezTo>
                  <a:pt x="644" y="254"/>
                  <a:pt x="644" y="254"/>
                  <a:pt x="644" y="254"/>
                </a:cubicBezTo>
                <a:cubicBezTo>
                  <a:pt x="660" y="283"/>
                  <a:pt x="660" y="283"/>
                  <a:pt x="660" y="283"/>
                </a:cubicBezTo>
                <a:cubicBezTo>
                  <a:pt x="631" y="299"/>
                  <a:pt x="631" y="299"/>
                  <a:pt x="631" y="299"/>
                </a:cubicBezTo>
                <a:cubicBezTo>
                  <a:pt x="626" y="301"/>
                  <a:pt x="624" y="306"/>
                  <a:pt x="626" y="311"/>
                </a:cubicBezTo>
                <a:cubicBezTo>
                  <a:pt x="628" y="318"/>
                  <a:pt x="629" y="325"/>
                  <a:pt x="630" y="332"/>
                </a:cubicBezTo>
                <a:cubicBezTo>
                  <a:pt x="631" y="339"/>
                  <a:pt x="631" y="346"/>
                  <a:pt x="631" y="353"/>
                </a:cubicBezTo>
                <a:cubicBezTo>
                  <a:pt x="630" y="358"/>
                  <a:pt x="633" y="363"/>
                  <a:pt x="638" y="364"/>
                </a:cubicBezTo>
                <a:cubicBezTo>
                  <a:pt x="670" y="373"/>
                  <a:pt x="670" y="373"/>
                  <a:pt x="670" y="373"/>
                </a:cubicBezTo>
                <a:cubicBezTo>
                  <a:pt x="660" y="405"/>
                  <a:pt x="660" y="405"/>
                  <a:pt x="660" y="405"/>
                </a:cubicBezTo>
                <a:cubicBezTo>
                  <a:pt x="629" y="396"/>
                  <a:pt x="629" y="396"/>
                  <a:pt x="629" y="396"/>
                </a:cubicBezTo>
                <a:cubicBezTo>
                  <a:pt x="624" y="394"/>
                  <a:pt x="619" y="396"/>
                  <a:pt x="617" y="401"/>
                </a:cubicBezTo>
                <a:cubicBezTo>
                  <a:pt x="614" y="407"/>
                  <a:pt x="609" y="413"/>
                  <a:pt x="605" y="419"/>
                </a:cubicBezTo>
                <a:cubicBezTo>
                  <a:pt x="600" y="424"/>
                  <a:pt x="595" y="430"/>
                  <a:pt x="590" y="434"/>
                </a:cubicBezTo>
                <a:cubicBezTo>
                  <a:pt x="586" y="437"/>
                  <a:pt x="585" y="443"/>
                  <a:pt x="588" y="447"/>
                </a:cubicBezTo>
                <a:close/>
                <a:moveTo>
                  <a:pt x="796" y="407"/>
                </a:moveTo>
                <a:cubicBezTo>
                  <a:pt x="798" y="444"/>
                  <a:pt x="781" y="500"/>
                  <a:pt x="781" y="502"/>
                </a:cubicBezTo>
                <a:cubicBezTo>
                  <a:pt x="757" y="564"/>
                  <a:pt x="724" y="611"/>
                  <a:pt x="706" y="634"/>
                </a:cubicBezTo>
                <a:cubicBezTo>
                  <a:pt x="703" y="637"/>
                  <a:pt x="649" y="702"/>
                  <a:pt x="609" y="731"/>
                </a:cubicBezTo>
                <a:cubicBezTo>
                  <a:pt x="607" y="733"/>
                  <a:pt x="605" y="733"/>
                  <a:pt x="603" y="733"/>
                </a:cubicBezTo>
                <a:cubicBezTo>
                  <a:pt x="600" y="733"/>
                  <a:pt x="597" y="732"/>
                  <a:pt x="595" y="729"/>
                </a:cubicBezTo>
                <a:cubicBezTo>
                  <a:pt x="592" y="725"/>
                  <a:pt x="593" y="718"/>
                  <a:pt x="597" y="715"/>
                </a:cubicBezTo>
                <a:cubicBezTo>
                  <a:pt x="635" y="687"/>
                  <a:pt x="690" y="622"/>
                  <a:pt x="690" y="621"/>
                </a:cubicBezTo>
                <a:cubicBezTo>
                  <a:pt x="707" y="599"/>
                  <a:pt x="739" y="554"/>
                  <a:pt x="762" y="495"/>
                </a:cubicBezTo>
                <a:cubicBezTo>
                  <a:pt x="762" y="495"/>
                  <a:pt x="778" y="442"/>
                  <a:pt x="776" y="408"/>
                </a:cubicBezTo>
                <a:cubicBezTo>
                  <a:pt x="776" y="402"/>
                  <a:pt x="780" y="397"/>
                  <a:pt x="786" y="397"/>
                </a:cubicBezTo>
                <a:cubicBezTo>
                  <a:pt x="791" y="397"/>
                  <a:pt x="796" y="401"/>
                  <a:pt x="796" y="407"/>
                </a:cubicBezTo>
                <a:close/>
                <a:moveTo>
                  <a:pt x="414" y="828"/>
                </a:moveTo>
                <a:cubicBezTo>
                  <a:pt x="416" y="833"/>
                  <a:pt x="414" y="839"/>
                  <a:pt x="409" y="841"/>
                </a:cubicBezTo>
                <a:cubicBezTo>
                  <a:pt x="408" y="842"/>
                  <a:pt x="336" y="875"/>
                  <a:pt x="292" y="894"/>
                </a:cubicBezTo>
                <a:cubicBezTo>
                  <a:pt x="271" y="904"/>
                  <a:pt x="250" y="909"/>
                  <a:pt x="231" y="909"/>
                </a:cubicBezTo>
                <a:cubicBezTo>
                  <a:pt x="211" y="909"/>
                  <a:pt x="192" y="904"/>
                  <a:pt x="175" y="894"/>
                </a:cubicBezTo>
                <a:cubicBezTo>
                  <a:pt x="155" y="883"/>
                  <a:pt x="121" y="844"/>
                  <a:pt x="126" y="809"/>
                </a:cubicBezTo>
                <a:cubicBezTo>
                  <a:pt x="127" y="804"/>
                  <a:pt x="128" y="798"/>
                  <a:pt x="128" y="793"/>
                </a:cubicBezTo>
                <a:cubicBezTo>
                  <a:pt x="132" y="769"/>
                  <a:pt x="133" y="761"/>
                  <a:pt x="123" y="754"/>
                </a:cubicBezTo>
                <a:cubicBezTo>
                  <a:pt x="100" y="738"/>
                  <a:pt x="97" y="712"/>
                  <a:pt x="97" y="711"/>
                </a:cubicBezTo>
                <a:cubicBezTo>
                  <a:pt x="97" y="710"/>
                  <a:pt x="97" y="710"/>
                  <a:pt x="97" y="709"/>
                </a:cubicBezTo>
                <a:cubicBezTo>
                  <a:pt x="101" y="669"/>
                  <a:pt x="101" y="669"/>
                  <a:pt x="101" y="669"/>
                </a:cubicBezTo>
                <a:cubicBezTo>
                  <a:pt x="60" y="669"/>
                  <a:pt x="60" y="669"/>
                  <a:pt x="60" y="669"/>
                </a:cubicBezTo>
                <a:cubicBezTo>
                  <a:pt x="38" y="669"/>
                  <a:pt x="22" y="662"/>
                  <a:pt x="13" y="648"/>
                </a:cubicBezTo>
                <a:cubicBezTo>
                  <a:pt x="0" y="628"/>
                  <a:pt x="7" y="601"/>
                  <a:pt x="13" y="587"/>
                </a:cubicBezTo>
                <a:cubicBezTo>
                  <a:pt x="16" y="582"/>
                  <a:pt x="20" y="572"/>
                  <a:pt x="27" y="559"/>
                </a:cubicBezTo>
                <a:cubicBezTo>
                  <a:pt x="38" y="537"/>
                  <a:pt x="54" y="506"/>
                  <a:pt x="64" y="488"/>
                </a:cubicBezTo>
                <a:cubicBezTo>
                  <a:pt x="78" y="463"/>
                  <a:pt x="77" y="450"/>
                  <a:pt x="75" y="420"/>
                </a:cubicBezTo>
                <a:cubicBezTo>
                  <a:pt x="74" y="406"/>
                  <a:pt x="73" y="388"/>
                  <a:pt x="73" y="364"/>
                </a:cubicBezTo>
                <a:cubicBezTo>
                  <a:pt x="73" y="333"/>
                  <a:pt x="79" y="301"/>
                  <a:pt x="92" y="269"/>
                </a:cubicBezTo>
                <a:cubicBezTo>
                  <a:pt x="96" y="262"/>
                  <a:pt x="96" y="262"/>
                  <a:pt x="96" y="262"/>
                </a:cubicBezTo>
                <a:cubicBezTo>
                  <a:pt x="119" y="212"/>
                  <a:pt x="156" y="165"/>
                  <a:pt x="204" y="122"/>
                </a:cubicBezTo>
                <a:cubicBezTo>
                  <a:pt x="307" y="30"/>
                  <a:pt x="465" y="33"/>
                  <a:pt x="472" y="33"/>
                </a:cubicBezTo>
                <a:cubicBezTo>
                  <a:pt x="525" y="34"/>
                  <a:pt x="575" y="46"/>
                  <a:pt x="621" y="70"/>
                </a:cubicBezTo>
                <a:cubicBezTo>
                  <a:pt x="626" y="72"/>
                  <a:pt x="628" y="79"/>
                  <a:pt x="625" y="84"/>
                </a:cubicBezTo>
                <a:cubicBezTo>
                  <a:pt x="623" y="89"/>
                  <a:pt x="617" y="90"/>
                  <a:pt x="612" y="88"/>
                </a:cubicBezTo>
                <a:cubicBezTo>
                  <a:pt x="569" y="66"/>
                  <a:pt x="522" y="54"/>
                  <a:pt x="472" y="53"/>
                </a:cubicBezTo>
                <a:cubicBezTo>
                  <a:pt x="470" y="53"/>
                  <a:pt x="315" y="51"/>
                  <a:pt x="218" y="137"/>
                </a:cubicBezTo>
                <a:cubicBezTo>
                  <a:pt x="171" y="178"/>
                  <a:pt x="137" y="223"/>
                  <a:pt x="114" y="271"/>
                </a:cubicBezTo>
                <a:cubicBezTo>
                  <a:pt x="111" y="277"/>
                  <a:pt x="111" y="277"/>
                  <a:pt x="111" y="277"/>
                </a:cubicBezTo>
                <a:cubicBezTo>
                  <a:pt x="99" y="306"/>
                  <a:pt x="93" y="335"/>
                  <a:pt x="93" y="364"/>
                </a:cubicBezTo>
                <a:cubicBezTo>
                  <a:pt x="93" y="387"/>
                  <a:pt x="94" y="405"/>
                  <a:pt x="95" y="419"/>
                </a:cubicBezTo>
                <a:cubicBezTo>
                  <a:pt x="97" y="450"/>
                  <a:pt x="99" y="467"/>
                  <a:pt x="82" y="498"/>
                </a:cubicBezTo>
                <a:cubicBezTo>
                  <a:pt x="72" y="516"/>
                  <a:pt x="56" y="546"/>
                  <a:pt x="45" y="568"/>
                </a:cubicBezTo>
                <a:cubicBezTo>
                  <a:pt x="39" y="581"/>
                  <a:pt x="34" y="591"/>
                  <a:pt x="32" y="596"/>
                </a:cubicBezTo>
                <a:cubicBezTo>
                  <a:pt x="27" y="606"/>
                  <a:pt x="23" y="626"/>
                  <a:pt x="30" y="637"/>
                </a:cubicBezTo>
                <a:cubicBezTo>
                  <a:pt x="35" y="645"/>
                  <a:pt x="45" y="649"/>
                  <a:pt x="60" y="649"/>
                </a:cubicBezTo>
                <a:cubicBezTo>
                  <a:pt x="112" y="649"/>
                  <a:pt x="112" y="649"/>
                  <a:pt x="112" y="649"/>
                </a:cubicBezTo>
                <a:cubicBezTo>
                  <a:pt x="115" y="649"/>
                  <a:pt x="118" y="650"/>
                  <a:pt x="120" y="652"/>
                </a:cubicBezTo>
                <a:cubicBezTo>
                  <a:pt x="122" y="654"/>
                  <a:pt x="123" y="657"/>
                  <a:pt x="123" y="660"/>
                </a:cubicBezTo>
                <a:cubicBezTo>
                  <a:pt x="117" y="709"/>
                  <a:pt x="117" y="709"/>
                  <a:pt x="117" y="709"/>
                </a:cubicBezTo>
                <a:cubicBezTo>
                  <a:pt x="118" y="713"/>
                  <a:pt x="122" y="728"/>
                  <a:pt x="135" y="737"/>
                </a:cubicBezTo>
                <a:cubicBezTo>
                  <a:pt x="156" y="752"/>
                  <a:pt x="152" y="774"/>
                  <a:pt x="148" y="797"/>
                </a:cubicBezTo>
                <a:cubicBezTo>
                  <a:pt x="148" y="802"/>
                  <a:pt x="147" y="807"/>
                  <a:pt x="146" y="812"/>
                </a:cubicBezTo>
                <a:cubicBezTo>
                  <a:pt x="143" y="837"/>
                  <a:pt x="172" y="869"/>
                  <a:pt x="185" y="876"/>
                </a:cubicBezTo>
                <a:cubicBezTo>
                  <a:pt x="214" y="893"/>
                  <a:pt x="246" y="892"/>
                  <a:pt x="284" y="876"/>
                </a:cubicBezTo>
                <a:cubicBezTo>
                  <a:pt x="328" y="856"/>
                  <a:pt x="399" y="823"/>
                  <a:pt x="400" y="823"/>
                </a:cubicBezTo>
                <a:cubicBezTo>
                  <a:pt x="405" y="821"/>
                  <a:pt x="411" y="823"/>
                  <a:pt x="414" y="828"/>
                </a:cubicBezTo>
                <a:close/>
                <a:moveTo>
                  <a:pt x="703" y="241"/>
                </a:moveTo>
                <a:cubicBezTo>
                  <a:pt x="705" y="242"/>
                  <a:pt x="706" y="245"/>
                  <a:pt x="706" y="248"/>
                </a:cubicBezTo>
                <a:cubicBezTo>
                  <a:pt x="706" y="250"/>
                  <a:pt x="705" y="253"/>
                  <a:pt x="703" y="255"/>
                </a:cubicBezTo>
                <a:cubicBezTo>
                  <a:pt x="701" y="257"/>
                  <a:pt x="699" y="258"/>
                  <a:pt x="696" y="258"/>
                </a:cubicBezTo>
                <a:cubicBezTo>
                  <a:pt x="693" y="258"/>
                  <a:pt x="691" y="257"/>
                  <a:pt x="689" y="255"/>
                </a:cubicBezTo>
                <a:cubicBezTo>
                  <a:pt x="687" y="253"/>
                  <a:pt x="686" y="250"/>
                  <a:pt x="686" y="248"/>
                </a:cubicBezTo>
                <a:cubicBezTo>
                  <a:pt x="686" y="245"/>
                  <a:pt x="687" y="242"/>
                  <a:pt x="689" y="241"/>
                </a:cubicBezTo>
                <a:cubicBezTo>
                  <a:pt x="693" y="237"/>
                  <a:pt x="699" y="237"/>
                  <a:pt x="703" y="241"/>
                </a:cubicBezTo>
                <a:close/>
                <a:moveTo>
                  <a:pt x="728" y="241"/>
                </a:moveTo>
                <a:cubicBezTo>
                  <a:pt x="724" y="241"/>
                  <a:pt x="721" y="239"/>
                  <a:pt x="719" y="235"/>
                </a:cubicBezTo>
                <a:cubicBezTo>
                  <a:pt x="716" y="230"/>
                  <a:pt x="718" y="224"/>
                  <a:pt x="723" y="222"/>
                </a:cubicBezTo>
                <a:cubicBezTo>
                  <a:pt x="728" y="219"/>
                  <a:pt x="734" y="221"/>
                  <a:pt x="737" y="226"/>
                </a:cubicBezTo>
                <a:cubicBezTo>
                  <a:pt x="739" y="231"/>
                  <a:pt x="738" y="237"/>
                  <a:pt x="733" y="239"/>
                </a:cubicBezTo>
                <a:cubicBezTo>
                  <a:pt x="731" y="240"/>
                  <a:pt x="729" y="241"/>
                  <a:pt x="728" y="241"/>
                </a:cubicBezTo>
                <a:close/>
                <a:moveTo>
                  <a:pt x="760" y="223"/>
                </a:moveTo>
                <a:cubicBezTo>
                  <a:pt x="756" y="223"/>
                  <a:pt x="753" y="221"/>
                  <a:pt x="751" y="218"/>
                </a:cubicBezTo>
                <a:cubicBezTo>
                  <a:pt x="748" y="213"/>
                  <a:pt x="750" y="207"/>
                  <a:pt x="755" y="204"/>
                </a:cubicBezTo>
                <a:cubicBezTo>
                  <a:pt x="760" y="202"/>
                  <a:pt x="766" y="203"/>
                  <a:pt x="769" y="208"/>
                </a:cubicBezTo>
                <a:cubicBezTo>
                  <a:pt x="771" y="213"/>
                  <a:pt x="769" y="219"/>
                  <a:pt x="765" y="222"/>
                </a:cubicBezTo>
                <a:cubicBezTo>
                  <a:pt x="763" y="223"/>
                  <a:pt x="761" y="223"/>
                  <a:pt x="760" y="223"/>
                </a:cubicBezTo>
                <a:close/>
                <a:moveTo>
                  <a:pt x="800" y="191"/>
                </a:moveTo>
                <a:cubicBezTo>
                  <a:pt x="803" y="196"/>
                  <a:pt x="801" y="202"/>
                  <a:pt x="796" y="205"/>
                </a:cubicBezTo>
                <a:cubicBezTo>
                  <a:pt x="795" y="206"/>
                  <a:pt x="793" y="206"/>
                  <a:pt x="792" y="206"/>
                </a:cubicBezTo>
                <a:cubicBezTo>
                  <a:pt x="788" y="206"/>
                  <a:pt x="784" y="204"/>
                  <a:pt x="783" y="201"/>
                </a:cubicBezTo>
                <a:cubicBezTo>
                  <a:pt x="780" y="196"/>
                  <a:pt x="782" y="190"/>
                  <a:pt x="787" y="187"/>
                </a:cubicBezTo>
                <a:cubicBezTo>
                  <a:pt x="792" y="184"/>
                  <a:pt x="798" y="186"/>
                  <a:pt x="800" y="191"/>
                </a:cubicBezTo>
                <a:close/>
                <a:moveTo>
                  <a:pt x="656" y="210"/>
                </a:moveTo>
                <a:cubicBezTo>
                  <a:pt x="654" y="208"/>
                  <a:pt x="653" y="206"/>
                  <a:pt x="653" y="203"/>
                </a:cubicBezTo>
                <a:cubicBezTo>
                  <a:pt x="653" y="200"/>
                  <a:pt x="654" y="198"/>
                  <a:pt x="656" y="196"/>
                </a:cubicBezTo>
                <a:cubicBezTo>
                  <a:pt x="660" y="192"/>
                  <a:pt x="667" y="192"/>
                  <a:pt x="670" y="196"/>
                </a:cubicBezTo>
                <a:cubicBezTo>
                  <a:pt x="672" y="198"/>
                  <a:pt x="673" y="200"/>
                  <a:pt x="673" y="203"/>
                </a:cubicBezTo>
                <a:cubicBezTo>
                  <a:pt x="673" y="206"/>
                  <a:pt x="672" y="208"/>
                  <a:pt x="670" y="210"/>
                </a:cubicBezTo>
                <a:cubicBezTo>
                  <a:pt x="668" y="212"/>
                  <a:pt x="666" y="213"/>
                  <a:pt x="663" y="213"/>
                </a:cubicBezTo>
                <a:cubicBezTo>
                  <a:pt x="661" y="213"/>
                  <a:pt x="658" y="212"/>
                  <a:pt x="656" y="210"/>
                </a:cubicBezTo>
                <a:close/>
                <a:moveTo>
                  <a:pt x="687" y="190"/>
                </a:moveTo>
                <a:cubicBezTo>
                  <a:pt x="684" y="185"/>
                  <a:pt x="686" y="179"/>
                  <a:pt x="691" y="177"/>
                </a:cubicBezTo>
                <a:cubicBezTo>
                  <a:pt x="696" y="174"/>
                  <a:pt x="702" y="176"/>
                  <a:pt x="705" y="181"/>
                </a:cubicBezTo>
                <a:cubicBezTo>
                  <a:pt x="707" y="186"/>
                  <a:pt x="706" y="192"/>
                  <a:pt x="701" y="194"/>
                </a:cubicBezTo>
                <a:cubicBezTo>
                  <a:pt x="699" y="195"/>
                  <a:pt x="697" y="196"/>
                  <a:pt x="696" y="196"/>
                </a:cubicBezTo>
                <a:cubicBezTo>
                  <a:pt x="692" y="196"/>
                  <a:pt x="689" y="194"/>
                  <a:pt x="687" y="190"/>
                </a:cubicBezTo>
                <a:close/>
                <a:moveTo>
                  <a:pt x="739" y="168"/>
                </a:moveTo>
                <a:cubicBezTo>
                  <a:pt x="739" y="170"/>
                  <a:pt x="737" y="173"/>
                  <a:pt x="735" y="175"/>
                </a:cubicBezTo>
                <a:cubicBezTo>
                  <a:pt x="734" y="177"/>
                  <a:pt x="731" y="178"/>
                  <a:pt x="728" y="178"/>
                </a:cubicBezTo>
                <a:cubicBezTo>
                  <a:pt x="726" y="178"/>
                  <a:pt x="723" y="177"/>
                  <a:pt x="721" y="175"/>
                </a:cubicBezTo>
                <a:cubicBezTo>
                  <a:pt x="719" y="173"/>
                  <a:pt x="718" y="170"/>
                  <a:pt x="718" y="168"/>
                </a:cubicBezTo>
                <a:cubicBezTo>
                  <a:pt x="718" y="165"/>
                  <a:pt x="719" y="163"/>
                  <a:pt x="721" y="161"/>
                </a:cubicBezTo>
                <a:cubicBezTo>
                  <a:pt x="725" y="157"/>
                  <a:pt x="732" y="157"/>
                  <a:pt x="735" y="161"/>
                </a:cubicBezTo>
                <a:cubicBezTo>
                  <a:pt x="737" y="163"/>
                  <a:pt x="739" y="165"/>
                  <a:pt x="739" y="168"/>
                </a:cubicBezTo>
                <a:close/>
                <a:moveTo>
                  <a:pt x="733" y="138"/>
                </a:moveTo>
                <a:cubicBezTo>
                  <a:pt x="727" y="137"/>
                  <a:pt x="723" y="132"/>
                  <a:pt x="724" y="127"/>
                </a:cubicBezTo>
                <a:cubicBezTo>
                  <a:pt x="725" y="121"/>
                  <a:pt x="730" y="117"/>
                  <a:pt x="736" y="118"/>
                </a:cubicBezTo>
                <a:cubicBezTo>
                  <a:pt x="741" y="119"/>
                  <a:pt x="745" y="124"/>
                  <a:pt x="744" y="129"/>
                </a:cubicBezTo>
                <a:cubicBezTo>
                  <a:pt x="743" y="135"/>
                  <a:pt x="739" y="138"/>
                  <a:pt x="734" y="138"/>
                </a:cubicBezTo>
                <a:cubicBezTo>
                  <a:pt x="734" y="138"/>
                  <a:pt x="733" y="138"/>
                  <a:pt x="733" y="138"/>
                </a:cubicBezTo>
                <a:close/>
                <a:moveTo>
                  <a:pt x="844" y="208"/>
                </a:moveTo>
                <a:cubicBezTo>
                  <a:pt x="849" y="209"/>
                  <a:pt x="853" y="210"/>
                  <a:pt x="858" y="210"/>
                </a:cubicBezTo>
                <a:cubicBezTo>
                  <a:pt x="880" y="210"/>
                  <a:pt x="900" y="195"/>
                  <a:pt x="906" y="174"/>
                </a:cubicBezTo>
                <a:cubicBezTo>
                  <a:pt x="910" y="161"/>
                  <a:pt x="908" y="147"/>
                  <a:pt x="902" y="136"/>
                </a:cubicBezTo>
                <a:cubicBezTo>
                  <a:pt x="895" y="124"/>
                  <a:pt x="885" y="116"/>
                  <a:pt x="872" y="112"/>
                </a:cubicBezTo>
                <a:cubicBezTo>
                  <a:pt x="867" y="111"/>
                  <a:pt x="863" y="110"/>
                  <a:pt x="858" y="110"/>
                </a:cubicBezTo>
                <a:cubicBezTo>
                  <a:pt x="836" y="110"/>
                  <a:pt x="816" y="125"/>
                  <a:pt x="810" y="146"/>
                </a:cubicBezTo>
                <a:cubicBezTo>
                  <a:pt x="803" y="172"/>
                  <a:pt x="818" y="200"/>
                  <a:pt x="844" y="208"/>
                </a:cubicBezTo>
                <a:close/>
                <a:moveTo>
                  <a:pt x="830" y="152"/>
                </a:moveTo>
                <a:cubicBezTo>
                  <a:pt x="833" y="139"/>
                  <a:pt x="845" y="130"/>
                  <a:pt x="858" y="130"/>
                </a:cubicBezTo>
                <a:cubicBezTo>
                  <a:pt x="861" y="130"/>
                  <a:pt x="864" y="131"/>
                  <a:pt x="866" y="131"/>
                </a:cubicBezTo>
                <a:cubicBezTo>
                  <a:pt x="874" y="134"/>
                  <a:pt x="880" y="139"/>
                  <a:pt x="884" y="146"/>
                </a:cubicBezTo>
                <a:cubicBezTo>
                  <a:pt x="888" y="152"/>
                  <a:pt x="889" y="160"/>
                  <a:pt x="886" y="168"/>
                </a:cubicBezTo>
                <a:cubicBezTo>
                  <a:pt x="882" y="183"/>
                  <a:pt x="865" y="192"/>
                  <a:pt x="850" y="188"/>
                </a:cubicBezTo>
                <a:cubicBezTo>
                  <a:pt x="834" y="184"/>
                  <a:pt x="825" y="167"/>
                  <a:pt x="830" y="152"/>
                </a:cubicBezTo>
                <a:close/>
                <a:moveTo>
                  <a:pt x="734" y="97"/>
                </a:moveTo>
                <a:cubicBezTo>
                  <a:pt x="738" y="99"/>
                  <a:pt x="743" y="99"/>
                  <a:pt x="748" y="99"/>
                </a:cubicBezTo>
                <a:cubicBezTo>
                  <a:pt x="770" y="99"/>
                  <a:pt x="789" y="85"/>
                  <a:pt x="796" y="63"/>
                </a:cubicBezTo>
                <a:cubicBezTo>
                  <a:pt x="799" y="51"/>
                  <a:pt x="798" y="37"/>
                  <a:pt x="791" y="25"/>
                </a:cubicBezTo>
                <a:cubicBezTo>
                  <a:pt x="785" y="14"/>
                  <a:pt x="774" y="5"/>
                  <a:pt x="762" y="2"/>
                </a:cubicBezTo>
                <a:cubicBezTo>
                  <a:pt x="757" y="0"/>
                  <a:pt x="752" y="0"/>
                  <a:pt x="748" y="0"/>
                </a:cubicBezTo>
                <a:cubicBezTo>
                  <a:pt x="726" y="0"/>
                  <a:pt x="706" y="14"/>
                  <a:pt x="700" y="36"/>
                </a:cubicBezTo>
                <a:cubicBezTo>
                  <a:pt x="692" y="62"/>
                  <a:pt x="707" y="90"/>
                  <a:pt x="734" y="97"/>
                </a:cubicBezTo>
                <a:close/>
                <a:moveTo>
                  <a:pt x="719" y="41"/>
                </a:moveTo>
                <a:cubicBezTo>
                  <a:pt x="723" y="29"/>
                  <a:pt x="735" y="20"/>
                  <a:pt x="748" y="20"/>
                </a:cubicBezTo>
                <a:cubicBezTo>
                  <a:pt x="750" y="20"/>
                  <a:pt x="753" y="20"/>
                  <a:pt x="756" y="21"/>
                </a:cubicBezTo>
                <a:cubicBezTo>
                  <a:pt x="763" y="23"/>
                  <a:pt x="770" y="28"/>
                  <a:pt x="774" y="35"/>
                </a:cubicBezTo>
                <a:cubicBezTo>
                  <a:pt x="777" y="42"/>
                  <a:pt x="778" y="50"/>
                  <a:pt x="776" y="58"/>
                </a:cubicBezTo>
                <a:cubicBezTo>
                  <a:pt x="772" y="73"/>
                  <a:pt x="755" y="82"/>
                  <a:pt x="740" y="78"/>
                </a:cubicBezTo>
                <a:cubicBezTo>
                  <a:pt x="724" y="73"/>
                  <a:pt x="715" y="57"/>
                  <a:pt x="719" y="41"/>
                </a:cubicBezTo>
                <a:close/>
                <a:moveTo>
                  <a:pt x="708" y="308"/>
                </a:moveTo>
                <a:cubicBezTo>
                  <a:pt x="706" y="306"/>
                  <a:pt x="705" y="303"/>
                  <a:pt x="705" y="300"/>
                </a:cubicBezTo>
                <a:cubicBezTo>
                  <a:pt x="705" y="298"/>
                  <a:pt x="706" y="295"/>
                  <a:pt x="708" y="293"/>
                </a:cubicBezTo>
                <a:cubicBezTo>
                  <a:pt x="712" y="289"/>
                  <a:pt x="719" y="289"/>
                  <a:pt x="722" y="293"/>
                </a:cubicBezTo>
                <a:cubicBezTo>
                  <a:pt x="724" y="295"/>
                  <a:pt x="725" y="298"/>
                  <a:pt x="725" y="300"/>
                </a:cubicBezTo>
                <a:cubicBezTo>
                  <a:pt x="725" y="303"/>
                  <a:pt x="724" y="306"/>
                  <a:pt x="722" y="308"/>
                </a:cubicBezTo>
                <a:cubicBezTo>
                  <a:pt x="720" y="309"/>
                  <a:pt x="718" y="311"/>
                  <a:pt x="715" y="311"/>
                </a:cubicBezTo>
                <a:cubicBezTo>
                  <a:pt x="713" y="311"/>
                  <a:pt x="710" y="309"/>
                  <a:pt x="708" y="308"/>
                </a:cubicBezTo>
                <a:close/>
                <a:moveTo>
                  <a:pt x="739" y="287"/>
                </a:moveTo>
                <a:cubicBezTo>
                  <a:pt x="737" y="282"/>
                  <a:pt x="738" y="276"/>
                  <a:pt x="743" y="273"/>
                </a:cubicBezTo>
                <a:cubicBezTo>
                  <a:pt x="748" y="270"/>
                  <a:pt x="754" y="272"/>
                  <a:pt x="757" y="277"/>
                </a:cubicBezTo>
                <a:cubicBezTo>
                  <a:pt x="760" y="282"/>
                  <a:pt x="758" y="288"/>
                  <a:pt x="753" y="291"/>
                </a:cubicBezTo>
                <a:cubicBezTo>
                  <a:pt x="751" y="292"/>
                  <a:pt x="750" y="292"/>
                  <a:pt x="748" y="292"/>
                </a:cubicBezTo>
                <a:cubicBezTo>
                  <a:pt x="744" y="292"/>
                  <a:pt x="741" y="290"/>
                  <a:pt x="739" y="287"/>
                </a:cubicBezTo>
                <a:close/>
                <a:moveTo>
                  <a:pt x="771" y="264"/>
                </a:moveTo>
                <a:cubicBezTo>
                  <a:pt x="771" y="261"/>
                  <a:pt x="772" y="258"/>
                  <a:pt x="774" y="256"/>
                </a:cubicBezTo>
                <a:cubicBezTo>
                  <a:pt x="778" y="253"/>
                  <a:pt x="784" y="253"/>
                  <a:pt x="788" y="256"/>
                </a:cubicBezTo>
                <a:cubicBezTo>
                  <a:pt x="790" y="258"/>
                  <a:pt x="791" y="261"/>
                  <a:pt x="791" y="264"/>
                </a:cubicBezTo>
                <a:cubicBezTo>
                  <a:pt x="791" y="266"/>
                  <a:pt x="790" y="269"/>
                  <a:pt x="788" y="271"/>
                </a:cubicBezTo>
                <a:cubicBezTo>
                  <a:pt x="786" y="273"/>
                  <a:pt x="784" y="274"/>
                  <a:pt x="781" y="274"/>
                </a:cubicBezTo>
                <a:cubicBezTo>
                  <a:pt x="778" y="274"/>
                  <a:pt x="776" y="273"/>
                  <a:pt x="774" y="271"/>
                </a:cubicBezTo>
                <a:cubicBezTo>
                  <a:pt x="772" y="269"/>
                  <a:pt x="771" y="266"/>
                  <a:pt x="771" y="264"/>
                </a:cubicBezTo>
                <a:close/>
                <a:moveTo>
                  <a:pt x="827" y="284"/>
                </a:moveTo>
                <a:cubicBezTo>
                  <a:pt x="825" y="288"/>
                  <a:pt x="821" y="290"/>
                  <a:pt x="818" y="290"/>
                </a:cubicBezTo>
                <a:cubicBezTo>
                  <a:pt x="816" y="290"/>
                  <a:pt x="815" y="290"/>
                  <a:pt x="814" y="289"/>
                </a:cubicBezTo>
                <a:cubicBezTo>
                  <a:pt x="808" y="287"/>
                  <a:pt x="806" y="281"/>
                  <a:pt x="808" y="276"/>
                </a:cubicBezTo>
                <a:cubicBezTo>
                  <a:pt x="811" y="271"/>
                  <a:pt x="817" y="268"/>
                  <a:pt x="822" y="271"/>
                </a:cubicBezTo>
                <a:cubicBezTo>
                  <a:pt x="827" y="273"/>
                  <a:pt x="829" y="279"/>
                  <a:pt x="827" y="284"/>
                </a:cubicBezTo>
                <a:close/>
                <a:moveTo>
                  <a:pt x="935" y="287"/>
                </a:moveTo>
                <a:cubicBezTo>
                  <a:pt x="928" y="275"/>
                  <a:pt x="918" y="267"/>
                  <a:pt x="905" y="263"/>
                </a:cubicBezTo>
                <a:cubicBezTo>
                  <a:pt x="901" y="261"/>
                  <a:pt x="896" y="261"/>
                  <a:pt x="891" y="261"/>
                </a:cubicBezTo>
                <a:cubicBezTo>
                  <a:pt x="871" y="261"/>
                  <a:pt x="853" y="273"/>
                  <a:pt x="845" y="292"/>
                </a:cubicBezTo>
                <a:cubicBezTo>
                  <a:pt x="845" y="292"/>
                  <a:pt x="845" y="293"/>
                  <a:pt x="845" y="293"/>
                </a:cubicBezTo>
                <a:cubicBezTo>
                  <a:pt x="844" y="294"/>
                  <a:pt x="844" y="295"/>
                  <a:pt x="843" y="297"/>
                </a:cubicBezTo>
                <a:cubicBezTo>
                  <a:pt x="836" y="323"/>
                  <a:pt x="851" y="351"/>
                  <a:pt x="877" y="358"/>
                </a:cubicBezTo>
                <a:cubicBezTo>
                  <a:pt x="882" y="360"/>
                  <a:pt x="887" y="360"/>
                  <a:pt x="891" y="360"/>
                </a:cubicBezTo>
                <a:cubicBezTo>
                  <a:pt x="913" y="360"/>
                  <a:pt x="933" y="346"/>
                  <a:pt x="939" y="325"/>
                </a:cubicBezTo>
                <a:cubicBezTo>
                  <a:pt x="943" y="312"/>
                  <a:pt x="941" y="298"/>
                  <a:pt x="935" y="287"/>
                </a:cubicBezTo>
                <a:close/>
                <a:moveTo>
                  <a:pt x="920" y="319"/>
                </a:moveTo>
                <a:cubicBezTo>
                  <a:pt x="915" y="334"/>
                  <a:pt x="898" y="343"/>
                  <a:pt x="883" y="339"/>
                </a:cubicBezTo>
                <a:cubicBezTo>
                  <a:pt x="867" y="334"/>
                  <a:pt x="858" y="318"/>
                  <a:pt x="863" y="302"/>
                </a:cubicBezTo>
                <a:cubicBezTo>
                  <a:pt x="867" y="290"/>
                  <a:pt x="878" y="281"/>
                  <a:pt x="891" y="281"/>
                </a:cubicBezTo>
                <a:cubicBezTo>
                  <a:pt x="894" y="281"/>
                  <a:pt x="897" y="282"/>
                  <a:pt x="899" y="282"/>
                </a:cubicBezTo>
                <a:cubicBezTo>
                  <a:pt x="907" y="285"/>
                  <a:pt x="913" y="290"/>
                  <a:pt x="917" y="296"/>
                </a:cubicBezTo>
                <a:cubicBezTo>
                  <a:pt x="921" y="303"/>
                  <a:pt x="922" y="311"/>
                  <a:pt x="920" y="319"/>
                </a:cubicBez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Freeform 283">
            <a:extLst>
              <a:ext uri="{FF2B5EF4-FFF2-40B4-BE49-F238E27FC236}">
                <a16:creationId xmlns:a16="http://schemas.microsoft.com/office/drawing/2014/main" id="{C006348A-C42B-2B39-A1AF-173FAFE4E199}"/>
              </a:ext>
            </a:extLst>
          </p:cNvPr>
          <p:cNvSpPr>
            <a:spLocks noEditPoints="1"/>
          </p:cNvSpPr>
          <p:nvPr/>
        </p:nvSpPr>
        <p:spPr bwMode="auto">
          <a:xfrm>
            <a:off x="7797613" y="4485742"/>
            <a:ext cx="345409" cy="460006"/>
          </a:xfrm>
          <a:custGeom>
            <a:avLst/>
            <a:gdLst>
              <a:gd name="T0" fmla="*/ 384 w 807"/>
              <a:gd name="T1" fmla="*/ 401 h 906"/>
              <a:gd name="T2" fmla="*/ 367 w 807"/>
              <a:gd name="T3" fmla="*/ 410 h 906"/>
              <a:gd name="T4" fmla="*/ 352 w 807"/>
              <a:gd name="T5" fmla="*/ 481 h 906"/>
              <a:gd name="T6" fmla="*/ 349 w 807"/>
              <a:gd name="T7" fmla="*/ 463 h 906"/>
              <a:gd name="T8" fmla="*/ 361 w 807"/>
              <a:gd name="T9" fmla="*/ 437 h 906"/>
              <a:gd name="T10" fmla="*/ 349 w 807"/>
              <a:gd name="T11" fmla="*/ 443 h 906"/>
              <a:gd name="T12" fmla="*/ 368 w 807"/>
              <a:gd name="T13" fmla="*/ 495 h 906"/>
              <a:gd name="T14" fmla="*/ 384 w 807"/>
              <a:gd name="T15" fmla="*/ 505 h 906"/>
              <a:gd name="T16" fmla="*/ 448 w 807"/>
              <a:gd name="T17" fmla="*/ 452 h 906"/>
              <a:gd name="T18" fmla="*/ 467 w 807"/>
              <a:gd name="T19" fmla="*/ 453 h 906"/>
              <a:gd name="T20" fmla="*/ 467 w 807"/>
              <a:gd name="T21" fmla="*/ 452 h 906"/>
              <a:gd name="T22" fmla="*/ 445 w 807"/>
              <a:gd name="T23" fmla="*/ 427 h 906"/>
              <a:gd name="T24" fmla="*/ 439 w 807"/>
              <a:gd name="T25" fmla="*/ 410 h 906"/>
              <a:gd name="T26" fmla="*/ 412 w 807"/>
              <a:gd name="T27" fmla="*/ 408 h 906"/>
              <a:gd name="T28" fmla="*/ 403 w 807"/>
              <a:gd name="T29" fmla="*/ 397 h 906"/>
              <a:gd name="T30" fmla="*/ 438 w 807"/>
              <a:gd name="T31" fmla="*/ 482 h 906"/>
              <a:gd name="T32" fmla="*/ 452 w 807"/>
              <a:gd name="T33" fmla="*/ 494 h 906"/>
              <a:gd name="T34" fmla="*/ 411 w 807"/>
              <a:gd name="T35" fmla="*/ 497 h 906"/>
              <a:gd name="T36" fmla="*/ 414 w 807"/>
              <a:gd name="T37" fmla="*/ 516 h 906"/>
              <a:gd name="T38" fmla="*/ 807 w 807"/>
              <a:gd name="T39" fmla="*/ 640 h 906"/>
              <a:gd name="T40" fmla="*/ 476 w 807"/>
              <a:gd name="T41" fmla="*/ 797 h 906"/>
              <a:gd name="T42" fmla="*/ 324 w 807"/>
              <a:gd name="T43" fmla="*/ 827 h 906"/>
              <a:gd name="T44" fmla="*/ 79 w 807"/>
              <a:gd name="T45" fmla="*/ 719 h 906"/>
              <a:gd name="T46" fmla="*/ 69 w 807"/>
              <a:gd name="T47" fmla="*/ 343 h 906"/>
              <a:gd name="T48" fmla="*/ 142 w 807"/>
              <a:gd name="T49" fmla="*/ 218 h 906"/>
              <a:gd name="T50" fmla="*/ 403 w 807"/>
              <a:gd name="T51" fmla="*/ 0 h 906"/>
              <a:gd name="T52" fmla="*/ 665 w 807"/>
              <a:gd name="T53" fmla="*/ 218 h 906"/>
              <a:gd name="T54" fmla="*/ 737 w 807"/>
              <a:gd name="T55" fmla="*/ 343 h 906"/>
              <a:gd name="T56" fmla="*/ 718 w 807"/>
              <a:gd name="T57" fmla="*/ 562 h 906"/>
              <a:gd name="T58" fmla="*/ 557 w 807"/>
              <a:gd name="T59" fmla="*/ 375 h 906"/>
              <a:gd name="T60" fmla="*/ 659 w 807"/>
              <a:gd name="T61" fmla="*/ 509 h 906"/>
              <a:gd name="T62" fmla="*/ 665 w 807"/>
              <a:gd name="T63" fmla="*/ 593 h 906"/>
              <a:gd name="T64" fmla="*/ 641 w 807"/>
              <a:gd name="T65" fmla="*/ 510 h 906"/>
              <a:gd name="T66" fmla="*/ 591 w 807"/>
              <a:gd name="T67" fmla="*/ 454 h 906"/>
              <a:gd name="T68" fmla="*/ 478 w 807"/>
              <a:gd name="T69" fmla="*/ 372 h 906"/>
              <a:gd name="T70" fmla="*/ 280 w 807"/>
              <a:gd name="T71" fmla="*/ 392 h 906"/>
              <a:gd name="T72" fmla="*/ 166 w 807"/>
              <a:gd name="T73" fmla="*/ 477 h 906"/>
              <a:gd name="T74" fmla="*/ 142 w 807"/>
              <a:gd name="T75" fmla="*/ 593 h 906"/>
              <a:gd name="T76" fmla="*/ 246 w 807"/>
              <a:gd name="T77" fmla="*/ 373 h 906"/>
              <a:gd name="T78" fmla="*/ 88 w 807"/>
              <a:gd name="T79" fmla="*/ 562 h 906"/>
              <a:gd name="T80" fmla="*/ 728 w 807"/>
              <a:gd name="T81" fmla="*/ 325 h 906"/>
              <a:gd name="T82" fmla="*/ 669 w 807"/>
              <a:gd name="T83" fmla="*/ 265 h 906"/>
              <a:gd name="T84" fmla="*/ 412 w 807"/>
              <a:gd name="T85" fmla="*/ 291 h 906"/>
              <a:gd name="T86" fmla="*/ 656 w 807"/>
              <a:gd name="T87" fmla="*/ 296 h 906"/>
              <a:gd name="T88" fmla="*/ 466 w 807"/>
              <a:gd name="T89" fmla="*/ 125 h 906"/>
              <a:gd name="T90" fmla="*/ 403 w 807"/>
              <a:gd name="T91" fmla="*/ 138 h 906"/>
              <a:gd name="T92" fmla="*/ 403 w 807"/>
              <a:gd name="T93" fmla="*/ 18 h 906"/>
              <a:gd name="T94" fmla="*/ 157 w 807"/>
              <a:gd name="T95" fmla="*/ 265 h 906"/>
              <a:gd name="T96" fmla="*/ 383 w 807"/>
              <a:gd name="T97" fmla="*/ 287 h 906"/>
              <a:gd name="T98" fmla="*/ 340 w 807"/>
              <a:gd name="T99" fmla="*/ 125 h 906"/>
              <a:gd name="T100" fmla="*/ 139 w 807"/>
              <a:gd name="T101" fmla="*/ 265 h 906"/>
              <a:gd name="T102" fmla="*/ 79 w 807"/>
              <a:gd name="T103" fmla="*/ 325 h 906"/>
              <a:gd name="T104" fmla="*/ 19 w 807"/>
              <a:gd name="T105" fmla="*/ 640 h 906"/>
              <a:gd name="T106" fmla="*/ 340 w 807"/>
              <a:gd name="T107" fmla="*/ 780 h 906"/>
              <a:gd name="T108" fmla="*/ 251 w 807"/>
              <a:gd name="T109" fmla="*/ 581 h 906"/>
              <a:gd name="T110" fmla="*/ 157 w 807"/>
              <a:gd name="T111" fmla="*/ 640 h 906"/>
              <a:gd name="T112" fmla="*/ 463 w 807"/>
              <a:gd name="T113" fmla="*/ 827 h 906"/>
              <a:gd name="T114" fmla="*/ 403 w 807"/>
              <a:gd name="T115" fmla="*/ 887 h 906"/>
              <a:gd name="T116" fmla="*/ 649 w 807"/>
              <a:gd name="T117" fmla="*/ 640 h 906"/>
              <a:gd name="T118" fmla="*/ 593 w 807"/>
              <a:gd name="T119" fmla="*/ 581 h 906"/>
              <a:gd name="T120" fmla="*/ 466 w 807"/>
              <a:gd name="T121" fmla="*/ 780 h 906"/>
              <a:gd name="T122" fmla="*/ 728 w 807"/>
              <a:gd name="T123" fmla="*/ 580 h 906"/>
              <a:gd name="T124" fmla="*/ 788 w 807"/>
              <a:gd name="T125" fmla="*/ 640 h 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07" h="906">
                <a:moveTo>
                  <a:pt x="367" y="410"/>
                </a:moveTo>
                <a:cubicBezTo>
                  <a:pt x="365" y="406"/>
                  <a:pt x="366" y="400"/>
                  <a:pt x="371" y="398"/>
                </a:cubicBezTo>
                <a:cubicBezTo>
                  <a:pt x="375" y="395"/>
                  <a:pt x="381" y="396"/>
                  <a:pt x="384" y="401"/>
                </a:cubicBezTo>
                <a:cubicBezTo>
                  <a:pt x="386" y="405"/>
                  <a:pt x="385" y="411"/>
                  <a:pt x="380" y="414"/>
                </a:cubicBezTo>
                <a:cubicBezTo>
                  <a:pt x="379" y="415"/>
                  <a:pt x="377" y="415"/>
                  <a:pt x="376" y="415"/>
                </a:cubicBezTo>
                <a:cubicBezTo>
                  <a:pt x="372" y="415"/>
                  <a:pt x="369" y="413"/>
                  <a:pt x="367" y="410"/>
                </a:cubicBezTo>
                <a:close/>
                <a:moveTo>
                  <a:pt x="349" y="463"/>
                </a:moveTo>
                <a:cubicBezTo>
                  <a:pt x="344" y="465"/>
                  <a:pt x="341" y="470"/>
                  <a:pt x="343" y="475"/>
                </a:cubicBezTo>
                <a:cubicBezTo>
                  <a:pt x="345" y="479"/>
                  <a:pt x="348" y="481"/>
                  <a:pt x="352" y="481"/>
                </a:cubicBezTo>
                <a:cubicBezTo>
                  <a:pt x="353" y="481"/>
                  <a:pt x="354" y="481"/>
                  <a:pt x="355" y="480"/>
                </a:cubicBezTo>
                <a:cubicBezTo>
                  <a:pt x="360" y="479"/>
                  <a:pt x="363" y="473"/>
                  <a:pt x="361" y="468"/>
                </a:cubicBezTo>
                <a:cubicBezTo>
                  <a:pt x="359" y="464"/>
                  <a:pt x="354" y="461"/>
                  <a:pt x="349" y="463"/>
                </a:cubicBezTo>
                <a:close/>
                <a:moveTo>
                  <a:pt x="349" y="443"/>
                </a:moveTo>
                <a:cubicBezTo>
                  <a:pt x="350" y="444"/>
                  <a:pt x="351" y="444"/>
                  <a:pt x="352" y="444"/>
                </a:cubicBezTo>
                <a:cubicBezTo>
                  <a:pt x="356" y="444"/>
                  <a:pt x="359" y="441"/>
                  <a:pt x="361" y="437"/>
                </a:cubicBezTo>
                <a:cubicBezTo>
                  <a:pt x="362" y="433"/>
                  <a:pt x="360" y="427"/>
                  <a:pt x="355" y="426"/>
                </a:cubicBezTo>
                <a:cubicBezTo>
                  <a:pt x="350" y="424"/>
                  <a:pt x="345" y="426"/>
                  <a:pt x="343" y="431"/>
                </a:cubicBezTo>
                <a:cubicBezTo>
                  <a:pt x="341" y="436"/>
                  <a:pt x="344" y="441"/>
                  <a:pt x="349" y="443"/>
                </a:cubicBezTo>
                <a:close/>
                <a:moveTo>
                  <a:pt x="381" y="492"/>
                </a:moveTo>
                <a:cubicBezTo>
                  <a:pt x="381" y="492"/>
                  <a:pt x="381" y="492"/>
                  <a:pt x="381" y="492"/>
                </a:cubicBezTo>
                <a:cubicBezTo>
                  <a:pt x="376" y="489"/>
                  <a:pt x="371" y="491"/>
                  <a:pt x="368" y="495"/>
                </a:cubicBezTo>
                <a:cubicBezTo>
                  <a:pt x="365" y="500"/>
                  <a:pt x="367" y="506"/>
                  <a:pt x="371" y="508"/>
                </a:cubicBezTo>
                <a:cubicBezTo>
                  <a:pt x="373" y="509"/>
                  <a:pt x="374" y="509"/>
                  <a:pt x="376" y="509"/>
                </a:cubicBezTo>
                <a:cubicBezTo>
                  <a:pt x="379" y="509"/>
                  <a:pt x="382" y="508"/>
                  <a:pt x="384" y="505"/>
                </a:cubicBezTo>
                <a:cubicBezTo>
                  <a:pt x="387" y="500"/>
                  <a:pt x="385" y="495"/>
                  <a:pt x="381" y="492"/>
                </a:cubicBezTo>
                <a:close/>
                <a:moveTo>
                  <a:pt x="458" y="443"/>
                </a:moveTo>
                <a:cubicBezTo>
                  <a:pt x="452" y="443"/>
                  <a:pt x="448" y="447"/>
                  <a:pt x="448" y="452"/>
                </a:cubicBezTo>
                <a:cubicBezTo>
                  <a:pt x="448" y="452"/>
                  <a:pt x="448" y="453"/>
                  <a:pt x="448" y="453"/>
                </a:cubicBezTo>
                <a:cubicBezTo>
                  <a:pt x="448" y="458"/>
                  <a:pt x="453" y="462"/>
                  <a:pt x="458" y="462"/>
                </a:cubicBezTo>
                <a:cubicBezTo>
                  <a:pt x="463" y="462"/>
                  <a:pt x="467" y="458"/>
                  <a:pt x="467" y="453"/>
                </a:cubicBezTo>
                <a:cubicBezTo>
                  <a:pt x="467" y="453"/>
                  <a:pt x="467" y="453"/>
                  <a:pt x="467" y="452"/>
                </a:cubicBezTo>
                <a:cubicBezTo>
                  <a:pt x="467" y="452"/>
                  <a:pt x="467" y="452"/>
                  <a:pt x="467" y="452"/>
                </a:cubicBezTo>
                <a:cubicBezTo>
                  <a:pt x="467" y="452"/>
                  <a:pt x="467" y="452"/>
                  <a:pt x="467" y="452"/>
                </a:cubicBezTo>
                <a:cubicBezTo>
                  <a:pt x="467" y="447"/>
                  <a:pt x="463" y="443"/>
                  <a:pt x="458" y="443"/>
                </a:cubicBezTo>
                <a:close/>
                <a:moveTo>
                  <a:pt x="438" y="423"/>
                </a:moveTo>
                <a:cubicBezTo>
                  <a:pt x="439" y="426"/>
                  <a:pt x="442" y="427"/>
                  <a:pt x="445" y="427"/>
                </a:cubicBezTo>
                <a:cubicBezTo>
                  <a:pt x="447" y="427"/>
                  <a:pt x="449" y="426"/>
                  <a:pt x="451" y="424"/>
                </a:cubicBezTo>
                <a:cubicBezTo>
                  <a:pt x="455" y="421"/>
                  <a:pt x="455" y="415"/>
                  <a:pt x="452" y="411"/>
                </a:cubicBezTo>
                <a:cubicBezTo>
                  <a:pt x="448" y="407"/>
                  <a:pt x="442" y="407"/>
                  <a:pt x="439" y="410"/>
                </a:cubicBezTo>
                <a:cubicBezTo>
                  <a:pt x="435" y="414"/>
                  <a:pt x="434" y="419"/>
                  <a:pt x="438" y="423"/>
                </a:cubicBezTo>
                <a:close/>
                <a:moveTo>
                  <a:pt x="411" y="408"/>
                </a:moveTo>
                <a:cubicBezTo>
                  <a:pt x="411" y="408"/>
                  <a:pt x="412" y="408"/>
                  <a:pt x="412" y="408"/>
                </a:cubicBezTo>
                <a:cubicBezTo>
                  <a:pt x="417" y="408"/>
                  <a:pt x="421" y="405"/>
                  <a:pt x="421" y="400"/>
                </a:cubicBezTo>
                <a:cubicBezTo>
                  <a:pt x="422" y="395"/>
                  <a:pt x="419" y="390"/>
                  <a:pt x="414" y="390"/>
                </a:cubicBezTo>
                <a:cubicBezTo>
                  <a:pt x="409" y="389"/>
                  <a:pt x="404" y="392"/>
                  <a:pt x="403" y="397"/>
                </a:cubicBezTo>
                <a:cubicBezTo>
                  <a:pt x="402" y="402"/>
                  <a:pt x="405" y="407"/>
                  <a:pt x="411" y="408"/>
                </a:cubicBezTo>
                <a:close/>
                <a:moveTo>
                  <a:pt x="451" y="481"/>
                </a:moveTo>
                <a:cubicBezTo>
                  <a:pt x="447" y="477"/>
                  <a:pt x="441" y="478"/>
                  <a:pt x="438" y="482"/>
                </a:cubicBezTo>
                <a:cubicBezTo>
                  <a:pt x="435" y="486"/>
                  <a:pt x="435" y="492"/>
                  <a:pt x="439" y="495"/>
                </a:cubicBezTo>
                <a:cubicBezTo>
                  <a:pt x="441" y="496"/>
                  <a:pt x="443" y="497"/>
                  <a:pt x="445" y="497"/>
                </a:cubicBezTo>
                <a:cubicBezTo>
                  <a:pt x="448" y="497"/>
                  <a:pt x="450" y="496"/>
                  <a:pt x="452" y="494"/>
                </a:cubicBezTo>
                <a:cubicBezTo>
                  <a:pt x="452" y="494"/>
                  <a:pt x="452" y="494"/>
                  <a:pt x="452" y="494"/>
                </a:cubicBezTo>
                <a:cubicBezTo>
                  <a:pt x="455" y="490"/>
                  <a:pt x="455" y="484"/>
                  <a:pt x="451" y="481"/>
                </a:cubicBezTo>
                <a:close/>
                <a:moveTo>
                  <a:pt x="411" y="497"/>
                </a:moveTo>
                <a:cubicBezTo>
                  <a:pt x="406" y="498"/>
                  <a:pt x="403" y="503"/>
                  <a:pt x="404" y="508"/>
                </a:cubicBezTo>
                <a:cubicBezTo>
                  <a:pt x="404" y="513"/>
                  <a:pt x="408" y="516"/>
                  <a:pt x="413" y="516"/>
                </a:cubicBezTo>
                <a:cubicBezTo>
                  <a:pt x="413" y="516"/>
                  <a:pt x="414" y="516"/>
                  <a:pt x="414" y="516"/>
                </a:cubicBezTo>
                <a:cubicBezTo>
                  <a:pt x="419" y="515"/>
                  <a:pt x="423" y="510"/>
                  <a:pt x="422" y="505"/>
                </a:cubicBezTo>
                <a:cubicBezTo>
                  <a:pt x="421" y="500"/>
                  <a:pt x="416" y="496"/>
                  <a:pt x="411" y="497"/>
                </a:cubicBezTo>
                <a:close/>
                <a:moveTo>
                  <a:pt x="807" y="640"/>
                </a:moveTo>
                <a:cubicBezTo>
                  <a:pt x="807" y="683"/>
                  <a:pt x="771" y="719"/>
                  <a:pt x="728" y="719"/>
                </a:cubicBezTo>
                <a:cubicBezTo>
                  <a:pt x="702" y="719"/>
                  <a:pt x="680" y="706"/>
                  <a:pt x="665" y="687"/>
                </a:cubicBezTo>
                <a:cubicBezTo>
                  <a:pt x="476" y="797"/>
                  <a:pt x="476" y="797"/>
                  <a:pt x="476" y="797"/>
                </a:cubicBezTo>
                <a:cubicBezTo>
                  <a:pt x="480" y="806"/>
                  <a:pt x="482" y="816"/>
                  <a:pt x="482" y="827"/>
                </a:cubicBezTo>
                <a:cubicBezTo>
                  <a:pt x="482" y="870"/>
                  <a:pt x="446" y="906"/>
                  <a:pt x="403" y="906"/>
                </a:cubicBezTo>
                <a:cubicBezTo>
                  <a:pt x="360" y="906"/>
                  <a:pt x="324" y="870"/>
                  <a:pt x="324" y="827"/>
                </a:cubicBezTo>
                <a:cubicBezTo>
                  <a:pt x="324" y="816"/>
                  <a:pt x="327" y="806"/>
                  <a:pt x="331" y="797"/>
                </a:cubicBezTo>
                <a:cubicBezTo>
                  <a:pt x="142" y="687"/>
                  <a:pt x="142" y="687"/>
                  <a:pt x="142" y="687"/>
                </a:cubicBezTo>
                <a:cubicBezTo>
                  <a:pt x="127" y="707"/>
                  <a:pt x="105" y="719"/>
                  <a:pt x="79" y="719"/>
                </a:cubicBezTo>
                <a:cubicBezTo>
                  <a:pt x="36" y="719"/>
                  <a:pt x="0" y="684"/>
                  <a:pt x="0" y="640"/>
                </a:cubicBezTo>
                <a:cubicBezTo>
                  <a:pt x="0" y="600"/>
                  <a:pt x="30" y="567"/>
                  <a:pt x="69" y="562"/>
                </a:cubicBezTo>
                <a:cubicBezTo>
                  <a:pt x="69" y="343"/>
                  <a:pt x="69" y="343"/>
                  <a:pt x="69" y="343"/>
                </a:cubicBezTo>
                <a:cubicBezTo>
                  <a:pt x="30" y="338"/>
                  <a:pt x="0" y="305"/>
                  <a:pt x="0" y="265"/>
                </a:cubicBezTo>
                <a:cubicBezTo>
                  <a:pt x="0" y="222"/>
                  <a:pt x="36" y="187"/>
                  <a:pt x="79" y="187"/>
                </a:cubicBezTo>
                <a:cubicBezTo>
                  <a:pt x="104" y="187"/>
                  <a:pt x="127" y="199"/>
                  <a:pt x="142" y="218"/>
                </a:cubicBezTo>
                <a:cubicBezTo>
                  <a:pt x="331" y="109"/>
                  <a:pt x="331" y="109"/>
                  <a:pt x="331" y="109"/>
                </a:cubicBezTo>
                <a:cubicBezTo>
                  <a:pt x="327" y="99"/>
                  <a:pt x="324" y="89"/>
                  <a:pt x="324" y="78"/>
                </a:cubicBezTo>
                <a:cubicBezTo>
                  <a:pt x="324" y="35"/>
                  <a:pt x="360" y="0"/>
                  <a:pt x="403" y="0"/>
                </a:cubicBezTo>
                <a:cubicBezTo>
                  <a:pt x="446" y="0"/>
                  <a:pt x="482" y="35"/>
                  <a:pt x="482" y="78"/>
                </a:cubicBezTo>
                <a:cubicBezTo>
                  <a:pt x="482" y="89"/>
                  <a:pt x="480" y="99"/>
                  <a:pt x="476" y="109"/>
                </a:cubicBezTo>
                <a:cubicBezTo>
                  <a:pt x="665" y="218"/>
                  <a:pt x="665" y="218"/>
                  <a:pt x="665" y="218"/>
                </a:cubicBezTo>
                <a:cubicBezTo>
                  <a:pt x="680" y="199"/>
                  <a:pt x="703" y="186"/>
                  <a:pt x="728" y="186"/>
                </a:cubicBezTo>
                <a:cubicBezTo>
                  <a:pt x="772" y="186"/>
                  <a:pt x="807" y="222"/>
                  <a:pt x="807" y="265"/>
                </a:cubicBezTo>
                <a:cubicBezTo>
                  <a:pt x="807" y="305"/>
                  <a:pt x="776" y="339"/>
                  <a:pt x="737" y="343"/>
                </a:cubicBezTo>
                <a:cubicBezTo>
                  <a:pt x="737" y="562"/>
                  <a:pt x="737" y="562"/>
                  <a:pt x="737" y="562"/>
                </a:cubicBezTo>
                <a:cubicBezTo>
                  <a:pt x="776" y="567"/>
                  <a:pt x="807" y="600"/>
                  <a:pt x="807" y="640"/>
                </a:cubicBezTo>
                <a:close/>
                <a:moveTo>
                  <a:pt x="718" y="562"/>
                </a:moveTo>
                <a:cubicBezTo>
                  <a:pt x="718" y="343"/>
                  <a:pt x="718" y="343"/>
                  <a:pt x="718" y="343"/>
                </a:cubicBezTo>
                <a:cubicBezTo>
                  <a:pt x="697" y="340"/>
                  <a:pt x="678" y="329"/>
                  <a:pt x="666" y="312"/>
                </a:cubicBezTo>
                <a:cubicBezTo>
                  <a:pt x="557" y="375"/>
                  <a:pt x="557" y="375"/>
                  <a:pt x="557" y="375"/>
                </a:cubicBezTo>
                <a:cubicBezTo>
                  <a:pt x="578" y="389"/>
                  <a:pt x="594" y="411"/>
                  <a:pt x="600" y="437"/>
                </a:cubicBezTo>
                <a:cubicBezTo>
                  <a:pt x="634" y="443"/>
                  <a:pt x="659" y="473"/>
                  <a:pt x="659" y="508"/>
                </a:cubicBezTo>
                <a:cubicBezTo>
                  <a:pt x="659" y="509"/>
                  <a:pt x="659" y="509"/>
                  <a:pt x="659" y="509"/>
                </a:cubicBezTo>
                <a:cubicBezTo>
                  <a:pt x="659" y="510"/>
                  <a:pt x="659" y="510"/>
                  <a:pt x="659" y="510"/>
                </a:cubicBezTo>
                <a:cubicBezTo>
                  <a:pt x="659" y="536"/>
                  <a:pt x="646" y="559"/>
                  <a:pt x="627" y="571"/>
                </a:cubicBezTo>
                <a:cubicBezTo>
                  <a:pt x="665" y="593"/>
                  <a:pt x="665" y="593"/>
                  <a:pt x="665" y="593"/>
                </a:cubicBezTo>
                <a:cubicBezTo>
                  <a:pt x="678" y="576"/>
                  <a:pt x="697" y="565"/>
                  <a:pt x="718" y="562"/>
                </a:cubicBezTo>
                <a:close/>
                <a:moveTo>
                  <a:pt x="593" y="562"/>
                </a:moveTo>
                <a:cubicBezTo>
                  <a:pt x="619" y="562"/>
                  <a:pt x="641" y="539"/>
                  <a:pt x="641" y="510"/>
                </a:cubicBezTo>
                <a:cubicBezTo>
                  <a:pt x="641" y="509"/>
                  <a:pt x="641" y="508"/>
                  <a:pt x="641" y="507"/>
                </a:cubicBezTo>
                <a:cubicBezTo>
                  <a:pt x="641" y="508"/>
                  <a:pt x="641" y="508"/>
                  <a:pt x="641" y="508"/>
                </a:cubicBezTo>
                <a:cubicBezTo>
                  <a:pt x="641" y="480"/>
                  <a:pt x="619" y="456"/>
                  <a:pt x="591" y="454"/>
                </a:cubicBezTo>
                <a:cubicBezTo>
                  <a:pt x="586" y="454"/>
                  <a:pt x="583" y="451"/>
                  <a:pt x="582" y="446"/>
                </a:cubicBezTo>
                <a:cubicBezTo>
                  <a:pt x="576" y="402"/>
                  <a:pt x="534" y="370"/>
                  <a:pt x="488" y="378"/>
                </a:cubicBezTo>
                <a:cubicBezTo>
                  <a:pt x="483" y="379"/>
                  <a:pt x="479" y="376"/>
                  <a:pt x="478" y="372"/>
                </a:cubicBezTo>
                <a:cubicBezTo>
                  <a:pt x="463" y="332"/>
                  <a:pt x="425" y="306"/>
                  <a:pt x="383" y="306"/>
                </a:cubicBezTo>
                <a:cubicBezTo>
                  <a:pt x="336" y="306"/>
                  <a:pt x="294" y="340"/>
                  <a:pt x="284" y="387"/>
                </a:cubicBezTo>
                <a:cubicBezTo>
                  <a:pt x="283" y="389"/>
                  <a:pt x="282" y="391"/>
                  <a:pt x="280" y="392"/>
                </a:cubicBezTo>
                <a:cubicBezTo>
                  <a:pt x="278" y="394"/>
                  <a:pt x="275" y="394"/>
                  <a:pt x="272" y="394"/>
                </a:cubicBezTo>
                <a:cubicBezTo>
                  <a:pt x="266" y="392"/>
                  <a:pt x="258" y="391"/>
                  <a:pt x="251" y="391"/>
                </a:cubicBezTo>
                <a:cubicBezTo>
                  <a:pt x="204" y="391"/>
                  <a:pt x="166" y="429"/>
                  <a:pt x="166" y="477"/>
                </a:cubicBezTo>
                <a:cubicBezTo>
                  <a:pt x="166" y="524"/>
                  <a:pt x="204" y="562"/>
                  <a:pt x="251" y="562"/>
                </a:cubicBezTo>
                <a:lnTo>
                  <a:pt x="593" y="562"/>
                </a:lnTo>
                <a:close/>
                <a:moveTo>
                  <a:pt x="142" y="593"/>
                </a:moveTo>
                <a:cubicBezTo>
                  <a:pt x="193" y="563"/>
                  <a:pt x="193" y="563"/>
                  <a:pt x="193" y="563"/>
                </a:cubicBezTo>
                <a:cubicBezTo>
                  <a:pt x="165" y="545"/>
                  <a:pt x="147" y="513"/>
                  <a:pt x="147" y="477"/>
                </a:cubicBezTo>
                <a:cubicBezTo>
                  <a:pt x="147" y="421"/>
                  <a:pt x="191" y="375"/>
                  <a:pt x="246" y="373"/>
                </a:cubicBezTo>
                <a:cubicBezTo>
                  <a:pt x="142" y="312"/>
                  <a:pt x="142" y="312"/>
                  <a:pt x="142" y="312"/>
                </a:cubicBezTo>
                <a:cubicBezTo>
                  <a:pt x="129" y="329"/>
                  <a:pt x="110" y="341"/>
                  <a:pt x="88" y="343"/>
                </a:cubicBezTo>
                <a:cubicBezTo>
                  <a:pt x="88" y="562"/>
                  <a:pt x="88" y="562"/>
                  <a:pt x="88" y="562"/>
                </a:cubicBezTo>
                <a:cubicBezTo>
                  <a:pt x="110" y="565"/>
                  <a:pt x="129" y="577"/>
                  <a:pt x="142" y="593"/>
                </a:cubicBezTo>
                <a:close/>
                <a:moveTo>
                  <a:pt x="669" y="265"/>
                </a:moveTo>
                <a:cubicBezTo>
                  <a:pt x="669" y="298"/>
                  <a:pt x="695" y="325"/>
                  <a:pt x="728" y="325"/>
                </a:cubicBezTo>
                <a:cubicBezTo>
                  <a:pt x="762" y="325"/>
                  <a:pt x="788" y="298"/>
                  <a:pt x="788" y="265"/>
                </a:cubicBezTo>
                <a:cubicBezTo>
                  <a:pt x="788" y="232"/>
                  <a:pt x="762" y="205"/>
                  <a:pt x="728" y="205"/>
                </a:cubicBezTo>
                <a:cubicBezTo>
                  <a:pt x="695" y="205"/>
                  <a:pt x="669" y="232"/>
                  <a:pt x="669" y="265"/>
                </a:cubicBezTo>
                <a:close/>
                <a:moveTo>
                  <a:pt x="466" y="125"/>
                </a:moveTo>
                <a:cubicBezTo>
                  <a:pt x="454" y="142"/>
                  <a:pt x="434" y="154"/>
                  <a:pt x="412" y="156"/>
                </a:cubicBezTo>
                <a:cubicBezTo>
                  <a:pt x="412" y="291"/>
                  <a:pt x="412" y="291"/>
                  <a:pt x="412" y="291"/>
                </a:cubicBezTo>
                <a:cubicBezTo>
                  <a:pt x="447" y="300"/>
                  <a:pt x="477" y="325"/>
                  <a:pt x="492" y="359"/>
                </a:cubicBezTo>
                <a:cubicBezTo>
                  <a:pt x="508" y="357"/>
                  <a:pt x="523" y="359"/>
                  <a:pt x="537" y="365"/>
                </a:cubicBezTo>
                <a:cubicBezTo>
                  <a:pt x="656" y="296"/>
                  <a:pt x="656" y="296"/>
                  <a:pt x="656" y="296"/>
                </a:cubicBezTo>
                <a:cubicBezTo>
                  <a:pt x="652" y="286"/>
                  <a:pt x="650" y="276"/>
                  <a:pt x="650" y="265"/>
                </a:cubicBezTo>
                <a:cubicBezTo>
                  <a:pt x="650" y="254"/>
                  <a:pt x="652" y="244"/>
                  <a:pt x="656" y="235"/>
                </a:cubicBezTo>
                <a:lnTo>
                  <a:pt x="466" y="125"/>
                </a:lnTo>
                <a:close/>
                <a:moveTo>
                  <a:pt x="343" y="78"/>
                </a:moveTo>
                <a:cubicBezTo>
                  <a:pt x="343" y="111"/>
                  <a:pt x="369" y="137"/>
                  <a:pt x="402" y="138"/>
                </a:cubicBezTo>
                <a:cubicBezTo>
                  <a:pt x="402" y="138"/>
                  <a:pt x="402" y="138"/>
                  <a:pt x="403" y="138"/>
                </a:cubicBezTo>
                <a:cubicBezTo>
                  <a:pt x="403" y="138"/>
                  <a:pt x="404" y="138"/>
                  <a:pt x="404" y="138"/>
                </a:cubicBezTo>
                <a:cubicBezTo>
                  <a:pt x="437" y="137"/>
                  <a:pt x="463" y="111"/>
                  <a:pt x="463" y="78"/>
                </a:cubicBezTo>
                <a:cubicBezTo>
                  <a:pt x="463" y="45"/>
                  <a:pt x="436" y="18"/>
                  <a:pt x="403" y="18"/>
                </a:cubicBezTo>
                <a:cubicBezTo>
                  <a:pt x="370" y="18"/>
                  <a:pt x="343" y="45"/>
                  <a:pt x="343" y="78"/>
                </a:cubicBezTo>
                <a:close/>
                <a:moveTo>
                  <a:pt x="151" y="234"/>
                </a:moveTo>
                <a:cubicBezTo>
                  <a:pt x="155" y="244"/>
                  <a:pt x="157" y="254"/>
                  <a:pt x="157" y="265"/>
                </a:cubicBezTo>
                <a:cubicBezTo>
                  <a:pt x="157" y="276"/>
                  <a:pt x="155" y="287"/>
                  <a:pt x="151" y="296"/>
                </a:cubicBezTo>
                <a:cubicBezTo>
                  <a:pt x="271" y="365"/>
                  <a:pt x="271" y="365"/>
                  <a:pt x="271" y="365"/>
                </a:cubicBezTo>
                <a:cubicBezTo>
                  <a:pt x="288" y="319"/>
                  <a:pt x="333" y="287"/>
                  <a:pt x="383" y="287"/>
                </a:cubicBezTo>
                <a:cubicBezTo>
                  <a:pt x="386" y="287"/>
                  <a:pt x="390" y="287"/>
                  <a:pt x="394" y="288"/>
                </a:cubicBezTo>
                <a:cubicBezTo>
                  <a:pt x="394" y="156"/>
                  <a:pt x="394" y="156"/>
                  <a:pt x="394" y="156"/>
                </a:cubicBezTo>
                <a:cubicBezTo>
                  <a:pt x="372" y="154"/>
                  <a:pt x="353" y="142"/>
                  <a:pt x="340" y="125"/>
                </a:cubicBezTo>
                <a:lnTo>
                  <a:pt x="151" y="234"/>
                </a:lnTo>
                <a:close/>
                <a:moveTo>
                  <a:pt x="79" y="325"/>
                </a:moveTo>
                <a:cubicBezTo>
                  <a:pt x="112" y="325"/>
                  <a:pt x="139" y="298"/>
                  <a:pt x="139" y="265"/>
                </a:cubicBezTo>
                <a:cubicBezTo>
                  <a:pt x="139" y="232"/>
                  <a:pt x="112" y="205"/>
                  <a:pt x="79" y="205"/>
                </a:cubicBezTo>
                <a:cubicBezTo>
                  <a:pt x="46" y="205"/>
                  <a:pt x="19" y="232"/>
                  <a:pt x="19" y="265"/>
                </a:cubicBezTo>
                <a:cubicBezTo>
                  <a:pt x="19" y="298"/>
                  <a:pt x="46" y="325"/>
                  <a:pt x="79" y="325"/>
                </a:cubicBezTo>
                <a:close/>
                <a:moveTo>
                  <a:pt x="139" y="640"/>
                </a:moveTo>
                <a:cubicBezTo>
                  <a:pt x="139" y="607"/>
                  <a:pt x="112" y="581"/>
                  <a:pt x="79" y="581"/>
                </a:cubicBezTo>
                <a:cubicBezTo>
                  <a:pt x="46" y="581"/>
                  <a:pt x="19" y="607"/>
                  <a:pt x="19" y="640"/>
                </a:cubicBezTo>
                <a:cubicBezTo>
                  <a:pt x="19" y="673"/>
                  <a:pt x="46" y="700"/>
                  <a:pt x="79" y="700"/>
                </a:cubicBezTo>
                <a:cubicBezTo>
                  <a:pt x="112" y="700"/>
                  <a:pt x="139" y="673"/>
                  <a:pt x="139" y="640"/>
                </a:cubicBezTo>
                <a:close/>
                <a:moveTo>
                  <a:pt x="340" y="780"/>
                </a:moveTo>
                <a:cubicBezTo>
                  <a:pt x="353" y="763"/>
                  <a:pt x="372" y="752"/>
                  <a:pt x="394" y="749"/>
                </a:cubicBezTo>
                <a:cubicBezTo>
                  <a:pt x="394" y="581"/>
                  <a:pt x="394" y="581"/>
                  <a:pt x="394" y="581"/>
                </a:cubicBezTo>
                <a:cubicBezTo>
                  <a:pt x="251" y="581"/>
                  <a:pt x="251" y="581"/>
                  <a:pt x="251" y="581"/>
                </a:cubicBezTo>
                <a:cubicBezTo>
                  <a:pt x="238" y="581"/>
                  <a:pt x="225" y="578"/>
                  <a:pt x="213" y="574"/>
                </a:cubicBezTo>
                <a:cubicBezTo>
                  <a:pt x="151" y="609"/>
                  <a:pt x="151" y="609"/>
                  <a:pt x="151" y="609"/>
                </a:cubicBezTo>
                <a:cubicBezTo>
                  <a:pt x="155" y="619"/>
                  <a:pt x="157" y="629"/>
                  <a:pt x="157" y="640"/>
                </a:cubicBezTo>
                <a:cubicBezTo>
                  <a:pt x="157" y="651"/>
                  <a:pt x="155" y="662"/>
                  <a:pt x="151" y="671"/>
                </a:cubicBezTo>
                <a:lnTo>
                  <a:pt x="340" y="780"/>
                </a:lnTo>
                <a:close/>
                <a:moveTo>
                  <a:pt x="463" y="827"/>
                </a:moveTo>
                <a:cubicBezTo>
                  <a:pt x="463" y="794"/>
                  <a:pt x="436" y="767"/>
                  <a:pt x="403" y="767"/>
                </a:cubicBezTo>
                <a:cubicBezTo>
                  <a:pt x="370" y="767"/>
                  <a:pt x="343" y="794"/>
                  <a:pt x="343" y="827"/>
                </a:cubicBezTo>
                <a:cubicBezTo>
                  <a:pt x="343" y="860"/>
                  <a:pt x="370" y="887"/>
                  <a:pt x="403" y="887"/>
                </a:cubicBezTo>
                <a:cubicBezTo>
                  <a:pt x="436" y="887"/>
                  <a:pt x="463" y="860"/>
                  <a:pt x="463" y="827"/>
                </a:cubicBezTo>
                <a:close/>
                <a:moveTo>
                  <a:pt x="656" y="671"/>
                </a:moveTo>
                <a:cubicBezTo>
                  <a:pt x="652" y="661"/>
                  <a:pt x="649" y="651"/>
                  <a:pt x="649" y="640"/>
                </a:cubicBezTo>
                <a:cubicBezTo>
                  <a:pt x="649" y="629"/>
                  <a:pt x="652" y="619"/>
                  <a:pt x="656" y="609"/>
                </a:cubicBezTo>
                <a:cubicBezTo>
                  <a:pt x="605" y="580"/>
                  <a:pt x="605" y="580"/>
                  <a:pt x="605" y="580"/>
                </a:cubicBezTo>
                <a:cubicBezTo>
                  <a:pt x="601" y="581"/>
                  <a:pt x="597" y="581"/>
                  <a:pt x="593" y="581"/>
                </a:cubicBezTo>
                <a:cubicBezTo>
                  <a:pt x="412" y="581"/>
                  <a:pt x="412" y="581"/>
                  <a:pt x="412" y="581"/>
                </a:cubicBezTo>
                <a:cubicBezTo>
                  <a:pt x="412" y="749"/>
                  <a:pt x="412" y="749"/>
                  <a:pt x="412" y="749"/>
                </a:cubicBezTo>
                <a:cubicBezTo>
                  <a:pt x="434" y="752"/>
                  <a:pt x="454" y="763"/>
                  <a:pt x="466" y="780"/>
                </a:cubicBezTo>
                <a:lnTo>
                  <a:pt x="656" y="671"/>
                </a:lnTo>
                <a:close/>
                <a:moveTo>
                  <a:pt x="788" y="640"/>
                </a:moveTo>
                <a:cubicBezTo>
                  <a:pt x="788" y="607"/>
                  <a:pt x="761" y="580"/>
                  <a:pt x="728" y="580"/>
                </a:cubicBezTo>
                <a:cubicBezTo>
                  <a:pt x="695" y="580"/>
                  <a:pt x="668" y="607"/>
                  <a:pt x="668" y="640"/>
                </a:cubicBezTo>
                <a:cubicBezTo>
                  <a:pt x="668" y="673"/>
                  <a:pt x="695" y="700"/>
                  <a:pt x="728" y="700"/>
                </a:cubicBezTo>
                <a:cubicBezTo>
                  <a:pt x="761" y="700"/>
                  <a:pt x="788" y="673"/>
                  <a:pt x="788" y="640"/>
                </a:cubicBez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Freeform 47">
            <a:extLst>
              <a:ext uri="{FF2B5EF4-FFF2-40B4-BE49-F238E27FC236}">
                <a16:creationId xmlns:a16="http://schemas.microsoft.com/office/drawing/2014/main" id="{7D93EC29-3387-C394-45CD-550A6A342EA1}"/>
              </a:ext>
            </a:extLst>
          </p:cNvPr>
          <p:cNvSpPr>
            <a:spLocks noEditPoints="1"/>
          </p:cNvSpPr>
          <p:nvPr/>
        </p:nvSpPr>
        <p:spPr bwMode="auto">
          <a:xfrm>
            <a:off x="7763535" y="5382878"/>
            <a:ext cx="413564" cy="367576"/>
          </a:xfrm>
          <a:custGeom>
            <a:avLst/>
            <a:gdLst>
              <a:gd name="T0" fmla="*/ 288 w 577"/>
              <a:gd name="T1" fmla="*/ 182 h 463"/>
              <a:gd name="T2" fmla="*/ 288 w 577"/>
              <a:gd name="T3" fmla="*/ 170 h 463"/>
              <a:gd name="T4" fmla="*/ 368 w 577"/>
              <a:gd name="T5" fmla="*/ 91 h 463"/>
              <a:gd name="T6" fmla="*/ 217 w 577"/>
              <a:gd name="T7" fmla="*/ 391 h 463"/>
              <a:gd name="T8" fmla="*/ 288 w 577"/>
              <a:gd name="T9" fmla="*/ 319 h 463"/>
              <a:gd name="T10" fmla="*/ 288 w 577"/>
              <a:gd name="T11" fmla="*/ 331 h 463"/>
              <a:gd name="T12" fmla="*/ 71 w 577"/>
              <a:gd name="T13" fmla="*/ 319 h 463"/>
              <a:gd name="T14" fmla="*/ 143 w 577"/>
              <a:gd name="T15" fmla="*/ 391 h 463"/>
              <a:gd name="T16" fmla="*/ 11 w 577"/>
              <a:gd name="T17" fmla="*/ 391 h 463"/>
              <a:gd name="T18" fmla="*/ 71 w 577"/>
              <a:gd name="T19" fmla="*/ 451 h 463"/>
              <a:gd name="T20" fmla="*/ 506 w 577"/>
              <a:gd name="T21" fmla="*/ 463 h 463"/>
              <a:gd name="T22" fmla="*/ 506 w 577"/>
              <a:gd name="T23" fmla="*/ 451 h 463"/>
              <a:gd name="T24" fmla="*/ 566 w 577"/>
              <a:gd name="T25" fmla="*/ 391 h 463"/>
              <a:gd name="T26" fmla="*/ 288 w 577"/>
              <a:gd name="T27" fmla="*/ 270 h 463"/>
              <a:gd name="T28" fmla="*/ 283 w 577"/>
              <a:gd name="T29" fmla="*/ 276 h 463"/>
              <a:gd name="T30" fmla="*/ 294 w 577"/>
              <a:gd name="T31" fmla="*/ 226 h 463"/>
              <a:gd name="T32" fmla="*/ 283 w 577"/>
              <a:gd name="T33" fmla="*/ 201 h 463"/>
              <a:gd name="T34" fmla="*/ 288 w 577"/>
              <a:gd name="T35" fmla="*/ 207 h 463"/>
              <a:gd name="T36" fmla="*/ 288 w 577"/>
              <a:gd name="T37" fmla="*/ 245 h 463"/>
              <a:gd name="T38" fmla="*/ 283 w 577"/>
              <a:gd name="T39" fmla="*/ 251 h 463"/>
              <a:gd name="T40" fmla="*/ 294 w 577"/>
              <a:gd name="T41" fmla="*/ 300 h 463"/>
              <a:gd name="T42" fmla="*/ 155 w 577"/>
              <a:gd name="T43" fmla="*/ 268 h 463"/>
              <a:gd name="T44" fmla="*/ 145 w 577"/>
              <a:gd name="T45" fmla="*/ 274 h 463"/>
              <a:gd name="T46" fmla="*/ 175 w 577"/>
              <a:gd name="T47" fmla="*/ 254 h 463"/>
              <a:gd name="T48" fmla="*/ 165 w 577"/>
              <a:gd name="T49" fmla="*/ 261 h 463"/>
              <a:gd name="T50" fmla="*/ 195 w 577"/>
              <a:gd name="T51" fmla="*/ 241 h 463"/>
              <a:gd name="T52" fmla="*/ 185 w 577"/>
              <a:gd name="T53" fmla="*/ 247 h 463"/>
              <a:gd name="T54" fmla="*/ 86 w 577"/>
              <a:gd name="T55" fmla="*/ 315 h 463"/>
              <a:gd name="T56" fmla="*/ 94 w 577"/>
              <a:gd name="T57" fmla="*/ 317 h 463"/>
              <a:gd name="T58" fmla="*/ 214 w 577"/>
              <a:gd name="T59" fmla="*/ 227 h 463"/>
              <a:gd name="T60" fmla="*/ 205 w 577"/>
              <a:gd name="T61" fmla="*/ 234 h 463"/>
              <a:gd name="T62" fmla="*/ 106 w 577"/>
              <a:gd name="T63" fmla="*/ 302 h 463"/>
              <a:gd name="T64" fmla="*/ 114 w 577"/>
              <a:gd name="T65" fmla="*/ 303 h 463"/>
              <a:gd name="T66" fmla="*/ 126 w 577"/>
              <a:gd name="T67" fmla="*/ 288 h 463"/>
              <a:gd name="T68" fmla="*/ 134 w 577"/>
              <a:gd name="T69" fmla="*/ 290 h 463"/>
              <a:gd name="T70" fmla="*/ 269 w 577"/>
              <a:gd name="T71" fmla="*/ 196 h 463"/>
              <a:gd name="T72" fmla="*/ 274 w 577"/>
              <a:gd name="T73" fmla="*/ 187 h 463"/>
              <a:gd name="T74" fmla="*/ 249 w 577"/>
              <a:gd name="T75" fmla="*/ 209 h 463"/>
              <a:gd name="T76" fmla="*/ 254 w 577"/>
              <a:gd name="T77" fmla="*/ 200 h 463"/>
              <a:gd name="T78" fmla="*/ 229 w 577"/>
              <a:gd name="T79" fmla="*/ 223 h 463"/>
              <a:gd name="T80" fmla="*/ 234 w 577"/>
              <a:gd name="T81" fmla="*/ 214 h 463"/>
              <a:gd name="T82" fmla="*/ 391 w 577"/>
              <a:gd name="T83" fmla="*/ 239 h 463"/>
              <a:gd name="T84" fmla="*/ 384 w 577"/>
              <a:gd name="T85" fmla="*/ 249 h 463"/>
              <a:gd name="T86" fmla="*/ 443 w 577"/>
              <a:gd name="T87" fmla="*/ 290 h 463"/>
              <a:gd name="T88" fmla="*/ 451 w 577"/>
              <a:gd name="T89" fmla="*/ 288 h 463"/>
              <a:gd name="T90" fmla="*/ 308 w 577"/>
              <a:gd name="T91" fmla="*/ 196 h 463"/>
              <a:gd name="T92" fmla="*/ 312 w 577"/>
              <a:gd name="T93" fmla="*/ 185 h 463"/>
              <a:gd name="T94" fmla="*/ 463 w 577"/>
              <a:gd name="T95" fmla="*/ 303 h 463"/>
              <a:gd name="T96" fmla="*/ 471 w 577"/>
              <a:gd name="T97" fmla="*/ 302 h 463"/>
              <a:gd name="T98" fmla="*/ 483 w 577"/>
              <a:gd name="T99" fmla="*/ 317 h 463"/>
              <a:gd name="T100" fmla="*/ 491 w 577"/>
              <a:gd name="T101" fmla="*/ 315 h 463"/>
              <a:gd name="T102" fmla="*/ 328 w 577"/>
              <a:gd name="T103" fmla="*/ 209 h 463"/>
              <a:gd name="T104" fmla="*/ 331 w 577"/>
              <a:gd name="T105" fmla="*/ 198 h 463"/>
              <a:gd name="T106" fmla="*/ 410 w 577"/>
              <a:gd name="T107" fmla="*/ 253 h 463"/>
              <a:gd name="T108" fmla="*/ 404 w 577"/>
              <a:gd name="T109" fmla="*/ 262 h 463"/>
              <a:gd name="T110" fmla="*/ 371 w 577"/>
              <a:gd name="T111" fmla="*/ 226 h 463"/>
              <a:gd name="T112" fmla="*/ 364 w 577"/>
              <a:gd name="T113" fmla="*/ 235 h 463"/>
              <a:gd name="T114" fmla="*/ 430 w 577"/>
              <a:gd name="T115" fmla="*/ 266 h 463"/>
              <a:gd name="T116" fmla="*/ 423 w 577"/>
              <a:gd name="T117" fmla="*/ 276 h 463"/>
              <a:gd name="T118" fmla="*/ 348 w 577"/>
              <a:gd name="T119" fmla="*/ 223 h 463"/>
              <a:gd name="T120" fmla="*/ 351 w 577"/>
              <a:gd name="T121" fmla="*/ 212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7" h="463">
                <a:moveTo>
                  <a:pt x="288" y="0"/>
                </a:moveTo>
                <a:cubicBezTo>
                  <a:pt x="238" y="0"/>
                  <a:pt x="197" y="41"/>
                  <a:pt x="197" y="91"/>
                </a:cubicBezTo>
                <a:cubicBezTo>
                  <a:pt x="197" y="141"/>
                  <a:pt x="238" y="182"/>
                  <a:pt x="288" y="182"/>
                </a:cubicBezTo>
                <a:cubicBezTo>
                  <a:pt x="339" y="182"/>
                  <a:pt x="380" y="141"/>
                  <a:pt x="380" y="91"/>
                </a:cubicBezTo>
                <a:cubicBezTo>
                  <a:pt x="380" y="41"/>
                  <a:pt x="339" y="0"/>
                  <a:pt x="288" y="0"/>
                </a:cubicBezTo>
                <a:close/>
                <a:moveTo>
                  <a:pt x="288" y="170"/>
                </a:moveTo>
                <a:cubicBezTo>
                  <a:pt x="245" y="170"/>
                  <a:pt x="209" y="135"/>
                  <a:pt x="209" y="91"/>
                </a:cubicBezTo>
                <a:cubicBezTo>
                  <a:pt x="209" y="48"/>
                  <a:pt x="245" y="12"/>
                  <a:pt x="288" y="12"/>
                </a:cubicBezTo>
                <a:cubicBezTo>
                  <a:pt x="332" y="12"/>
                  <a:pt x="368" y="48"/>
                  <a:pt x="368" y="91"/>
                </a:cubicBezTo>
                <a:cubicBezTo>
                  <a:pt x="368" y="135"/>
                  <a:pt x="332" y="170"/>
                  <a:pt x="288" y="170"/>
                </a:cubicBezTo>
                <a:close/>
                <a:moveTo>
                  <a:pt x="288" y="319"/>
                </a:moveTo>
                <a:cubicBezTo>
                  <a:pt x="249" y="319"/>
                  <a:pt x="217" y="352"/>
                  <a:pt x="217" y="391"/>
                </a:cubicBezTo>
                <a:cubicBezTo>
                  <a:pt x="217" y="431"/>
                  <a:pt x="249" y="463"/>
                  <a:pt x="288" y="463"/>
                </a:cubicBezTo>
                <a:cubicBezTo>
                  <a:pt x="328" y="463"/>
                  <a:pt x="360" y="431"/>
                  <a:pt x="360" y="391"/>
                </a:cubicBezTo>
                <a:cubicBezTo>
                  <a:pt x="360" y="352"/>
                  <a:pt x="328" y="319"/>
                  <a:pt x="288" y="319"/>
                </a:cubicBezTo>
                <a:close/>
                <a:moveTo>
                  <a:pt x="288" y="451"/>
                </a:moveTo>
                <a:cubicBezTo>
                  <a:pt x="255" y="451"/>
                  <a:pt x="229" y="424"/>
                  <a:pt x="229" y="391"/>
                </a:cubicBezTo>
                <a:cubicBezTo>
                  <a:pt x="229" y="358"/>
                  <a:pt x="255" y="331"/>
                  <a:pt x="288" y="331"/>
                </a:cubicBezTo>
                <a:cubicBezTo>
                  <a:pt x="322" y="331"/>
                  <a:pt x="348" y="358"/>
                  <a:pt x="348" y="391"/>
                </a:cubicBezTo>
                <a:cubicBezTo>
                  <a:pt x="348" y="424"/>
                  <a:pt x="322" y="451"/>
                  <a:pt x="288" y="451"/>
                </a:cubicBezTo>
                <a:close/>
                <a:moveTo>
                  <a:pt x="71" y="319"/>
                </a:moveTo>
                <a:cubicBezTo>
                  <a:pt x="32" y="319"/>
                  <a:pt x="0" y="352"/>
                  <a:pt x="0" y="391"/>
                </a:cubicBezTo>
                <a:cubicBezTo>
                  <a:pt x="0" y="431"/>
                  <a:pt x="32" y="463"/>
                  <a:pt x="71" y="463"/>
                </a:cubicBezTo>
                <a:cubicBezTo>
                  <a:pt x="111" y="463"/>
                  <a:pt x="143" y="431"/>
                  <a:pt x="143" y="391"/>
                </a:cubicBezTo>
                <a:cubicBezTo>
                  <a:pt x="143" y="352"/>
                  <a:pt x="111" y="319"/>
                  <a:pt x="71" y="319"/>
                </a:cubicBezTo>
                <a:close/>
                <a:moveTo>
                  <a:pt x="71" y="451"/>
                </a:moveTo>
                <a:cubicBezTo>
                  <a:pt x="38" y="451"/>
                  <a:pt x="11" y="424"/>
                  <a:pt x="11" y="391"/>
                </a:cubicBezTo>
                <a:cubicBezTo>
                  <a:pt x="11" y="358"/>
                  <a:pt x="38" y="331"/>
                  <a:pt x="71" y="331"/>
                </a:cubicBezTo>
                <a:cubicBezTo>
                  <a:pt x="104" y="331"/>
                  <a:pt x="131" y="358"/>
                  <a:pt x="131" y="391"/>
                </a:cubicBezTo>
                <a:cubicBezTo>
                  <a:pt x="131" y="424"/>
                  <a:pt x="104" y="451"/>
                  <a:pt x="71" y="451"/>
                </a:cubicBezTo>
                <a:close/>
                <a:moveTo>
                  <a:pt x="506" y="319"/>
                </a:moveTo>
                <a:cubicBezTo>
                  <a:pt x="466" y="319"/>
                  <a:pt x="434" y="352"/>
                  <a:pt x="434" y="391"/>
                </a:cubicBezTo>
                <a:cubicBezTo>
                  <a:pt x="434" y="431"/>
                  <a:pt x="466" y="463"/>
                  <a:pt x="506" y="463"/>
                </a:cubicBezTo>
                <a:cubicBezTo>
                  <a:pt x="545" y="463"/>
                  <a:pt x="577" y="431"/>
                  <a:pt x="577" y="391"/>
                </a:cubicBezTo>
                <a:cubicBezTo>
                  <a:pt x="577" y="352"/>
                  <a:pt x="545" y="319"/>
                  <a:pt x="506" y="319"/>
                </a:cubicBezTo>
                <a:close/>
                <a:moveTo>
                  <a:pt x="506" y="451"/>
                </a:moveTo>
                <a:cubicBezTo>
                  <a:pt x="473" y="451"/>
                  <a:pt x="446" y="424"/>
                  <a:pt x="446" y="391"/>
                </a:cubicBezTo>
                <a:cubicBezTo>
                  <a:pt x="446" y="358"/>
                  <a:pt x="473" y="331"/>
                  <a:pt x="506" y="331"/>
                </a:cubicBezTo>
                <a:cubicBezTo>
                  <a:pt x="539" y="331"/>
                  <a:pt x="566" y="358"/>
                  <a:pt x="566" y="391"/>
                </a:cubicBezTo>
                <a:cubicBezTo>
                  <a:pt x="566" y="424"/>
                  <a:pt x="539" y="451"/>
                  <a:pt x="506" y="451"/>
                </a:cubicBezTo>
                <a:close/>
                <a:moveTo>
                  <a:pt x="283" y="276"/>
                </a:moveTo>
                <a:cubicBezTo>
                  <a:pt x="283" y="272"/>
                  <a:pt x="285" y="270"/>
                  <a:pt x="288" y="270"/>
                </a:cubicBezTo>
                <a:cubicBezTo>
                  <a:pt x="292" y="270"/>
                  <a:pt x="294" y="272"/>
                  <a:pt x="294" y="276"/>
                </a:cubicBezTo>
                <a:cubicBezTo>
                  <a:pt x="294" y="279"/>
                  <a:pt x="292" y="282"/>
                  <a:pt x="288" y="282"/>
                </a:cubicBezTo>
                <a:cubicBezTo>
                  <a:pt x="285" y="282"/>
                  <a:pt x="283" y="279"/>
                  <a:pt x="283" y="276"/>
                </a:cubicBezTo>
                <a:close/>
                <a:moveTo>
                  <a:pt x="283" y="226"/>
                </a:moveTo>
                <a:cubicBezTo>
                  <a:pt x="283" y="223"/>
                  <a:pt x="285" y="220"/>
                  <a:pt x="288" y="220"/>
                </a:cubicBezTo>
                <a:cubicBezTo>
                  <a:pt x="292" y="220"/>
                  <a:pt x="294" y="223"/>
                  <a:pt x="294" y="226"/>
                </a:cubicBezTo>
                <a:cubicBezTo>
                  <a:pt x="294" y="229"/>
                  <a:pt x="292" y="232"/>
                  <a:pt x="288" y="232"/>
                </a:cubicBezTo>
                <a:cubicBezTo>
                  <a:pt x="285" y="232"/>
                  <a:pt x="283" y="229"/>
                  <a:pt x="283" y="226"/>
                </a:cubicBezTo>
                <a:close/>
                <a:moveTo>
                  <a:pt x="283" y="201"/>
                </a:moveTo>
                <a:cubicBezTo>
                  <a:pt x="283" y="198"/>
                  <a:pt x="285" y="195"/>
                  <a:pt x="288" y="195"/>
                </a:cubicBezTo>
                <a:cubicBezTo>
                  <a:pt x="292" y="195"/>
                  <a:pt x="294" y="198"/>
                  <a:pt x="294" y="201"/>
                </a:cubicBezTo>
                <a:cubicBezTo>
                  <a:pt x="294" y="204"/>
                  <a:pt x="292" y="207"/>
                  <a:pt x="288" y="207"/>
                </a:cubicBezTo>
                <a:cubicBezTo>
                  <a:pt x="285" y="207"/>
                  <a:pt x="283" y="204"/>
                  <a:pt x="283" y="201"/>
                </a:cubicBezTo>
                <a:close/>
                <a:moveTo>
                  <a:pt x="283" y="251"/>
                </a:moveTo>
                <a:cubicBezTo>
                  <a:pt x="283" y="248"/>
                  <a:pt x="285" y="245"/>
                  <a:pt x="288" y="245"/>
                </a:cubicBezTo>
                <a:cubicBezTo>
                  <a:pt x="292" y="245"/>
                  <a:pt x="294" y="248"/>
                  <a:pt x="294" y="251"/>
                </a:cubicBezTo>
                <a:cubicBezTo>
                  <a:pt x="294" y="254"/>
                  <a:pt x="292" y="257"/>
                  <a:pt x="288" y="257"/>
                </a:cubicBezTo>
                <a:cubicBezTo>
                  <a:pt x="285" y="257"/>
                  <a:pt x="283" y="254"/>
                  <a:pt x="283" y="251"/>
                </a:cubicBezTo>
                <a:close/>
                <a:moveTo>
                  <a:pt x="283" y="300"/>
                </a:moveTo>
                <a:cubicBezTo>
                  <a:pt x="283" y="297"/>
                  <a:pt x="285" y="295"/>
                  <a:pt x="288" y="295"/>
                </a:cubicBezTo>
                <a:cubicBezTo>
                  <a:pt x="292" y="295"/>
                  <a:pt x="294" y="297"/>
                  <a:pt x="294" y="300"/>
                </a:cubicBezTo>
                <a:cubicBezTo>
                  <a:pt x="294" y="304"/>
                  <a:pt x="292" y="306"/>
                  <a:pt x="288" y="306"/>
                </a:cubicBezTo>
                <a:cubicBezTo>
                  <a:pt x="285" y="306"/>
                  <a:pt x="283" y="304"/>
                  <a:pt x="283" y="300"/>
                </a:cubicBezTo>
                <a:close/>
                <a:moveTo>
                  <a:pt x="155" y="268"/>
                </a:moveTo>
                <a:cubicBezTo>
                  <a:pt x="157" y="270"/>
                  <a:pt x="156" y="274"/>
                  <a:pt x="154" y="276"/>
                </a:cubicBezTo>
                <a:cubicBezTo>
                  <a:pt x="153" y="277"/>
                  <a:pt x="151" y="277"/>
                  <a:pt x="150" y="277"/>
                </a:cubicBezTo>
                <a:cubicBezTo>
                  <a:pt x="148" y="277"/>
                  <a:pt x="147" y="276"/>
                  <a:pt x="145" y="274"/>
                </a:cubicBezTo>
                <a:cubicBezTo>
                  <a:pt x="144" y="272"/>
                  <a:pt x="144" y="268"/>
                  <a:pt x="147" y="266"/>
                </a:cubicBezTo>
                <a:cubicBezTo>
                  <a:pt x="150" y="264"/>
                  <a:pt x="153" y="265"/>
                  <a:pt x="155" y="268"/>
                </a:cubicBezTo>
                <a:close/>
                <a:moveTo>
                  <a:pt x="175" y="254"/>
                </a:moveTo>
                <a:cubicBezTo>
                  <a:pt x="177" y="257"/>
                  <a:pt x="176" y="261"/>
                  <a:pt x="173" y="262"/>
                </a:cubicBezTo>
                <a:cubicBezTo>
                  <a:pt x="172" y="263"/>
                  <a:pt x="171" y="263"/>
                  <a:pt x="170" y="263"/>
                </a:cubicBezTo>
                <a:cubicBezTo>
                  <a:pt x="168" y="263"/>
                  <a:pt x="166" y="263"/>
                  <a:pt x="165" y="261"/>
                </a:cubicBezTo>
                <a:cubicBezTo>
                  <a:pt x="163" y="258"/>
                  <a:pt x="164" y="255"/>
                  <a:pt x="167" y="253"/>
                </a:cubicBezTo>
                <a:cubicBezTo>
                  <a:pt x="169" y="251"/>
                  <a:pt x="173" y="252"/>
                  <a:pt x="175" y="254"/>
                </a:cubicBezTo>
                <a:close/>
                <a:moveTo>
                  <a:pt x="195" y="241"/>
                </a:moveTo>
                <a:cubicBezTo>
                  <a:pt x="196" y="243"/>
                  <a:pt x="196" y="247"/>
                  <a:pt x="193" y="249"/>
                </a:cubicBezTo>
                <a:cubicBezTo>
                  <a:pt x="192" y="250"/>
                  <a:pt x="191" y="250"/>
                  <a:pt x="190" y="250"/>
                </a:cubicBezTo>
                <a:cubicBezTo>
                  <a:pt x="188" y="250"/>
                  <a:pt x="186" y="249"/>
                  <a:pt x="185" y="247"/>
                </a:cubicBezTo>
                <a:cubicBezTo>
                  <a:pt x="183" y="245"/>
                  <a:pt x="184" y="241"/>
                  <a:pt x="186" y="239"/>
                </a:cubicBezTo>
                <a:cubicBezTo>
                  <a:pt x="189" y="237"/>
                  <a:pt x="193" y="238"/>
                  <a:pt x="195" y="241"/>
                </a:cubicBezTo>
                <a:close/>
                <a:moveTo>
                  <a:pt x="86" y="315"/>
                </a:moveTo>
                <a:cubicBezTo>
                  <a:pt x="84" y="312"/>
                  <a:pt x="85" y="309"/>
                  <a:pt x="88" y="307"/>
                </a:cubicBezTo>
                <a:cubicBezTo>
                  <a:pt x="90" y="305"/>
                  <a:pt x="94" y="306"/>
                  <a:pt x="96" y="308"/>
                </a:cubicBezTo>
                <a:cubicBezTo>
                  <a:pt x="98" y="311"/>
                  <a:pt x="97" y="315"/>
                  <a:pt x="94" y="317"/>
                </a:cubicBezTo>
                <a:cubicBezTo>
                  <a:pt x="93" y="317"/>
                  <a:pt x="92" y="318"/>
                  <a:pt x="91" y="318"/>
                </a:cubicBezTo>
                <a:cubicBezTo>
                  <a:pt x="89" y="318"/>
                  <a:pt x="87" y="317"/>
                  <a:pt x="86" y="315"/>
                </a:cubicBezTo>
                <a:close/>
                <a:moveTo>
                  <a:pt x="214" y="227"/>
                </a:moveTo>
                <a:cubicBezTo>
                  <a:pt x="216" y="230"/>
                  <a:pt x="216" y="234"/>
                  <a:pt x="213" y="235"/>
                </a:cubicBezTo>
                <a:cubicBezTo>
                  <a:pt x="212" y="236"/>
                  <a:pt x="211" y="236"/>
                  <a:pt x="210" y="236"/>
                </a:cubicBezTo>
                <a:cubicBezTo>
                  <a:pt x="208" y="236"/>
                  <a:pt x="206" y="235"/>
                  <a:pt x="205" y="234"/>
                </a:cubicBezTo>
                <a:cubicBezTo>
                  <a:pt x="203" y="231"/>
                  <a:pt x="203" y="227"/>
                  <a:pt x="206" y="226"/>
                </a:cubicBezTo>
                <a:cubicBezTo>
                  <a:pt x="209" y="224"/>
                  <a:pt x="213" y="224"/>
                  <a:pt x="214" y="227"/>
                </a:cubicBezTo>
                <a:close/>
                <a:moveTo>
                  <a:pt x="106" y="302"/>
                </a:moveTo>
                <a:cubicBezTo>
                  <a:pt x="104" y="299"/>
                  <a:pt x="105" y="295"/>
                  <a:pt x="108" y="293"/>
                </a:cubicBezTo>
                <a:cubicBezTo>
                  <a:pt x="110" y="291"/>
                  <a:pt x="114" y="292"/>
                  <a:pt x="116" y="295"/>
                </a:cubicBezTo>
                <a:cubicBezTo>
                  <a:pt x="118" y="298"/>
                  <a:pt x="117" y="301"/>
                  <a:pt x="114" y="303"/>
                </a:cubicBezTo>
                <a:cubicBezTo>
                  <a:pt x="113" y="304"/>
                  <a:pt x="112" y="304"/>
                  <a:pt x="111" y="304"/>
                </a:cubicBezTo>
                <a:cubicBezTo>
                  <a:pt x="109" y="304"/>
                  <a:pt x="107" y="303"/>
                  <a:pt x="106" y="302"/>
                </a:cubicBezTo>
                <a:close/>
                <a:moveTo>
                  <a:pt x="126" y="288"/>
                </a:moveTo>
                <a:cubicBezTo>
                  <a:pt x="124" y="285"/>
                  <a:pt x="125" y="282"/>
                  <a:pt x="127" y="280"/>
                </a:cubicBezTo>
                <a:cubicBezTo>
                  <a:pt x="130" y="278"/>
                  <a:pt x="134" y="279"/>
                  <a:pt x="135" y="281"/>
                </a:cubicBezTo>
                <a:cubicBezTo>
                  <a:pt x="137" y="284"/>
                  <a:pt x="137" y="288"/>
                  <a:pt x="134" y="290"/>
                </a:cubicBezTo>
                <a:cubicBezTo>
                  <a:pt x="133" y="290"/>
                  <a:pt x="132" y="291"/>
                  <a:pt x="131" y="291"/>
                </a:cubicBezTo>
                <a:cubicBezTo>
                  <a:pt x="129" y="291"/>
                  <a:pt x="127" y="290"/>
                  <a:pt x="126" y="288"/>
                </a:cubicBezTo>
                <a:close/>
                <a:moveTo>
                  <a:pt x="269" y="196"/>
                </a:moveTo>
                <a:cubicBezTo>
                  <a:pt x="267" y="196"/>
                  <a:pt x="265" y="195"/>
                  <a:pt x="264" y="193"/>
                </a:cubicBezTo>
                <a:cubicBezTo>
                  <a:pt x="262" y="190"/>
                  <a:pt x="263" y="187"/>
                  <a:pt x="265" y="185"/>
                </a:cubicBezTo>
                <a:cubicBezTo>
                  <a:pt x="268" y="183"/>
                  <a:pt x="272" y="184"/>
                  <a:pt x="274" y="187"/>
                </a:cubicBezTo>
                <a:cubicBezTo>
                  <a:pt x="275" y="189"/>
                  <a:pt x="275" y="193"/>
                  <a:pt x="272" y="195"/>
                </a:cubicBezTo>
                <a:cubicBezTo>
                  <a:pt x="271" y="195"/>
                  <a:pt x="270" y="196"/>
                  <a:pt x="269" y="196"/>
                </a:cubicBezTo>
                <a:close/>
                <a:moveTo>
                  <a:pt x="249" y="209"/>
                </a:moveTo>
                <a:cubicBezTo>
                  <a:pt x="247" y="209"/>
                  <a:pt x="245" y="208"/>
                  <a:pt x="244" y="207"/>
                </a:cubicBezTo>
                <a:cubicBezTo>
                  <a:pt x="242" y="204"/>
                  <a:pt x="243" y="200"/>
                  <a:pt x="246" y="198"/>
                </a:cubicBezTo>
                <a:cubicBezTo>
                  <a:pt x="248" y="197"/>
                  <a:pt x="252" y="197"/>
                  <a:pt x="254" y="200"/>
                </a:cubicBezTo>
                <a:cubicBezTo>
                  <a:pt x="256" y="203"/>
                  <a:pt x="255" y="206"/>
                  <a:pt x="252" y="208"/>
                </a:cubicBezTo>
                <a:cubicBezTo>
                  <a:pt x="251" y="209"/>
                  <a:pt x="250" y="209"/>
                  <a:pt x="249" y="209"/>
                </a:cubicBezTo>
                <a:close/>
                <a:moveTo>
                  <a:pt x="229" y="223"/>
                </a:moveTo>
                <a:cubicBezTo>
                  <a:pt x="227" y="223"/>
                  <a:pt x="226" y="222"/>
                  <a:pt x="224" y="220"/>
                </a:cubicBezTo>
                <a:cubicBezTo>
                  <a:pt x="223" y="218"/>
                  <a:pt x="223" y="214"/>
                  <a:pt x="226" y="212"/>
                </a:cubicBezTo>
                <a:cubicBezTo>
                  <a:pt x="229" y="210"/>
                  <a:pt x="232" y="211"/>
                  <a:pt x="234" y="214"/>
                </a:cubicBezTo>
                <a:cubicBezTo>
                  <a:pt x="236" y="216"/>
                  <a:pt x="235" y="220"/>
                  <a:pt x="233" y="222"/>
                </a:cubicBezTo>
                <a:cubicBezTo>
                  <a:pt x="232" y="223"/>
                  <a:pt x="230" y="223"/>
                  <a:pt x="229" y="223"/>
                </a:cubicBezTo>
                <a:close/>
                <a:moveTo>
                  <a:pt x="391" y="239"/>
                </a:moveTo>
                <a:cubicBezTo>
                  <a:pt x="393" y="241"/>
                  <a:pt x="394" y="245"/>
                  <a:pt x="392" y="247"/>
                </a:cubicBezTo>
                <a:cubicBezTo>
                  <a:pt x="391" y="249"/>
                  <a:pt x="389" y="250"/>
                  <a:pt x="387" y="250"/>
                </a:cubicBezTo>
                <a:cubicBezTo>
                  <a:pt x="386" y="250"/>
                  <a:pt x="385" y="250"/>
                  <a:pt x="384" y="249"/>
                </a:cubicBezTo>
                <a:cubicBezTo>
                  <a:pt x="381" y="247"/>
                  <a:pt x="380" y="243"/>
                  <a:pt x="382" y="241"/>
                </a:cubicBezTo>
                <a:cubicBezTo>
                  <a:pt x="384" y="238"/>
                  <a:pt x="388" y="237"/>
                  <a:pt x="391" y="239"/>
                </a:cubicBezTo>
                <a:close/>
                <a:moveTo>
                  <a:pt x="443" y="290"/>
                </a:moveTo>
                <a:cubicBezTo>
                  <a:pt x="440" y="288"/>
                  <a:pt x="440" y="284"/>
                  <a:pt x="442" y="281"/>
                </a:cubicBezTo>
                <a:cubicBezTo>
                  <a:pt x="443" y="279"/>
                  <a:pt x="447" y="278"/>
                  <a:pt x="450" y="280"/>
                </a:cubicBezTo>
                <a:cubicBezTo>
                  <a:pt x="452" y="282"/>
                  <a:pt x="453" y="285"/>
                  <a:pt x="451" y="288"/>
                </a:cubicBezTo>
                <a:cubicBezTo>
                  <a:pt x="450" y="290"/>
                  <a:pt x="448" y="291"/>
                  <a:pt x="446" y="291"/>
                </a:cubicBezTo>
                <a:cubicBezTo>
                  <a:pt x="445" y="291"/>
                  <a:pt x="444" y="290"/>
                  <a:pt x="443" y="290"/>
                </a:cubicBezTo>
                <a:close/>
                <a:moveTo>
                  <a:pt x="308" y="196"/>
                </a:moveTo>
                <a:cubicBezTo>
                  <a:pt x="307" y="196"/>
                  <a:pt x="306" y="195"/>
                  <a:pt x="305" y="195"/>
                </a:cubicBezTo>
                <a:cubicBezTo>
                  <a:pt x="302" y="193"/>
                  <a:pt x="302" y="189"/>
                  <a:pt x="303" y="187"/>
                </a:cubicBezTo>
                <a:cubicBezTo>
                  <a:pt x="305" y="184"/>
                  <a:pt x="309" y="183"/>
                  <a:pt x="312" y="185"/>
                </a:cubicBezTo>
                <a:cubicBezTo>
                  <a:pt x="314" y="187"/>
                  <a:pt x="315" y="190"/>
                  <a:pt x="313" y="193"/>
                </a:cubicBezTo>
                <a:cubicBezTo>
                  <a:pt x="312" y="195"/>
                  <a:pt x="310" y="196"/>
                  <a:pt x="308" y="196"/>
                </a:cubicBezTo>
                <a:close/>
                <a:moveTo>
                  <a:pt x="463" y="303"/>
                </a:moveTo>
                <a:cubicBezTo>
                  <a:pt x="460" y="301"/>
                  <a:pt x="459" y="298"/>
                  <a:pt x="461" y="295"/>
                </a:cubicBezTo>
                <a:cubicBezTo>
                  <a:pt x="463" y="292"/>
                  <a:pt x="467" y="291"/>
                  <a:pt x="470" y="293"/>
                </a:cubicBezTo>
                <a:cubicBezTo>
                  <a:pt x="472" y="295"/>
                  <a:pt x="473" y="299"/>
                  <a:pt x="471" y="302"/>
                </a:cubicBezTo>
                <a:cubicBezTo>
                  <a:pt x="470" y="303"/>
                  <a:pt x="468" y="304"/>
                  <a:pt x="466" y="304"/>
                </a:cubicBezTo>
                <a:cubicBezTo>
                  <a:pt x="465" y="304"/>
                  <a:pt x="464" y="304"/>
                  <a:pt x="463" y="303"/>
                </a:cubicBezTo>
                <a:close/>
                <a:moveTo>
                  <a:pt x="483" y="317"/>
                </a:moveTo>
                <a:cubicBezTo>
                  <a:pt x="480" y="315"/>
                  <a:pt x="479" y="311"/>
                  <a:pt x="481" y="308"/>
                </a:cubicBezTo>
                <a:cubicBezTo>
                  <a:pt x="483" y="306"/>
                  <a:pt x="487" y="305"/>
                  <a:pt x="489" y="307"/>
                </a:cubicBezTo>
                <a:cubicBezTo>
                  <a:pt x="492" y="309"/>
                  <a:pt x="493" y="312"/>
                  <a:pt x="491" y="315"/>
                </a:cubicBezTo>
                <a:cubicBezTo>
                  <a:pt x="490" y="317"/>
                  <a:pt x="488" y="318"/>
                  <a:pt x="486" y="318"/>
                </a:cubicBezTo>
                <a:cubicBezTo>
                  <a:pt x="485" y="318"/>
                  <a:pt x="484" y="317"/>
                  <a:pt x="483" y="317"/>
                </a:cubicBezTo>
                <a:close/>
                <a:moveTo>
                  <a:pt x="328" y="209"/>
                </a:moveTo>
                <a:cubicBezTo>
                  <a:pt x="327" y="209"/>
                  <a:pt x="326" y="209"/>
                  <a:pt x="325" y="208"/>
                </a:cubicBezTo>
                <a:cubicBezTo>
                  <a:pt x="322" y="206"/>
                  <a:pt x="321" y="203"/>
                  <a:pt x="323" y="200"/>
                </a:cubicBezTo>
                <a:cubicBezTo>
                  <a:pt x="325" y="197"/>
                  <a:pt x="329" y="197"/>
                  <a:pt x="331" y="198"/>
                </a:cubicBezTo>
                <a:cubicBezTo>
                  <a:pt x="334" y="200"/>
                  <a:pt x="335" y="204"/>
                  <a:pt x="333" y="207"/>
                </a:cubicBezTo>
                <a:cubicBezTo>
                  <a:pt x="332" y="208"/>
                  <a:pt x="330" y="209"/>
                  <a:pt x="328" y="209"/>
                </a:cubicBezTo>
                <a:close/>
                <a:moveTo>
                  <a:pt x="410" y="253"/>
                </a:moveTo>
                <a:cubicBezTo>
                  <a:pt x="413" y="255"/>
                  <a:pt x="414" y="258"/>
                  <a:pt x="412" y="261"/>
                </a:cubicBezTo>
                <a:cubicBezTo>
                  <a:pt x="411" y="263"/>
                  <a:pt x="409" y="263"/>
                  <a:pt x="407" y="263"/>
                </a:cubicBezTo>
                <a:cubicBezTo>
                  <a:pt x="406" y="263"/>
                  <a:pt x="405" y="263"/>
                  <a:pt x="404" y="262"/>
                </a:cubicBezTo>
                <a:cubicBezTo>
                  <a:pt x="401" y="261"/>
                  <a:pt x="400" y="257"/>
                  <a:pt x="402" y="254"/>
                </a:cubicBezTo>
                <a:cubicBezTo>
                  <a:pt x="404" y="252"/>
                  <a:pt x="408" y="251"/>
                  <a:pt x="410" y="253"/>
                </a:cubicBezTo>
                <a:close/>
                <a:moveTo>
                  <a:pt x="371" y="226"/>
                </a:moveTo>
                <a:cubicBezTo>
                  <a:pt x="374" y="227"/>
                  <a:pt x="374" y="231"/>
                  <a:pt x="372" y="234"/>
                </a:cubicBezTo>
                <a:cubicBezTo>
                  <a:pt x="371" y="235"/>
                  <a:pt x="369" y="236"/>
                  <a:pt x="367" y="236"/>
                </a:cubicBezTo>
                <a:cubicBezTo>
                  <a:pt x="366" y="236"/>
                  <a:pt x="365" y="236"/>
                  <a:pt x="364" y="235"/>
                </a:cubicBezTo>
                <a:cubicBezTo>
                  <a:pt x="361" y="234"/>
                  <a:pt x="361" y="230"/>
                  <a:pt x="363" y="227"/>
                </a:cubicBezTo>
                <a:cubicBezTo>
                  <a:pt x="364" y="224"/>
                  <a:pt x="368" y="224"/>
                  <a:pt x="371" y="226"/>
                </a:cubicBezTo>
                <a:close/>
                <a:moveTo>
                  <a:pt x="430" y="266"/>
                </a:moveTo>
                <a:cubicBezTo>
                  <a:pt x="433" y="268"/>
                  <a:pt x="433" y="272"/>
                  <a:pt x="432" y="274"/>
                </a:cubicBezTo>
                <a:cubicBezTo>
                  <a:pt x="430" y="276"/>
                  <a:pt x="429" y="277"/>
                  <a:pt x="427" y="277"/>
                </a:cubicBezTo>
                <a:cubicBezTo>
                  <a:pt x="425" y="277"/>
                  <a:pt x="424" y="277"/>
                  <a:pt x="423" y="276"/>
                </a:cubicBezTo>
                <a:cubicBezTo>
                  <a:pt x="421" y="274"/>
                  <a:pt x="420" y="270"/>
                  <a:pt x="422" y="268"/>
                </a:cubicBezTo>
                <a:cubicBezTo>
                  <a:pt x="424" y="265"/>
                  <a:pt x="427" y="264"/>
                  <a:pt x="430" y="266"/>
                </a:cubicBezTo>
                <a:close/>
                <a:moveTo>
                  <a:pt x="348" y="223"/>
                </a:moveTo>
                <a:cubicBezTo>
                  <a:pt x="347" y="223"/>
                  <a:pt x="345" y="223"/>
                  <a:pt x="344" y="222"/>
                </a:cubicBezTo>
                <a:cubicBezTo>
                  <a:pt x="342" y="220"/>
                  <a:pt x="341" y="216"/>
                  <a:pt x="343" y="214"/>
                </a:cubicBezTo>
                <a:cubicBezTo>
                  <a:pt x="345" y="211"/>
                  <a:pt x="348" y="210"/>
                  <a:pt x="351" y="212"/>
                </a:cubicBezTo>
                <a:cubicBezTo>
                  <a:pt x="354" y="214"/>
                  <a:pt x="354" y="218"/>
                  <a:pt x="353" y="220"/>
                </a:cubicBezTo>
                <a:cubicBezTo>
                  <a:pt x="351" y="222"/>
                  <a:pt x="350" y="223"/>
                  <a:pt x="348" y="223"/>
                </a:cubicBezTo>
                <a:close/>
              </a:path>
            </a:pathLst>
          </a:custGeom>
          <a:solidFill>
            <a:schemeClr val="tx1"/>
          </a:solidFill>
          <a:ln>
            <a:solidFill>
              <a:schemeClr val="tx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mn-cs"/>
            </a:endParaRPr>
          </a:p>
        </p:txBody>
      </p:sp>
      <p:pic>
        <p:nvPicPr>
          <p:cNvPr id="1026" name="Picture 2" descr="Warning ">
            <a:extLst>
              <a:ext uri="{FF2B5EF4-FFF2-40B4-BE49-F238E27FC236}">
                <a16:creationId xmlns:a16="http://schemas.microsoft.com/office/drawing/2014/main" id="{3DB60908-8859-9CAD-B113-770A87930CB7}"/>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11635100" y="5902909"/>
            <a:ext cx="470055" cy="47005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3B056243-84F5-80A9-F351-FACED9E5124D}"/>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459300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FA460105-11E3-485D-A1E3-ABD8CAC6F5FF}"/>
              </a:ext>
            </a:extLst>
          </p:cNvPr>
          <p:cNvGraphicFramePr>
            <a:graphicFrameLocks noChangeAspect="1"/>
          </p:cNvGraphicFramePr>
          <p:nvPr>
            <p:custDataLst>
              <p:tags r:id="rId1"/>
            </p:custDataLst>
            <p:extLst>
              <p:ext uri="{D42A27DB-BD31-4B8C-83A1-F6EECF244321}">
                <p14:modId xmlns:p14="http://schemas.microsoft.com/office/powerpoint/2010/main" val="10721414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3" name="Object 12" hidden="1">
                        <a:extLst>
                          <a:ext uri="{FF2B5EF4-FFF2-40B4-BE49-F238E27FC236}">
                            <a16:creationId xmlns:a16="http://schemas.microsoft.com/office/drawing/2014/main" id="{FA460105-11E3-485D-A1E3-ABD8CAC6F5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1" name="Google Shape;2695;p12">
            <a:extLst>
              <a:ext uri="{FF2B5EF4-FFF2-40B4-BE49-F238E27FC236}">
                <a16:creationId xmlns:a16="http://schemas.microsoft.com/office/drawing/2014/main" id="{41071ECB-FDCA-4AA5-A8BA-BABE8E4BCD6B}"/>
              </a:ext>
            </a:extLst>
          </p:cNvPr>
          <p:cNvSpPr/>
          <p:nvPr/>
        </p:nvSpPr>
        <p:spPr>
          <a:xfrm>
            <a:off x="3271555" y="1942661"/>
            <a:ext cx="972752" cy="1240382"/>
          </a:xfrm>
          <a:custGeom>
            <a:avLst/>
            <a:gdLst/>
            <a:ahLst/>
            <a:cxnLst/>
            <a:rect l="l" t="t" r="r" b="b"/>
            <a:pathLst>
              <a:path w="393260" h="361760" extrusionOk="0">
                <a:moveTo>
                  <a:pt x="0" y="361760"/>
                </a:moveTo>
                <a:lnTo>
                  <a:pt x="393260" y="361760"/>
                </a:lnTo>
                <a:lnTo>
                  <a:pt x="121634" y="0"/>
                </a:lnTo>
                <a:lnTo>
                  <a:pt x="0" y="361760"/>
                </a:lnTo>
                <a:close/>
              </a:path>
            </a:pathLst>
          </a:custGeom>
          <a:solidFill>
            <a:srgbClr val="F4C9C9"/>
          </a:solidFill>
          <a:ln>
            <a:noFill/>
          </a:ln>
        </p:spPr>
        <p:txBody>
          <a:bodyPr spcFirstLastPara="1" wrap="square" lIns="91425" tIns="45700" rIns="91425" bIns="45700" anchor="b" anchorCtr="0">
            <a:noAutofit/>
          </a:bodyPr>
          <a:lstStyle/>
          <a:p>
            <a:pPr defTabSz="898798">
              <a:lnSpc>
                <a:spcPct val="95000"/>
              </a:lnSpc>
            </a:pPr>
            <a:endParaRPr sz="1300" dirty="0">
              <a:solidFill>
                <a:srgbClr val="FFFFFF"/>
              </a:solidFill>
              <a:latin typeface="Arial"/>
              <a:cs typeface="Arial"/>
              <a:sym typeface="Arial"/>
            </a:endParaRPr>
          </a:p>
        </p:txBody>
      </p:sp>
      <p:sp>
        <p:nvSpPr>
          <p:cNvPr id="9" name="Slide Number Placeholder 8">
            <a:extLst>
              <a:ext uri="{FF2B5EF4-FFF2-40B4-BE49-F238E27FC236}">
                <a16:creationId xmlns:a16="http://schemas.microsoft.com/office/drawing/2014/main" id="{3248A1A1-D762-40EB-BC5E-6606D9A93975}"/>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5</a:t>
            </a:r>
          </a:p>
        </p:txBody>
      </p:sp>
      <p:pic>
        <p:nvPicPr>
          <p:cNvPr id="15" name="Picture 14">
            <a:extLst>
              <a:ext uri="{FF2B5EF4-FFF2-40B4-BE49-F238E27FC236}">
                <a16:creationId xmlns:a16="http://schemas.microsoft.com/office/drawing/2014/main" id="{E40692EA-E7B9-452C-A0B8-E6F7F3ECC55C}"/>
              </a:ext>
            </a:extLst>
          </p:cNvPr>
          <p:cNvPicPr>
            <a:picLocks noChangeAspect="1"/>
          </p:cNvPicPr>
          <p:nvPr/>
        </p:nvPicPr>
        <p:blipFill rotWithShape="1">
          <a:blip r:embed="rId5"/>
          <a:srcRect l="15779" t="23278" r="53129"/>
          <a:stretch/>
        </p:blipFill>
        <p:spPr>
          <a:xfrm>
            <a:off x="9578" y="1596390"/>
            <a:ext cx="3218431" cy="5261610"/>
          </a:xfrm>
          <a:prstGeom prst="homePlate">
            <a:avLst>
              <a:gd name="adj" fmla="val 17287"/>
            </a:avLst>
          </a:prstGeom>
        </p:spPr>
      </p:pic>
      <p:sp>
        <p:nvSpPr>
          <p:cNvPr id="16" name="Arrow: Pentagon 15">
            <a:extLst>
              <a:ext uri="{FF2B5EF4-FFF2-40B4-BE49-F238E27FC236}">
                <a16:creationId xmlns:a16="http://schemas.microsoft.com/office/drawing/2014/main" id="{083D0516-36D0-42EE-8D26-89C5F13C971D}"/>
              </a:ext>
            </a:extLst>
          </p:cNvPr>
          <p:cNvSpPr/>
          <p:nvPr/>
        </p:nvSpPr>
        <p:spPr>
          <a:xfrm>
            <a:off x="0" y="1596390"/>
            <a:ext cx="3250552" cy="5261610"/>
          </a:xfrm>
          <a:prstGeom prst="homePlate">
            <a:avLst>
              <a:gd name="adj" fmla="val 17476"/>
            </a:avLst>
          </a:prstGeom>
          <a:solidFill>
            <a:schemeClr val="accent4">
              <a:lumMod val="7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itle 1">
            <a:extLst>
              <a:ext uri="{FF2B5EF4-FFF2-40B4-BE49-F238E27FC236}">
                <a16:creationId xmlns:a16="http://schemas.microsoft.com/office/drawing/2014/main" id="{26C15FDF-36C0-4AAD-B8F6-D1EA1346661C}"/>
              </a:ext>
            </a:extLst>
          </p:cNvPr>
          <p:cNvSpPr>
            <a:spLocks noGrp="1"/>
          </p:cNvSpPr>
          <p:nvPr>
            <p:ph type="title"/>
          </p:nvPr>
        </p:nvSpPr>
        <p:spPr>
          <a:xfrm>
            <a:off x="442913" y="384048"/>
            <a:ext cx="11542254" cy="841248"/>
          </a:xfrm>
        </p:spPr>
        <p:txBody>
          <a:bodyPr vert="horz"/>
          <a:lstStyle/>
          <a:p>
            <a:pPr algn="r" rtl="1"/>
            <a:r>
              <a:rPr lang="ar-SA" dirty="0">
                <a:cs typeface="Arial" charset="0"/>
              </a:rPr>
              <a:t>يسعى المركز الوطني لإدارة النفايات إلى إنشاء وحدة متخصصة في دعم وإنجاز مبادرات المركز والمساهمة في تنسيق المشاريع والحد من مشاكل التنفيذ</a:t>
            </a:r>
          </a:p>
        </p:txBody>
      </p:sp>
      <p:sp>
        <p:nvSpPr>
          <p:cNvPr id="19" name="Subtitle 2">
            <a:extLst>
              <a:ext uri="{FF2B5EF4-FFF2-40B4-BE49-F238E27FC236}">
                <a16:creationId xmlns:a16="http://schemas.microsoft.com/office/drawing/2014/main" id="{D34D811F-2517-4037-9710-2B8775C8321E}"/>
              </a:ext>
            </a:extLst>
          </p:cNvPr>
          <p:cNvSpPr>
            <a:spLocks noGrp="1"/>
          </p:cNvSpPr>
          <p:nvPr>
            <p:ph type="subTitle" idx="1"/>
          </p:nvPr>
        </p:nvSpPr>
        <p:spPr>
          <a:xfrm>
            <a:off x="442913" y="1276212"/>
            <a:ext cx="11306173" cy="320177"/>
          </a:xfrm>
        </p:spPr>
        <p:txBody>
          <a:bodyPr/>
          <a:lstStyle/>
          <a:p>
            <a:pPr algn="r" rtl="1"/>
            <a:r>
              <a:rPr lang="ar-SA" dirty="0">
                <a:cs typeface="Arial" charset="0"/>
              </a:rPr>
              <a:t>أهداف وحدة الإنجاز ودعم مبادرات المركز</a:t>
            </a:r>
          </a:p>
        </p:txBody>
      </p:sp>
      <p:sp>
        <p:nvSpPr>
          <p:cNvPr id="20" name="Rectangle 19">
            <a:extLst>
              <a:ext uri="{FF2B5EF4-FFF2-40B4-BE49-F238E27FC236}">
                <a16:creationId xmlns:a16="http://schemas.microsoft.com/office/drawing/2014/main" id="{4E950AA9-4326-48B8-B3B5-CFB6AA03254F}"/>
              </a:ext>
            </a:extLst>
          </p:cNvPr>
          <p:cNvSpPr/>
          <p:nvPr/>
        </p:nvSpPr>
        <p:spPr>
          <a:xfrm>
            <a:off x="18900" y="3381436"/>
            <a:ext cx="2942256" cy="20993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2000" dirty="0">
                <a:solidFill>
                  <a:schemeClr val="bg1"/>
                </a:solidFill>
                <a:cs typeface="Arial" charset="0"/>
              </a:rPr>
              <a:t>يتطلع المركز إلى تأسيس </a:t>
            </a:r>
            <a:r>
              <a:rPr lang="ar-SA" sz="2000" b="1" dirty="0">
                <a:solidFill>
                  <a:schemeClr val="bg1"/>
                </a:solidFill>
                <a:cs typeface="Arial" charset="0"/>
              </a:rPr>
              <a:t>وحدة لدعم تنفيذ المبادرات</a:t>
            </a:r>
            <a:r>
              <a:rPr lang="ar-SA" sz="2000" dirty="0">
                <a:solidFill>
                  <a:schemeClr val="bg1"/>
                </a:solidFill>
                <a:cs typeface="Arial" charset="0"/>
              </a:rPr>
              <a:t>، تتولى توفير </a:t>
            </a:r>
            <a:r>
              <a:rPr lang="ar-SA" sz="2000" b="1" dirty="0">
                <a:solidFill>
                  <a:schemeClr val="bg1"/>
                </a:solidFill>
                <a:cs typeface="Arial" charset="0"/>
              </a:rPr>
              <a:t>الممكّنات الاستراتيجية والتشغيلية اللازمة لتنفيذ</a:t>
            </a:r>
            <a:r>
              <a:rPr lang="ar-SA" sz="2000" dirty="0">
                <a:solidFill>
                  <a:schemeClr val="bg1"/>
                </a:solidFill>
                <a:cs typeface="Arial" charset="0"/>
              </a:rPr>
              <a:t> المشاريع ذات الأولوية</a:t>
            </a:r>
          </a:p>
        </p:txBody>
      </p:sp>
      <p:pic>
        <p:nvPicPr>
          <p:cNvPr id="1032" name="Picture 8" descr="Light bulb ">
            <a:extLst>
              <a:ext uri="{FF2B5EF4-FFF2-40B4-BE49-F238E27FC236}">
                <a16:creationId xmlns:a16="http://schemas.microsoft.com/office/drawing/2014/main" id="{4FBC0883-2D5A-4279-9D8A-4474D8CAAC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21" y="1754491"/>
            <a:ext cx="916004" cy="916004"/>
          </a:xfrm>
          <a:prstGeom prst="rect">
            <a:avLst/>
          </a:prstGeom>
          <a:noFill/>
          <a:extLst>
            <a:ext uri="{909E8E84-426E-40DD-AFC4-6F175D3DCCD1}">
              <a14:hiddenFill xmlns:a14="http://schemas.microsoft.com/office/drawing/2010/main">
                <a:solidFill>
                  <a:srgbClr val="FFFFFF"/>
                </a:solidFill>
              </a14:hiddenFill>
            </a:ext>
          </a:extLst>
        </p:spPr>
      </p:pic>
      <p:sp>
        <p:nvSpPr>
          <p:cNvPr id="42" name="Google Shape;2694;p12">
            <a:extLst>
              <a:ext uri="{FF2B5EF4-FFF2-40B4-BE49-F238E27FC236}">
                <a16:creationId xmlns:a16="http://schemas.microsoft.com/office/drawing/2014/main" id="{820EF9E5-8E33-43BB-9E0C-AA0628401205}"/>
              </a:ext>
            </a:extLst>
          </p:cNvPr>
          <p:cNvSpPr/>
          <p:nvPr/>
        </p:nvSpPr>
        <p:spPr>
          <a:xfrm>
            <a:off x="4654127" y="4340796"/>
            <a:ext cx="7002082" cy="254859"/>
          </a:xfrm>
          <a:custGeom>
            <a:avLst/>
            <a:gdLst/>
            <a:ahLst/>
            <a:cxnLst/>
            <a:rect l="l" t="t" r="r" b="b"/>
            <a:pathLst>
              <a:path w="9531667" h="254859" extrusionOk="0">
                <a:moveTo>
                  <a:pt x="0" y="0"/>
                </a:moveTo>
                <a:lnTo>
                  <a:pt x="9531667" y="0"/>
                </a:lnTo>
                <a:lnTo>
                  <a:pt x="9531667" y="254859"/>
                </a:lnTo>
                <a:lnTo>
                  <a:pt x="209770" y="254859"/>
                </a:lnTo>
                <a:lnTo>
                  <a:pt x="0" y="8697"/>
                </a:lnTo>
                <a:close/>
              </a:path>
            </a:pathLst>
          </a:custGeom>
          <a:solidFill>
            <a:srgbClr val="DEDEDE"/>
          </a:solidFill>
          <a:ln>
            <a:noFill/>
          </a:ln>
        </p:spPr>
        <p:txBody>
          <a:bodyPr spcFirstLastPara="1" wrap="square" lIns="365750" tIns="0" rIns="91425" bIns="0" anchor="ctr" anchorCtr="0">
            <a:noAutofit/>
          </a:bodyPr>
          <a:lstStyle/>
          <a:p>
            <a:pPr marL="0" marR="0" lvl="0" indent="0" algn="r" defTabSz="898798" rtl="1" eaLnBrk="1" fontAlgn="auto" latinLnBrk="0" hangingPunct="1">
              <a:lnSpc>
                <a:spcPct val="95000"/>
              </a:lnSpc>
              <a:spcBef>
                <a:spcPts val="0"/>
              </a:spcBef>
              <a:spcAft>
                <a:spcPts val="0"/>
              </a:spcAft>
              <a:buClrTx/>
              <a:buSzTx/>
              <a:buFontTx/>
              <a:buNone/>
              <a:tabLst/>
              <a:defRPr/>
            </a:pPr>
            <a:r>
              <a:rPr kumimoji="0" lang="ar-SA" sz="1600" b="1" strike="noStrike" kern="1200" cap="none" spc="0" normalizeH="0" noProof="0" dirty="0">
                <a:ln>
                  <a:noFill/>
                </a:ln>
                <a:solidFill>
                  <a:srgbClr val="464646"/>
                </a:solidFill>
                <a:effectLst/>
                <a:uLnTx/>
                <a:uFillTx/>
                <a:latin typeface="Arial"/>
                <a:ea typeface="Arial"/>
                <a:cs typeface="Arial"/>
                <a:sym typeface="Arial"/>
              </a:rPr>
              <a:t>الأهداف التشغيلية الرئيسية</a:t>
            </a:r>
          </a:p>
        </p:txBody>
      </p:sp>
      <p:sp>
        <p:nvSpPr>
          <p:cNvPr id="43" name="Google Shape;2695;p12">
            <a:extLst>
              <a:ext uri="{FF2B5EF4-FFF2-40B4-BE49-F238E27FC236}">
                <a16:creationId xmlns:a16="http://schemas.microsoft.com/office/drawing/2014/main" id="{C13809CE-4C38-449B-B100-A276D005FECD}"/>
              </a:ext>
            </a:extLst>
          </p:cNvPr>
          <p:cNvSpPr/>
          <p:nvPr/>
        </p:nvSpPr>
        <p:spPr>
          <a:xfrm>
            <a:off x="3282441" y="4272215"/>
            <a:ext cx="972752" cy="1240382"/>
          </a:xfrm>
          <a:custGeom>
            <a:avLst/>
            <a:gdLst/>
            <a:ahLst/>
            <a:cxnLst/>
            <a:rect l="l" t="t" r="r" b="b"/>
            <a:pathLst>
              <a:path w="393260" h="361760" extrusionOk="0">
                <a:moveTo>
                  <a:pt x="0" y="361760"/>
                </a:moveTo>
                <a:lnTo>
                  <a:pt x="393260" y="361760"/>
                </a:lnTo>
                <a:lnTo>
                  <a:pt x="121634" y="0"/>
                </a:lnTo>
                <a:lnTo>
                  <a:pt x="0" y="361760"/>
                </a:lnTo>
                <a:close/>
              </a:path>
            </a:pathLst>
          </a:custGeom>
          <a:solidFill>
            <a:srgbClr val="DEDEDE"/>
          </a:solidFill>
          <a:ln>
            <a:noFill/>
          </a:ln>
        </p:spPr>
        <p:txBody>
          <a:bodyPr spcFirstLastPara="1" wrap="square" lIns="91425" tIns="45700" rIns="91425" bIns="45700" anchor="b"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sz="13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44" name="Google Shape;2696;p12">
            <a:extLst>
              <a:ext uri="{FF2B5EF4-FFF2-40B4-BE49-F238E27FC236}">
                <a16:creationId xmlns:a16="http://schemas.microsoft.com/office/drawing/2014/main" id="{DBF06E9B-A74A-4657-8163-E7BB2A7F713B}"/>
              </a:ext>
            </a:extLst>
          </p:cNvPr>
          <p:cNvGrpSpPr/>
          <p:nvPr/>
        </p:nvGrpSpPr>
        <p:grpSpPr>
          <a:xfrm>
            <a:off x="3594737" y="4281022"/>
            <a:ext cx="8390432" cy="2097713"/>
            <a:chOff x="775313" y="1742768"/>
            <a:chExt cx="10973775" cy="1946194"/>
          </a:xfrm>
        </p:grpSpPr>
        <p:sp>
          <p:nvSpPr>
            <p:cNvPr id="45" name="Google Shape;2697;p12">
              <a:extLst>
                <a:ext uri="{FF2B5EF4-FFF2-40B4-BE49-F238E27FC236}">
                  <a16:creationId xmlns:a16="http://schemas.microsoft.com/office/drawing/2014/main" id="{4BE4C8F0-DF60-4DCC-9F15-2B7020690471}"/>
                </a:ext>
              </a:extLst>
            </p:cNvPr>
            <p:cNvSpPr/>
            <p:nvPr/>
          </p:nvSpPr>
          <p:spPr>
            <a:xfrm>
              <a:off x="3985170" y="2412719"/>
              <a:ext cx="7763917" cy="1276243"/>
            </a:xfrm>
            <a:custGeom>
              <a:avLst/>
              <a:gdLst/>
              <a:ahLst/>
              <a:cxnLst/>
              <a:rect l="l" t="t" r="r" b="b"/>
              <a:pathLst>
                <a:path w="176" h="397" extrusionOk="0">
                  <a:moveTo>
                    <a:pt x="0" y="397"/>
                  </a:moveTo>
                  <a:lnTo>
                    <a:pt x="176" y="397"/>
                  </a:lnTo>
                  <a:lnTo>
                    <a:pt x="176" y="0"/>
                  </a:lnTo>
                </a:path>
              </a:pathLst>
            </a:custGeom>
            <a:noFill/>
            <a:ln w="19050" cap="rnd" cmpd="sng">
              <a:solidFill>
                <a:schemeClr val="accent5"/>
              </a:solidFill>
              <a:prstDash val="dot"/>
              <a:miter lim="800000"/>
              <a:headEnd type="none" w="med" len="med"/>
              <a:tailEnd type="none" w="med" len="med"/>
            </a:ln>
          </p:spPr>
          <p:txBody>
            <a:bodyPr spcFirstLastPara="1" wrap="square" lIns="91425" tIns="45700" rIns="91425" bIns="45700" anchor="t"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6" name="Google Shape;2698;p12">
              <a:extLst>
                <a:ext uri="{FF2B5EF4-FFF2-40B4-BE49-F238E27FC236}">
                  <a16:creationId xmlns:a16="http://schemas.microsoft.com/office/drawing/2014/main" id="{F6F87B4C-30D4-4663-A49F-E26909452FA8}"/>
                </a:ext>
              </a:extLst>
            </p:cNvPr>
            <p:cNvSpPr/>
            <p:nvPr/>
          </p:nvSpPr>
          <p:spPr>
            <a:xfrm rot="10800000" flipH="1">
              <a:off x="775313" y="1742768"/>
              <a:ext cx="10973775" cy="664963"/>
            </a:xfrm>
            <a:custGeom>
              <a:avLst/>
              <a:gdLst/>
              <a:ahLst/>
              <a:cxnLst/>
              <a:rect l="l" t="t" r="r" b="b"/>
              <a:pathLst>
                <a:path w="176" h="397" extrusionOk="0">
                  <a:moveTo>
                    <a:pt x="0" y="397"/>
                  </a:moveTo>
                  <a:lnTo>
                    <a:pt x="176" y="397"/>
                  </a:lnTo>
                  <a:lnTo>
                    <a:pt x="176" y="0"/>
                  </a:lnTo>
                </a:path>
              </a:pathLst>
            </a:custGeom>
            <a:noFill/>
            <a:ln w="19050" cap="rnd" cmpd="sng">
              <a:solidFill>
                <a:schemeClr val="accent5"/>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47" name="Google Shape;2699;p12">
            <a:extLst>
              <a:ext uri="{FF2B5EF4-FFF2-40B4-BE49-F238E27FC236}">
                <a16:creationId xmlns:a16="http://schemas.microsoft.com/office/drawing/2014/main" id="{62B4E6BB-3B18-4F8C-A736-E1118A5B6F90}"/>
              </a:ext>
            </a:extLst>
          </p:cNvPr>
          <p:cNvSpPr/>
          <p:nvPr/>
        </p:nvSpPr>
        <p:spPr>
          <a:xfrm>
            <a:off x="3579512" y="4272207"/>
            <a:ext cx="2637721" cy="2121767"/>
          </a:xfrm>
          <a:custGeom>
            <a:avLst/>
            <a:gdLst/>
            <a:ahLst/>
            <a:cxnLst/>
            <a:rect l="l" t="t" r="r" b="b"/>
            <a:pathLst>
              <a:path w="706183" h="416718" extrusionOk="0">
                <a:moveTo>
                  <a:pt x="0" y="0"/>
                </a:moveTo>
                <a:lnTo>
                  <a:pt x="288512" y="416719"/>
                </a:lnTo>
                <a:lnTo>
                  <a:pt x="706184" y="416719"/>
                </a:lnTo>
                <a:lnTo>
                  <a:pt x="308705" y="361760"/>
                </a:lnTo>
                <a:lnTo>
                  <a:pt x="0" y="0"/>
                </a:lnTo>
                <a:close/>
              </a:path>
            </a:pathLst>
          </a:custGeom>
          <a:solidFill>
            <a:srgbClr val="B4B4B4"/>
          </a:solidFill>
          <a:ln>
            <a:noFill/>
          </a:ln>
        </p:spPr>
        <p:txBody>
          <a:bodyPr spcFirstLastPara="1" wrap="square" lIns="91425" tIns="45700" rIns="91425" bIns="45700" anchor="ctr"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4" name="Google Shape;2686;p12">
            <a:extLst>
              <a:ext uri="{FF2B5EF4-FFF2-40B4-BE49-F238E27FC236}">
                <a16:creationId xmlns:a16="http://schemas.microsoft.com/office/drawing/2014/main" id="{0DD3ADFE-6A4B-4982-AE7F-9A5D1C386942}"/>
              </a:ext>
            </a:extLst>
          </p:cNvPr>
          <p:cNvSpPr/>
          <p:nvPr/>
        </p:nvSpPr>
        <p:spPr>
          <a:xfrm>
            <a:off x="4654127" y="2002444"/>
            <a:ext cx="7002082" cy="254859"/>
          </a:xfrm>
          <a:custGeom>
            <a:avLst/>
            <a:gdLst/>
            <a:ahLst/>
            <a:cxnLst/>
            <a:rect l="l" t="t" r="r" b="b"/>
            <a:pathLst>
              <a:path w="9531667" h="254859" extrusionOk="0">
                <a:moveTo>
                  <a:pt x="0" y="0"/>
                </a:moveTo>
                <a:lnTo>
                  <a:pt x="9531667" y="0"/>
                </a:lnTo>
                <a:lnTo>
                  <a:pt x="9531667" y="254859"/>
                </a:lnTo>
                <a:lnTo>
                  <a:pt x="209770" y="254859"/>
                </a:lnTo>
                <a:lnTo>
                  <a:pt x="0" y="8697"/>
                </a:lnTo>
                <a:close/>
              </a:path>
            </a:pathLst>
          </a:custGeom>
          <a:solidFill>
            <a:srgbClr val="F5CACA"/>
          </a:solidFill>
          <a:ln>
            <a:noFill/>
          </a:ln>
        </p:spPr>
        <p:txBody>
          <a:bodyPr spcFirstLastPara="1" wrap="square" lIns="365750" tIns="0" rIns="91425" bIns="0" anchor="ctr" anchorCtr="0">
            <a:noAutofit/>
          </a:bodyPr>
          <a:lstStyle/>
          <a:p>
            <a:pPr marL="0" marR="0" lvl="0" indent="0" algn="r" defTabSz="898798" rtl="1" eaLnBrk="1" fontAlgn="auto" latinLnBrk="0" hangingPunct="1">
              <a:lnSpc>
                <a:spcPct val="95000"/>
              </a:lnSpc>
              <a:spcBef>
                <a:spcPts val="0"/>
              </a:spcBef>
              <a:spcAft>
                <a:spcPts val="0"/>
              </a:spcAft>
              <a:buClrTx/>
              <a:buSzTx/>
              <a:buFontTx/>
              <a:buNone/>
              <a:tabLst/>
              <a:defRPr/>
            </a:pPr>
            <a:r>
              <a:rPr kumimoji="0" lang="ar-SA" sz="1600" b="1" strike="noStrike" kern="1200" cap="none" spc="0" normalizeH="0" noProof="0" dirty="0">
                <a:ln>
                  <a:noFill/>
                </a:ln>
                <a:solidFill>
                  <a:srgbClr val="A32020"/>
                </a:solidFill>
                <a:effectLst/>
                <a:uLnTx/>
                <a:uFillTx/>
                <a:latin typeface="Arial"/>
                <a:ea typeface="Arial"/>
                <a:cs typeface="Arial"/>
                <a:sym typeface="Arial"/>
              </a:rPr>
              <a:t>الأهداف الاستراتيجية الرئيسية</a:t>
            </a:r>
          </a:p>
        </p:txBody>
      </p:sp>
      <p:grpSp>
        <p:nvGrpSpPr>
          <p:cNvPr id="36" name="Google Shape;2688;p12">
            <a:extLst>
              <a:ext uri="{FF2B5EF4-FFF2-40B4-BE49-F238E27FC236}">
                <a16:creationId xmlns:a16="http://schemas.microsoft.com/office/drawing/2014/main" id="{1BBCDD9E-9933-4D03-8564-7A8384494964}"/>
              </a:ext>
            </a:extLst>
          </p:cNvPr>
          <p:cNvGrpSpPr/>
          <p:nvPr/>
        </p:nvGrpSpPr>
        <p:grpSpPr>
          <a:xfrm>
            <a:off x="3594736" y="1942671"/>
            <a:ext cx="8390433" cy="2097712"/>
            <a:chOff x="775313" y="1742768"/>
            <a:chExt cx="10973775" cy="1946192"/>
          </a:xfrm>
        </p:grpSpPr>
        <p:sp>
          <p:nvSpPr>
            <p:cNvPr id="37" name="Google Shape;2689;p12">
              <a:extLst>
                <a:ext uri="{FF2B5EF4-FFF2-40B4-BE49-F238E27FC236}">
                  <a16:creationId xmlns:a16="http://schemas.microsoft.com/office/drawing/2014/main" id="{5BC84F85-9CC1-4EA2-AACD-566056EB1E71}"/>
                </a:ext>
              </a:extLst>
            </p:cNvPr>
            <p:cNvSpPr/>
            <p:nvPr/>
          </p:nvSpPr>
          <p:spPr>
            <a:xfrm>
              <a:off x="3985169" y="2412717"/>
              <a:ext cx="7763917" cy="1276243"/>
            </a:xfrm>
            <a:custGeom>
              <a:avLst/>
              <a:gdLst/>
              <a:ahLst/>
              <a:cxnLst/>
              <a:rect l="l" t="t" r="r" b="b"/>
              <a:pathLst>
                <a:path w="176" h="397" extrusionOk="0">
                  <a:moveTo>
                    <a:pt x="0" y="397"/>
                  </a:moveTo>
                  <a:lnTo>
                    <a:pt x="176" y="397"/>
                  </a:lnTo>
                  <a:lnTo>
                    <a:pt x="176" y="0"/>
                  </a:lnTo>
                </a:path>
              </a:pathLst>
            </a:custGeom>
            <a:noFill/>
            <a:ln w="19050" cap="rnd" cmpd="sng">
              <a:solidFill>
                <a:schemeClr val="accent1"/>
              </a:solidFill>
              <a:prstDash val="dot"/>
              <a:miter lim="800000"/>
              <a:headEnd type="none" w="med" len="med"/>
              <a:tailEnd type="none" w="med" len="med"/>
            </a:ln>
          </p:spPr>
          <p:txBody>
            <a:bodyPr spcFirstLastPara="1" wrap="square" lIns="91425" tIns="45700" rIns="91425" bIns="45700" anchor="t"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8" name="Google Shape;2690;p12">
              <a:extLst>
                <a:ext uri="{FF2B5EF4-FFF2-40B4-BE49-F238E27FC236}">
                  <a16:creationId xmlns:a16="http://schemas.microsoft.com/office/drawing/2014/main" id="{EE7DD39C-34B8-40F6-8CD3-BB45340B0218}"/>
                </a:ext>
              </a:extLst>
            </p:cNvPr>
            <p:cNvSpPr/>
            <p:nvPr/>
          </p:nvSpPr>
          <p:spPr>
            <a:xfrm rot="10800000" flipH="1">
              <a:off x="775313" y="1742768"/>
              <a:ext cx="10973775" cy="664963"/>
            </a:xfrm>
            <a:custGeom>
              <a:avLst/>
              <a:gdLst/>
              <a:ahLst/>
              <a:cxnLst/>
              <a:rect l="l" t="t" r="r" b="b"/>
              <a:pathLst>
                <a:path w="176" h="397" extrusionOk="0">
                  <a:moveTo>
                    <a:pt x="0" y="397"/>
                  </a:moveTo>
                  <a:lnTo>
                    <a:pt x="176" y="397"/>
                  </a:lnTo>
                  <a:lnTo>
                    <a:pt x="176" y="0"/>
                  </a:lnTo>
                </a:path>
              </a:pathLst>
            </a:custGeom>
            <a:noFill/>
            <a:ln w="19050" cap="rnd" cmpd="sng">
              <a:solidFill>
                <a:schemeClr val="accent1"/>
              </a:solidFill>
              <a:prstDash val="solid"/>
              <a:miter lim="800000"/>
              <a:headEnd type="none" w="med" len="med"/>
              <a:tailEnd type="none" w="med" len="med"/>
            </a:ln>
          </p:spPr>
          <p:txBody>
            <a:bodyPr spcFirstLastPara="1" wrap="square" lIns="91425" tIns="45700" rIns="91425" bIns="45700" anchor="t"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grpSp>
      <p:sp>
        <p:nvSpPr>
          <p:cNvPr id="39" name="Google Shape;2691;p12">
            <a:extLst>
              <a:ext uri="{FF2B5EF4-FFF2-40B4-BE49-F238E27FC236}">
                <a16:creationId xmlns:a16="http://schemas.microsoft.com/office/drawing/2014/main" id="{19C89F47-55A3-442C-89F0-7EFFAA551B8D}"/>
              </a:ext>
            </a:extLst>
          </p:cNvPr>
          <p:cNvSpPr/>
          <p:nvPr/>
        </p:nvSpPr>
        <p:spPr>
          <a:xfrm>
            <a:off x="3579512" y="1933855"/>
            <a:ext cx="2637721" cy="2121767"/>
          </a:xfrm>
          <a:custGeom>
            <a:avLst/>
            <a:gdLst/>
            <a:ahLst/>
            <a:cxnLst/>
            <a:rect l="l" t="t" r="r" b="b"/>
            <a:pathLst>
              <a:path w="706183" h="416718" extrusionOk="0">
                <a:moveTo>
                  <a:pt x="0" y="0"/>
                </a:moveTo>
                <a:lnTo>
                  <a:pt x="288512" y="416719"/>
                </a:lnTo>
                <a:lnTo>
                  <a:pt x="706184" y="416719"/>
                </a:lnTo>
                <a:lnTo>
                  <a:pt x="308705" y="361760"/>
                </a:lnTo>
                <a:lnTo>
                  <a:pt x="0" y="0"/>
                </a:lnTo>
                <a:close/>
              </a:path>
            </a:pathLst>
          </a:custGeom>
          <a:solidFill>
            <a:srgbClr val="DF6060"/>
          </a:solidFill>
          <a:ln>
            <a:noFill/>
          </a:ln>
        </p:spPr>
        <p:txBody>
          <a:bodyPr spcFirstLastPara="1" wrap="square" lIns="91425" tIns="45700" rIns="91425" bIns="45700" anchor="ctr" anchorCtr="0">
            <a:noAutofit/>
          </a:bodyPr>
          <a:lstStyle/>
          <a:p>
            <a:pPr marL="0" marR="0" lvl="0" indent="0" algn="l" defTabSz="898798" rtl="0" eaLnBrk="1" fontAlgn="auto" latinLnBrk="0" hangingPunct="1">
              <a:lnSpc>
                <a:spcPct val="95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50" name="Google Shape;2702;p12">
            <a:extLst>
              <a:ext uri="{FF2B5EF4-FFF2-40B4-BE49-F238E27FC236}">
                <a16:creationId xmlns:a16="http://schemas.microsoft.com/office/drawing/2014/main" id="{2A003C5B-E8C0-4E85-ADFC-FB24E90A12C6}"/>
              </a:ext>
            </a:extLst>
          </p:cNvPr>
          <p:cNvSpPr/>
          <p:nvPr/>
        </p:nvSpPr>
        <p:spPr>
          <a:xfrm>
            <a:off x="3432474" y="2523236"/>
            <a:ext cx="481407" cy="565094"/>
          </a:xfrm>
          <a:custGeom>
            <a:avLst/>
            <a:gdLst/>
            <a:ahLst/>
            <a:cxnLst/>
            <a:rect l="l" t="t" r="r" b="b"/>
            <a:pathLst>
              <a:path w="888" h="972" extrusionOk="0">
                <a:moveTo>
                  <a:pt x="491" y="487"/>
                </a:moveTo>
                <a:cubicBezTo>
                  <a:pt x="487" y="483"/>
                  <a:pt x="481" y="479"/>
                  <a:pt x="474" y="476"/>
                </a:cubicBezTo>
                <a:cubicBezTo>
                  <a:pt x="470" y="475"/>
                  <a:pt x="463" y="472"/>
                  <a:pt x="451" y="469"/>
                </a:cubicBezTo>
                <a:cubicBezTo>
                  <a:pt x="450" y="469"/>
                  <a:pt x="450" y="469"/>
                  <a:pt x="450" y="469"/>
                </a:cubicBezTo>
                <a:cubicBezTo>
                  <a:pt x="450" y="398"/>
                  <a:pt x="450" y="398"/>
                  <a:pt x="450" y="398"/>
                </a:cubicBezTo>
                <a:cubicBezTo>
                  <a:pt x="452" y="399"/>
                  <a:pt x="452" y="399"/>
                  <a:pt x="452" y="399"/>
                </a:cubicBezTo>
                <a:cubicBezTo>
                  <a:pt x="460" y="400"/>
                  <a:pt x="466" y="404"/>
                  <a:pt x="471" y="409"/>
                </a:cubicBezTo>
                <a:cubicBezTo>
                  <a:pt x="475" y="414"/>
                  <a:pt x="478" y="420"/>
                  <a:pt x="480" y="429"/>
                </a:cubicBezTo>
                <a:cubicBezTo>
                  <a:pt x="500" y="426"/>
                  <a:pt x="500" y="426"/>
                  <a:pt x="500" y="426"/>
                </a:cubicBezTo>
                <a:cubicBezTo>
                  <a:pt x="498" y="413"/>
                  <a:pt x="492" y="402"/>
                  <a:pt x="483" y="394"/>
                </a:cubicBezTo>
                <a:cubicBezTo>
                  <a:pt x="475" y="388"/>
                  <a:pt x="464" y="384"/>
                  <a:pt x="451" y="382"/>
                </a:cubicBezTo>
                <a:cubicBezTo>
                  <a:pt x="450" y="382"/>
                  <a:pt x="450" y="382"/>
                  <a:pt x="450" y="382"/>
                </a:cubicBezTo>
                <a:cubicBezTo>
                  <a:pt x="450" y="371"/>
                  <a:pt x="450" y="371"/>
                  <a:pt x="450" y="371"/>
                </a:cubicBezTo>
                <a:cubicBezTo>
                  <a:pt x="440" y="371"/>
                  <a:pt x="440" y="371"/>
                  <a:pt x="440" y="371"/>
                </a:cubicBezTo>
                <a:cubicBezTo>
                  <a:pt x="440" y="382"/>
                  <a:pt x="440" y="382"/>
                  <a:pt x="440" y="382"/>
                </a:cubicBezTo>
                <a:cubicBezTo>
                  <a:pt x="438" y="382"/>
                  <a:pt x="438" y="382"/>
                  <a:pt x="438" y="382"/>
                </a:cubicBezTo>
                <a:cubicBezTo>
                  <a:pt x="423" y="384"/>
                  <a:pt x="412" y="388"/>
                  <a:pt x="404" y="395"/>
                </a:cubicBezTo>
                <a:cubicBezTo>
                  <a:pt x="393" y="405"/>
                  <a:pt x="387" y="418"/>
                  <a:pt x="387" y="434"/>
                </a:cubicBezTo>
                <a:cubicBezTo>
                  <a:pt x="387" y="443"/>
                  <a:pt x="389" y="451"/>
                  <a:pt x="393" y="458"/>
                </a:cubicBezTo>
                <a:cubicBezTo>
                  <a:pt x="397" y="465"/>
                  <a:pt x="402" y="470"/>
                  <a:pt x="409" y="474"/>
                </a:cubicBezTo>
                <a:cubicBezTo>
                  <a:pt x="419" y="480"/>
                  <a:pt x="429" y="483"/>
                  <a:pt x="438" y="485"/>
                </a:cubicBezTo>
                <a:cubicBezTo>
                  <a:pt x="440" y="486"/>
                  <a:pt x="440" y="486"/>
                  <a:pt x="440" y="486"/>
                </a:cubicBezTo>
                <a:cubicBezTo>
                  <a:pt x="440" y="563"/>
                  <a:pt x="440" y="563"/>
                  <a:pt x="440" y="563"/>
                </a:cubicBezTo>
                <a:cubicBezTo>
                  <a:pt x="438" y="563"/>
                  <a:pt x="438" y="563"/>
                  <a:pt x="438" y="563"/>
                </a:cubicBezTo>
                <a:cubicBezTo>
                  <a:pt x="428" y="562"/>
                  <a:pt x="420" y="557"/>
                  <a:pt x="413" y="549"/>
                </a:cubicBezTo>
                <a:cubicBezTo>
                  <a:pt x="408" y="543"/>
                  <a:pt x="405" y="534"/>
                  <a:pt x="403" y="522"/>
                </a:cubicBezTo>
                <a:cubicBezTo>
                  <a:pt x="383" y="526"/>
                  <a:pt x="383" y="526"/>
                  <a:pt x="383" y="526"/>
                </a:cubicBezTo>
                <a:cubicBezTo>
                  <a:pt x="384" y="537"/>
                  <a:pt x="387" y="546"/>
                  <a:pt x="392" y="554"/>
                </a:cubicBezTo>
                <a:cubicBezTo>
                  <a:pt x="397" y="562"/>
                  <a:pt x="403" y="568"/>
                  <a:pt x="410" y="572"/>
                </a:cubicBezTo>
                <a:cubicBezTo>
                  <a:pt x="417" y="575"/>
                  <a:pt x="427" y="578"/>
                  <a:pt x="438" y="579"/>
                </a:cubicBezTo>
                <a:cubicBezTo>
                  <a:pt x="440" y="579"/>
                  <a:pt x="440" y="579"/>
                  <a:pt x="440" y="579"/>
                </a:cubicBezTo>
                <a:cubicBezTo>
                  <a:pt x="440" y="603"/>
                  <a:pt x="440" y="603"/>
                  <a:pt x="440" y="603"/>
                </a:cubicBezTo>
                <a:cubicBezTo>
                  <a:pt x="450" y="603"/>
                  <a:pt x="450" y="603"/>
                  <a:pt x="450" y="603"/>
                </a:cubicBezTo>
                <a:cubicBezTo>
                  <a:pt x="450" y="579"/>
                  <a:pt x="450" y="579"/>
                  <a:pt x="450" y="579"/>
                </a:cubicBezTo>
                <a:cubicBezTo>
                  <a:pt x="451" y="579"/>
                  <a:pt x="451" y="579"/>
                  <a:pt x="451" y="579"/>
                </a:cubicBezTo>
                <a:cubicBezTo>
                  <a:pt x="467" y="578"/>
                  <a:pt x="480" y="573"/>
                  <a:pt x="490" y="562"/>
                </a:cubicBezTo>
                <a:cubicBezTo>
                  <a:pt x="500" y="552"/>
                  <a:pt x="505" y="539"/>
                  <a:pt x="505" y="523"/>
                </a:cubicBezTo>
                <a:cubicBezTo>
                  <a:pt x="505" y="516"/>
                  <a:pt x="504" y="509"/>
                  <a:pt x="501" y="503"/>
                </a:cubicBezTo>
                <a:cubicBezTo>
                  <a:pt x="499" y="497"/>
                  <a:pt x="496" y="492"/>
                  <a:pt x="491" y="487"/>
                </a:cubicBezTo>
                <a:close/>
                <a:moveTo>
                  <a:pt x="440" y="467"/>
                </a:moveTo>
                <a:cubicBezTo>
                  <a:pt x="437" y="466"/>
                  <a:pt x="437" y="466"/>
                  <a:pt x="437" y="466"/>
                </a:cubicBezTo>
                <a:cubicBezTo>
                  <a:pt x="426" y="463"/>
                  <a:pt x="418" y="459"/>
                  <a:pt x="414" y="453"/>
                </a:cubicBezTo>
                <a:cubicBezTo>
                  <a:pt x="409" y="447"/>
                  <a:pt x="407" y="440"/>
                  <a:pt x="407" y="432"/>
                </a:cubicBezTo>
                <a:cubicBezTo>
                  <a:pt x="407" y="423"/>
                  <a:pt x="409" y="416"/>
                  <a:pt x="415" y="410"/>
                </a:cubicBezTo>
                <a:cubicBezTo>
                  <a:pt x="420" y="404"/>
                  <a:pt x="428" y="400"/>
                  <a:pt x="438" y="398"/>
                </a:cubicBezTo>
                <a:cubicBezTo>
                  <a:pt x="440" y="398"/>
                  <a:pt x="440" y="398"/>
                  <a:pt x="440" y="398"/>
                </a:cubicBezTo>
                <a:lnTo>
                  <a:pt x="440" y="467"/>
                </a:lnTo>
                <a:close/>
                <a:moveTo>
                  <a:pt x="475" y="551"/>
                </a:moveTo>
                <a:cubicBezTo>
                  <a:pt x="469" y="558"/>
                  <a:pt x="461" y="562"/>
                  <a:pt x="452" y="563"/>
                </a:cubicBezTo>
                <a:cubicBezTo>
                  <a:pt x="450" y="563"/>
                  <a:pt x="450" y="563"/>
                  <a:pt x="450" y="563"/>
                </a:cubicBezTo>
                <a:cubicBezTo>
                  <a:pt x="450" y="488"/>
                  <a:pt x="450" y="488"/>
                  <a:pt x="450" y="488"/>
                </a:cubicBezTo>
                <a:cubicBezTo>
                  <a:pt x="452" y="489"/>
                  <a:pt x="452" y="489"/>
                  <a:pt x="452" y="489"/>
                </a:cubicBezTo>
                <a:cubicBezTo>
                  <a:pt x="465" y="493"/>
                  <a:pt x="474" y="497"/>
                  <a:pt x="478" y="503"/>
                </a:cubicBezTo>
                <a:cubicBezTo>
                  <a:pt x="483" y="508"/>
                  <a:pt x="485" y="516"/>
                  <a:pt x="485" y="525"/>
                </a:cubicBezTo>
                <a:cubicBezTo>
                  <a:pt x="485" y="535"/>
                  <a:pt x="482" y="544"/>
                  <a:pt x="475" y="551"/>
                </a:cubicBezTo>
                <a:close/>
                <a:moveTo>
                  <a:pt x="396" y="319"/>
                </a:moveTo>
                <a:cubicBezTo>
                  <a:pt x="395" y="314"/>
                  <a:pt x="398" y="309"/>
                  <a:pt x="403" y="308"/>
                </a:cubicBezTo>
                <a:cubicBezTo>
                  <a:pt x="409" y="306"/>
                  <a:pt x="414" y="310"/>
                  <a:pt x="415" y="315"/>
                </a:cubicBezTo>
                <a:cubicBezTo>
                  <a:pt x="416" y="320"/>
                  <a:pt x="413" y="325"/>
                  <a:pt x="408" y="327"/>
                </a:cubicBezTo>
                <a:cubicBezTo>
                  <a:pt x="407" y="327"/>
                  <a:pt x="406" y="327"/>
                  <a:pt x="405" y="327"/>
                </a:cubicBezTo>
                <a:cubicBezTo>
                  <a:pt x="401" y="327"/>
                  <a:pt x="397" y="324"/>
                  <a:pt x="396" y="319"/>
                </a:cubicBezTo>
                <a:close/>
                <a:moveTo>
                  <a:pt x="474" y="315"/>
                </a:moveTo>
                <a:cubicBezTo>
                  <a:pt x="475" y="310"/>
                  <a:pt x="480" y="306"/>
                  <a:pt x="486" y="308"/>
                </a:cubicBezTo>
                <a:cubicBezTo>
                  <a:pt x="491" y="309"/>
                  <a:pt x="494" y="314"/>
                  <a:pt x="493" y="319"/>
                </a:cubicBezTo>
                <a:cubicBezTo>
                  <a:pt x="492" y="324"/>
                  <a:pt x="488" y="327"/>
                  <a:pt x="484" y="327"/>
                </a:cubicBezTo>
                <a:cubicBezTo>
                  <a:pt x="483" y="327"/>
                  <a:pt x="482" y="327"/>
                  <a:pt x="481" y="327"/>
                </a:cubicBezTo>
                <a:cubicBezTo>
                  <a:pt x="476" y="326"/>
                  <a:pt x="473" y="320"/>
                  <a:pt x="474" y="315"/>
                </a:cubicBezTo>
                <a:close/>
                <a:moveTo>
                  <a:pt x="434" y="313"/>
                </a:moveTo>
                <a:cubicBezTo>
                  <a:pt x="434" y="307"/>
                  <a:pt x="439" y="303"/>
                  <a:pt x="444" y="303"/>
                </a:cubicBezTo>
                <a:cubicBezTo>
                  <a:pt x="444" y="303"/>
                  <a:pt x="444" y="303"/>
                  <a:pt x="444" y="303"/>
                </a:cubicBezTo>
                <a:cubicBezTo>
                  <a:pt x="445" y="303"/>
                  <a:pt x="445" y="303"/>
                  <a:pt x="445" y="303"/>
                </a:cubicBezTo>
                <a:cubicBezTo>
                  <a:pt x="450" y="303"/>
                  <a:pt x="455" y="307"/>
                  <a:pt x="455" y="313"/>
                </a:cubicBezTo>
                <a:cubicBezTo>
                  <a:pt x="455" y="318"/>
                  <a:pt x="450" y="323"/>
                  <a:pt x="445" y="323"/>
                </a:cubicBezTo>
                <a:cubicBezTo>
                  <a:pt x="445" y="323"/>
                  <a:pt x="445" y="323"/>
                  <a:pt x="444" y="323"/>
                </a:cubicBezTo>
                <a:cubicBezTo>
                  <a:pt x="444" y="323"/>
                  <a:pt x="444" y="323"/>
                  <a:pt x="444" y="323"/>
                </a:cubicBezTo>
                <a:cubicBezTo>
                  <a:pt x="439" y="323"/>
                  <a:pt x="434" y="318"/>
                  <a:pt x="434" y="313"/>
                </a:cubicBezTo>
                <a:close/>
                <a:moveTo>
                  <a:pt x="343" y="345"/>
                </a:moveTo>
                <a:cubicBezTo>
                  <a:pt x="347" y="349"/>
                  <a:pt x="346" y="355"/>
                  <a:pt x="342" y="358"/>
                </a:cubicBezTo>
                <a:cubicBezTo>
                  <a:pt x="340" y="360"/>
                  <a:pt x="338" y="361"/>
                  <a:pt x="336" y="361"/>
                </a:cubicBezTo>
                <a:cubicBezTo>
                  <a:pt x="333" y="361"/>
                  <a:pt x="330" y="359"/>
                  <a:pt x="328" y="357"/>
                </a:cubicBezTo>
                <a:cubicBezTo>
                  <a:pt x="325" y="353"/>
                  <a:pt x="325" y="346"/>
                  <a:pt x="329" y="343"/>
                </a:cubicBezTo>
                <a:cubicBezTo>
                  <a:pt x="334" y="340"/>
                  <a:pt x="340" y="340"/>
                  <a:pt x="343" y="345"/>
                </a:cubicBezTo>
                <a:close/>
                <a:moveTo>
                  <a:pt x="415" y="659"/>
                </a:moveTo>
                <a:cubicBezTo>
                  <a:pt x="414" y="664"/>
                  <a:pt x="409" y="667"/>
                  <a:pt x="405" y="667"/>
                </a:cubicBezTo>
                <a:cubicBezTo>
                  <a:pt x="404" y="667"/>
                  <a:pt x="403" y="667"/>
                  <a:pt x="403" y="666"/>
                </a:cubicBezTo>
                <a:cubicBezTo>
                  <a:pt x="397" y="665"/>
                  <a:pt x="394" y="660"/>
                  <a:pt x="395" y="655"/>
                </a:cubicBezTo>
                <a:cubicBezTo>
                  <a:pt x="397" y="649"/>
                  <a:pt x="402" y="646"/>
                  <a:pt x="407" y="647"/>
                </a:cubicBezTo>
                <a:cubicBezTo>
                  <a:pt x="412" y="648"/>
                  <a:pt x="416" y="654"/>
                  <a:pt x="415" y="659"/>
                </a:cubicBezTo>
                <a:close/>
                <a:moveTo>
                  <a:pt x="377" y="648"/>
                </a:moveTo>
                <a:cubicBezTo>
                  <a:pt x="375" y="652"/>
                  <a:pt x="372" y="654"/>
                  <a:pt x="368" y="654"/>
                </a:cubicBezTo>
                <a:cubicBezTo>
                  <a:pt x="367" y="654"/>
                  <a:pt x="365" y="653"/>
                  <a:pt x="364" y="653"/>
                </a:cubicBezTo>
                <a:cubicBezTo>
                  <a:pt x="359" y="650"/>
                  <a:pt x="357" y="644"/>
                  <a:pt x="359" y="640"/>
                </a:cubicBezTo>
                <a:cubicBezTo>
                  <a:pt x="362" y="635"/>
                  <a:pt x="368" y="633"/>
                  <a:pt x="373" y="635"/>
                </a:cubicBezTo>
                <a:cubicBezTo>
                  <a:pt x="377" y="637"/>
                  <a:pt x="379" y="643"/>
                  <a:pt x="377" y="648"/>
                </a:cubicBezTo>
                <a:close/>
                <a:moveTo>
                  <a:pt x="341" y="615"/>
                </a:moveTo>
                <a:cubicBezTo>
                  <a:pt x="346" y="619"/>
                  <a:pt x="346" y="625"/>
                  <a:pt x="343" y="629"/>
                </a:cubicBezTo>
                <a:cubicBezTo>
                  <a:pt x="341" y="632"/>
                  <a:pt x="338" y="633"/>
                  <a:pt x="335" y="633"/>
                </a:cubicBezTo>
                <a:cubicBezTo>
                  <a:pt x="333" y="633"/>
                  <a:pt x="331" y="632"/>
                  <a:pt x="329" y="631"/>
                </a:cubicBezTo>
                <a:cubicBezTo>
                  <a:pt x="325" y="627"/>
                  <a:pt x="324" y="621"/>
                  <a:pt x="328" y="617"/>
                </a:cubicBezTo>
                <a:cubicBezTo>
                  <a:pt x="331" y="613"/>
                  <a:pt x="337" y="612"/>
                  <a:pt x="341" y="615"/>
                </a:cubicBezTo>
                <a:close/>
                <a:moveTo>
                  <a:pt x="296" y="558"/>
                </a:moveTo>
                <a:cubicBezTo>
                  <a:pt x="298" y="563"/>
                  <a:pt x="296" y="569"/>
                  <a:pt x="291" y="571"/>
                </a:cubicBezTo>
                <a:cubicBezTo>
                  <a:pt x="290" y="572"/>
                  <a:pt x="288" y="572"/>
                  <a:pt x="287" y="572"/>
                </a:cubicBezTo>
                <a:cubicBezTo>
                  <a:pt x="283" y="572"/>
                  <a:pt x="280" y="570"/>
                  <a:pt x="278" y="567"/>
                </a:cubicBezTo>
                <a:cubicBezTo>
                  <a:pt x="276" y="562"/>
                  <a:pt x="278" y="556"/>
                  <a:pt x="283" y="553"/>
                </a:cubicBezTo>
                <a:cubicBezTo>
                  <a:pt x="288" y="551"/>
                  <a:pt x="294" y="553"/>
                  <a:pt x="296" y="558"/>
                </a:cubicBezTo>
                <a:close/>
                <a:moveTo>
                  <a:pt x="270" y="497"/>
                </a:moveTo>
                <a:cubicBezTo>
                  <a:pt x="264" y="497"/>
                  <a:pt x="260" y="492"/>
                  <a:pt x="260" y="487"/>
                </a:cubicBezTo>
                <a:cubicBezTo>
                  <a:pt x="260" y="481"/>
                  <a:pt x="264" y="477"/>
                  <a:pt x="270" y="477"/>
                </a:cubicBezTo>
                <a:cubicBezTo>
                  <a:pt x="275" y="477"/>
                  <a:pt x="280" y="481"/>
                  <a:pt x="280" y="487"/>
                </a:cubicBezTo>
                <a:cubicBezTo>
                  <a:pt x="280" y="492"/>
                  <a:pt x="275" y="497"/>
                  <a:pt x="270" y="497"/>
                </a:cubicBezTo>
                <a:close/>
                <a:moveTo>
                  <a:pt x="265" y="446"/>
                </a:moveTo>
                <a:cubicBezTo>
                  <a:pt x="266" y="441"/>
                  <a:pt x="271" y="437"/>
                  <a:pt x="276" y="438"/>
                </a:cubicBezTo>
                <a:cubicBezTo>
                  <a:pt x="282" y="440"/>
                  <a:pt x="285" y="445"/>
                  <a:pt x="284" y="450"/>
                </a:cubicBezTo>
                <a:cubicBezTo>
                  <a:pt x="283" y="455"/>
                  <a:pt x="279" y="458"/>
                  <a:pt x="274" y="458"/>
                </a:cubicBezTo>
                <a:cubicBezTo>
                  <a:pt x="274" y="458"/>
                  <a:pt x="273" y="458"/>
                  <a:pt x="272" y="458"/>
                </a:cubicBezTo>
                <a:cubicBezTo>
                  <a:pt x="267" y="456"/>
                  <a:pt x="264" y="451"/>
                  <a:pt x="265" y="446"/>
                </a:cubicBezTo>
                <a:close/>
                <a:moveTo>
                  <a:pt x="276" y="535"/>
                </a:moveTo>
                <a:cubicBezTo>
                  <a:pt x="276" y="535"/>
                  <a:pt x="275" y="535"/>
                  <a:pt x="274" y="535"/>
                </a:cubicBezTo>
                <a:cubicBezTo>
                  <a:pt x="270" y="535"/>
                  <a:pt x="266" y="532"/>
                  <a:pt x="265" y="528"/>
                </a:cubicBezTo>
                <a:cubicBezTo>
                  <a:pt x="263" y="522"/>
                  <a:pt x="267" y="517"/>
                  <a:pt x="272" y="516"/>
                </a:cubicBezTo>
                <a:cubicBezTo>
                  <a:pt x="277" y="515"/>
                  <a:pt x="283" y="518"/>
                  <a:pt x="284" y="523"/>
                </a:cubicBezTo>
                <a:cubicBezTo>
                  <a:pt x="285" y="529"/>
                  <a:pt x="282" y="534"/>
                  <a:pt x="276" y="535"/>
                </a:cubicBezTo>
                <a:close/>
                <a:moveTo>
                  <a:pt x="314" y="371"/>
                </a:moveTo>
                <a:cubicBezTo>
                  <a:pt x="318" y="374"/>
                  <a:pt x="319" y="380"/>
                  <a:pt x="316" y="384"/>
                </a:cubicBezTo>
                <a:cubicBezTo>
                  <a:pt x="314" y="387"/>
                  <a:pt x="311" y="388"/>
                  <a:pt x="308" y="388"/>
                </a:cubicBezTo>
                <a:cubicBezTo>
                  <a:pt x="306" y="388"/>
                  <a:pt x="304" y="387"/>
                  <a:pt x="302" y="386"/>
                </a:cubicBezTo>
                <a:cubicBezTo>
                  <a:pt x="298" y="383"/>
                  <a:pt x="297" y="376"/>
                  <a:pt x="300" y="372"/>
                </a:cubicBezTo>
                <a:cubicBezTo>
                  <a:pt x="304" y="368"/>
                  <a:pt x="310" y="367"/>
                  <a:pt x="314" y="371"/>
                </a:cubicBezTo>
                <a:close/>
                <a:moveTo>
                  <a:pt x="296" y="415"/>
                </a:moveTo>
                <a:cubicBezTo>
                  <a:pt x="294" y="419"/>
                  <a:pt x="291" y="421"/>
                  <a:pt x="287" y="421"/>
                </a:cubicBezTo>
                <a:cubicBezTo>
                  <a:pt x="286" y="421"/>
                  <a:pt x="284" y="421"/>
                  <a:pt x="283" y="420"/>
                </a:cubicBezTo>
                <a:cubicBezTo>
                  <a:pt x="278" y="418"/>
                  <a:pt x="276" y="412"/>
                  <a:pt x="278" y="407"/>
                </a:cubicBezTo>
                <a:cubicBezTo>
                  <a:pt x="281" y="402"/>
                  <a:pt x="287" y="400"/>
                  <a:pt x="292" y="402"/>
                </a:cubicBezTo>
                <a:cubicBezTo>
                  <a:pt x="296" y="405"/>
                  <a:pt x="298" y="411"/>
                  <a:pt x="296" y="415"/>
                </a:cubicBezTo>
                <a:close/>
                <a:moveTo>
                  <a:pt x="315" y="589"/>
                </a:moveTo>
                <a:cubicBezTo>
                  <a:pt x="319" y="593"/>
                  <a:pt x="318" y="600"/>
                  <a:pt x="314" y="603"/>
                </a:cubicBezTo>
                <a:cubicBezTo>
                  <a:pt x="312" y="604"/>
                  <a:pt x="310" y="605"/>
                  <a:pt x="308" y="605"/>
                </a:cubicBezTo>
                <a:cubicBezTo>
                  <a:pt x="305" y="605"/>
                  <a:pt x="302" y="604"/>
                  <a:pt x="300" y="601"/>
                </a:cubicBezTo>
                <a:cubicBezTo>
                  <a:pt x="297" y="597"/>
                  <a:pt x="297" y="591"/>
                  <a:pt x="302" y="588"/>
                </a:cubicBezTo>
                <a:cubicBezTo>
                  <a:pt x="306" y="584"/>
                  <a:pt x="312" y="585"/>
                  <a:pt x="315" y="589"/>
                </a:cubicBezTo>
                <a:close/>
                <a:moveTo>
                  <a:pt x="378" y="326"/>
                </a:moveTo>
                <a:cubicBezTo>
                  <a:pt x="380" y="331"/>
                  <a:pt x="378" y="336"/>
                  <a:pt x="373" y="339"/>
                </a:cubicBezTo>
                <a:cubicBezTo>
                  <a:pt x="371" y="340"/>
                  <a:pt x="370" y="340"/>
                  <a:pt x="369" y="340"/>
                </a:cubicBezTo>
                <a:cubicBezTo>
                  <a:pt x="365" y="340"/>
                  <a:pt x="361" y="338"/>
                  <a:pt x="360" y="334"/>
                </a:cubicBezTo>
                <a:cubicBezTo>
                  <a:pt x="357" y="329"/>
                  <a:pt x="359" y="324"/>
                  <a:pt x="364" y="321"/>
                </a:cubicBezTo>
                <a:cubicBezTo>
                  <a:pt x="369" y="319"/>
                  <a:pt x="375" y="321"/>
                  <a:pt x="378" y="326"/>
                </a:cubicBezTo>
                <a:close/>
                <a:moveTo>
                  <a:pt x="588" y="373"/>
                </a:moveTo>
                <a:cubicBezTo>
                  <a:pt x="592" y="377"/>
                  <a:pt x="591" y="383"/>
                  <a:pt x="587" y="387"/>
                </a:cubicBezTo>
                <a:cubicBezTo>
                  <a:pt x="585" y="388"/>
                  <a:pt x="583" y="389"/>
                  <a:pt x="581" y="389"/>
                </a:cubicBezTo>
                <a:cubicBezTo>
                  <a:pt x="578" y="389"/>
                  <a:pt x="575" y="387"/>
                  <a:pt x="573" y="385"/>
                </a:cubicBezTo>
                <a:cubicBezTo>
                  <a:pt x="570" y="381"/>
                  <a:pt x="570" y="375"/>
                  <a:pt x="575" y="371"/>
                </a:cubicBezTo>
                <a:cubicBezTo>
                  <a:pt x="579" y="368"/>
                  <a:pt x="585" y="369"/>
                  <a:pt x="588" y="373"/>
                </a:cubicBezTo>
                <a:close/>
                <a:moveTo>
                  <a:pt x="610" y="567"/>
                </a:moveTo>
                <a:cubicBezTo>
                  <a:pt x="608" y="571"/>
                  <a:pt x="604" y="573"/>
                  <a:pt x="601" y="573"/>
                </a:cubicBezTo>
                <a:cubicBezTo>
                  <a:pt x="599" y="573"/>
                  <a:pt x="598" y="573"/>
                  <a:pt x="597" y="572"/>
                </a:cubicBezTo>
                <a:cubicBezTo>
                  <a:pt x="592" y="569"/>
                  <a:pt x="590" y="564"/>
                  <a:pt x="592" y="559"/>
                </a:cubicBezTo>
                <a:cubicBezTo>
                  <a:pt x="594" y="554"/>
                  <a:pt x="600" y="552"/>
                  <a:pt x="605" y="554"/>
                </a:cubicBezTo>
                <a:cubicBezTo>
                  <a:pt x="610" y="557"/>
                  <a:pt x="612" y="563"/>
                  <a:pt x="610" y="567"/>
                </a:cubicBezTo>
                <a:close/>
                <a:moveTo>
                  <a:pt x="586" y="588"/>
                </a:moveTo>
                <a:cubicBezTo>
                  <a:pt x="590" y="592"/>
                  <a:pt x="591" y="598"/>
                  <a:pt x="588" y="602"/>
                </a:cubicBezTo>
                <a:cubicBezTo>
                  <a:pt x="586" y="605"/>
                  <a:pt x="583" y="606"/>
                  <a:pt x="580" y="606"/>
                </a:cubicBezTo>
                <a:cubicBezTo>
                  <a:pt x="578" y="606"/>
                  <a:pt x="576" y="605"/>
                  <a:pt x="574" y="604"/>
                </a:cubicBezTo>
                <a:cubicBezTo>
                  <a:pt x="570" y="600"/>
                  <a:pt x="569" y="594"/>
                  <a:pt x="572" y="590"/>
                </a:cubicBezTo>
                <a:cubicBezTo>
                  <a:pt x="576" y="586"/>
                  <a:pt x="582" y="585"/>
                  <a:pt x="586" y="588"/>
                </a:cubicBezTo>
                <a:close/>
                <a:moveTo>
                  <a:pt x="623" y="528"/>
                </a:moveTo>
                <a:cubicBezTo>
                  <a:pt x="622" y="533"/>
                  <a:pt x="618" y="536"/>
                  <a:pt x="614" y="536"/>
                </a:cubicBezTo>
                <a:cubicBezTo>
                  <a:pt x="613" y="536"/>
                  <a:pt x="612" y="536"/>
                  <a:pt x="612" y="536"/>
                </a:cubicBezTo>
                <a:cubicBezTo>
                  <a:pt x="606" y="535"/>
                  <a:pt x="603" y="529"/>
                  <a:pt x="604" y="524"/>
                </a:cubicBezTo>
                <a:cubicBezTo>
                  <a:pt x="605" y="519"/>
                  <a:pt x="611" y="515"/>
                  <a:pt x="616" y="517"/>
                </a:cubicBezTo>
                <a:cubicBezTo>
                  <a:pt x="621" y="518"/>
                  <a:pt x="625" y="523"/>
                  <a:pt x="623" y="528"/>
                </a:cubicBezTo>
                <a:close/>
                <a:moveTo>
                  <a:pt x="559" y="344"/>
                </a:moveTo>
                <a:cubicBezTo>
                  <a:pt x="564" y="347"/>
                  <a:pt x="564" y="353"/>
                  <a:pt x="561" y="357"/>
                </a:cubicBezTo>
                <a:cubicBezTo>
                  <a:pt x="559" y="360"/>
                  <a:pt x="556" y="361"/>
                  <a:pt x="553" y="361"/>
                </a:cubicBezTo>
                <a:cubicBezTo>
                  <a:pt x="551" y="361"/>
                  <a:pt x="549" y="360"/>
                  <a:pt x="547" y="359"/>
                </a:cubicBezTo>
                <a:cubicBezTo>
                  <a:pt x="543" y="355"/>
                  <a:pt x="542" y="349"/>
                  <a:pt x="546" y="345"/>
                </a:cubicBezTo>
                <a:cubicBezTo>
                  <a:pt x="549" y="341"/>
                  <a:pt x="555" y="340"/>
                  <a:pt x="559" y="344"/>
                </a:cubicBezTo>
                <a:close/>
                <a:moveTo>
                  <a:pt x="628" y="488"/>
                </a:moveTo>
                <a:cubicBezTo>
                  <a:pt x="628" y="493"/>
                  <a:pt x="624" y="497"/>
                  <a:pt x="618" y="497"/>
                </a:cubicBezTo>
                <a:cubicBezTo>
                  <a:pt x="618" y="497"/>
                  <a:pt x="618" y="497"/>
                  <a:pt x="618" y="497"/>
                </a:cubicBezTo>
                <a:cubicBezTo>
                  <a:pt x="613" y="497"/>
                  <a:pt x="608" y="493"/>
                  <a:pt x="608" y="488"/>
                </a:cubicBezTo>
                <a:cubicBezTo>
                  <a:pt x="608" y="482"/>
                  <a:pt x="613" y="478"/>
                  <a:pt x="618" y="478"/>
                </a:cubicBezTo>
                <a:cubicBezTo>
                  <a:pt x="624" y="478"/>
                  <a:pt x="628" y="482"/>
                  <a:pt x="628" y="488"/>
                </a:cubicBezTo>
                <a:close/>
                <a:moveTo>
                  <a:pt x="528" y="640"/>
                </a:moveTo>
                <a:cubicBezTo>
                  <a:pt x="530" y="645"/>
                  <a:pt x="528" y="651"/>
                  <a:pt x="523" y="653"/>
                </a:cubicBezTo>
                <a:cubicBezTo>
                  <a:pt x="522" y="654"/>
                  <a:pt x="521" y="654"/>
                  <a:pt x="519" y="654"/>
                </a:cubicBezTo>
                <a:cubicBezTo>
                  <a:pt x="516" y="654"/>
                  <a:pt x="512" y="652"/>
                  <a:pt x="510" y="648"/>
                </a:cubicBezTo>
                <a:cubicBezTo>
                  <a:pt x="508" y="643"/>
                  <a:pt x="510" y="638"/>
                  <a:pt x="515" y="635"/>
                </a:cubicBezTo>
                <a:cubicBezTo>
                  <a:pt x="520" y="633"/>
                  <a:pt x="526" y="635"/>
                  <a:pt x="528" y="640"/>
                </a:cubicBezTo>
                <a:close/>
                <a:moveTo>
                  <a:pt x="529" y="335"/>
                </a:moveTo>
                <a:cubicBezTo>
                  <a:pt x="527" y="338"/>
                  <a:pt x="524" y="340"/>
                  <a:pt x="520" y="340"/>
                </a:cubicBezTo>
                <a:cubicBezTo>
                  <a:pt x="519" y="340"/>
                  <a:pt x="517" y="340"/>
                  <a:pt x="516" y="339"/>
                </a:cubicBezTo>
                <a:cubicBezTo>
                  <a:pt x="511" y="337"/>
                  <a:pt x="509" y="331"/>
                  <a:pt x="512" y="326"/>
                </a:cubicBezTo>
                <a:cubicBezTo>
                  <a:pt x="514" y="321"/>
                  <a:pt x="520" y="319"/>
                  <a:pt x="525" y="321"/>
                </a:cubicBezTo>
                <a:cubicBezTo>
                  <a:pt x="529" y="324"/>
                  <a:pt x="531" y="330"/>
                  <a:pt x="529" y="335"/>
                </a:cubicBezTo>
                <a:close/>
                <a:moveTo>
                  <a:pt x="454" y="661"/>
                </a:moveTo>
                <a:cubicBezTo>
                  <a:pt x="454" y="667"/>
                  <a:pt x="449" y="671"/>
                  <a:pt x="444" y="671"/>
                </a:cubicBezTo>
                <a:cubicBezTo>
                  <a:pt x="438" y="671"/>
                  <a:pt x="434" y="667"/>
                  <a:pt x="434" y="661"/>
                </a:cubicBezTo>
                <a:cubicBezTo>
                  <a:pt x="434" y="656"/>
                  <a:pt x="438" y="651"/>
                  <a:pt x="444" y="651"/>
                </a:cubicBezTo>
                <a:cubicBezTo>
                  <a:pt x="449" y="651"/>
                  <a:pt x="454" y="656"/>
                  <a:pt x="454" y="661"/>
                </a:cubicBezTo>
                <a:close/>
                <a:moveTo>
                  <a:pt x="492" y="655"/>
                </a:moveTo>
                <a:cubicBezTo>
                  <a:pt x="493" y="660"/>
                  <a:pt x="490" y="665"/>
                  <a:pt x="485" y="667"/>
                </a:cubicBezTo>
                <a:cubicBezTo>
                  <a:pt x="484" y="667"/>
                  <a:pt x="483" y="667"/>
                  <a:pt x="482" y="667"/>
                </a:cubicBezTo>
                <a:cubicBezTo>
                  <a:pt x="478" y="667"/>
                  <a:pt x="474" y="664"/>
                  <a:pt x="473" y="659"/>
                </a:cubicBezTo>
                <a:cubicBezTo>
                  <a:pt x="472" y="654"/>
                  <a:pt x="475" y="649"/>
                  <a:pt x="480" y="647"/>
                </a:cubicBezTo>
                <a:cubicBezTo>
                  <a:pt x="486" y="646"/>
                  <a:pt x="491" y="650"/>
                  <a:pt x="492" y="655"/>
                </a:cubicBezTo>
                <a:close/>
                <a:moveTo>
                  <a:pt x="612" y="439"/>
                </a:moveTo>
                <a:cubicBezTo>
                  <a:pt x="617" y="438"/>
                  <a:pt x="623" y="441"/>
                  <a:pt x="624" y="447"/>
                </a:cubicBezTo>
                <a:cubicBezTo>
                  <a:pt x="625" y="452"/>
                  <a:pt x="622" y="457"/>
                  <a:pt x="616" y="458"/>
                </a:cubicBezTo>
                <a:cubicBezTo>
                  <a:pt x="616" y="459"/>
                  <a:pt x="615" y="459"/>
                  <a:pt x="614" y="459"/>
                </a:cubicBezTo>
                <a:cubicBezTo>
                  <a:pt x="610" y="459"/>
                  <a:pt x="605" y="456"/>
                  <a:pt x="605" y="451"/>
                </a:cubicBezTo>
                <a:cubicBezTo>
                  <a:pt x="603" y="446"/>
                  <a:pt x="607" y="440"/>
                  <a:pt x="612" y="439"/>
                </a:cubicBezTo>
                <a:close/>
                <a:moveTo>
                  <a:pt x="593" y="416"/>
                </a:moveTo>
                <a:cubicBezTo>
                  <a:pt x="590" y="411"/>
                  <a:pt x="592" y="405"/>
                  <a:pt x="597" y="403"/>
                </a:cubicBezTo>
                <a:cubicBezTo>
                  <a:pt x="602" y="401"/>
                  <a:pt x="608" y="403"/>
                  <a:pt x="610" y="408"/>
                </a:cubicBezTo>
                <a:cubicBezTo>
                  <a:pt x="613" y="413"/>
                  <a:pt x="610" y="419"/>
                  <a:pt x="606" y="421"/>
                </a:cubicBezTo>
                <a:cubicBezTo>
                  <a:pt x="604" y="422"/>
                  <a:pt x="603" y="422"/>
                  <a:pt x="601" y="422"/>
                </a:cubicBezTo>
                <a:cubicBezTo>
                  <a:pt x="598" y="422"/>
                  <a:pt x="594" y="420"/>
                  <a:pt x="593" y="416"/>
                </a:cubicBezTo>
                <a:close/>
                <a:moveTo>
                  <a:pt x="560" y="617"/>
                </a:moveTo>
                <a:cubicBezTo>
                  <a:pt x="563" y="622"/>
                  <a:pt x="563" y="628"/>
                  <a:pt x="558" y="631"/>
                </a:cubicBezTo>
                <a:cubicBezTo>
                  <a:pt x="557" y="633"/>
                  <a:pt x="554" y="633"/>
                  <a:pt x="552" y="633"/>
                </a:cubicBezTo>
                <a:cubicBezTo>
                  <a:pt x="549" y="633"/>
                  <a:pt x="547" y="632"/>
                  <a:pt x="545" y="630"/>
                </a:cubicBezTo>
                <a:cubicBezTo>
                  <a:pt x="541" y="625"/>
                  <a:pt x="542" y="619"/>
                  <a:pt x="546" y="616"/>
                </a:cubicBezTo>
                <a:cubicBezTo>
                  <a:pt x="550" y="612"/>
                  <a:pt x="557" y="613"/>
                  <a:pt x="560" y="617"/>
                </a:cubicBezTo>
                <a:close/>
                <a:moveTo>
                  <a:pt x="722" y="288"/>
                </a:moveTo>
                <a:cubicBezTo>
                  <a:pt x="700" y="258"/>
                  <a:pt x="674" y="231"/>
                  <a:pt x="643" y="209"/>
                </a:cubicBezTo>
                <a:cubicBezTo>
                  <a:pt x="634" y="203"/>
                  <a:pt x="621" y="203"/>
                  <a:pt x="612" y="209"/>
                </a:cubicBezTo>
                <a:cubicBezTo>
                  <a:pt x="537" y="264"/>
                  <a:pt x="537" y="264"/>
                  <a:pt x="537" y="264"/>
                </a:cubicBezTo>
                <a:cubicBezTo>
                  <a:pt x="537" y="264"/>
                  <a:pt x="536" y="264"/>
                  <a:pt x="536" y="264"/>
                </a:cubicBezTo>
                <a:cubicBezTo>
                  <a:pt x="521" y="172"/>
                  <a:pt x="521" y="172"/>
                  <a:pt x="521" y="172"/>
                </a:cubicBezTo>
                <a:cubicBezTo>
                  <a:pt x="520" y="161"/>
                  <a:pt x="511" y="152"/>
                  <a:pt x="500" y="150"/>
                </a:cubicBezTo>
                <a:cubicBezTo>
                  <a:pt x="463" y="144"/>
                  <a:pt x="425" y="144"/>
                  <a:pt x="389" y="150"/>
                </a:cubicBezTo>
                <a:cubicBezTo>
                  <a:pt x="377" y="152"/>
                  <a:pt x="369" y="161"/>
                  <a:pt x="367" y="172"/>
                </a:cubicBezTo>
                <a:cubicBezTo>
                  <a:pt x="352" y="264"/>
                  <a:pt x="352" y="264"/>
                  <a:pt x="352" y="264"/>
                </a:cubicBezTo>
                <a:cubicBezTo>
                  <a:pt x="352" y="264"/>
                  <a:pt x="352" y="264"/>
                  <a:pt x="351" y="264"/>
                </a:cubicBezTo>
                <a:cubicBezTo>
                  <a:pt x="276" y="209"/>
                  <a:pt x="276" y="209"/>
                  <a:pt x="276" y="209"/>
                </a:cubicBezTo>
                <a:cubicBezTo>
                  <a:pt x="267" y="203"/>
                  <a:pt x="254" y="203"/>
                  <a:pt x="245" y="209"/>
                </a:cubicBezTo>
                <a:cubicBezTo>
                  <a:pt x="215" y="231"/>
                  <a:pt x="188" y="257"/>
                  <a:pt x="167" y="288"/>
                </a:cubicBezTo>
                <a:cubicBezTo>
                  <a:pt x="160" y="297"/>
                  <a:pt x="160" y="310"/>
                  <a:pt x="167" y="319"/>
                </a:cubicBezTo>
                <a:cubicBezTo>
                  <a:pt x="221" y="394"/>
                  <a:pt x="221" y="394"/>
                  <a:pt x="221" y="394"/>
                </a:cubicBezTo>
                <a:cubicBezTo>
                  <a:pt x="221" y="395"/>
                  <a:pt x="221" y="395"/>
                  <a:pt x="221" y="395"/>
                </a:cubicBezTo>
                <a:cubicBezTo>
                  <a:pt x="129" y="410"/>
                  <a:pt x="129" y="410"/>
                  <a:pt x="129" y="410"/>
                </a:cubicBezTo>
                <a:cubicBezTo>
                  <a:pt x="118" y="411"/>
                  <a:pt x="109" y="420"/>
                  <a:pt x="107" y="431"/>
                </a:cubicBezTo>
                <a:cubicBezTo>
                  <a:pt x="104" y="450"/>
                  <a:pt x="102" y="468"/>
                  <a:pt x="102" y="487"/>
                </a:cubicBezTo>
                <a:cubicBezTo>
                  <a:pt x="102" y="506"/>
                  <a:pt x="104" y="524"/>
                  <a:pt x="107" y="543"/>
                </a:cubicBezTo>
                <a:cubicBezTo>
                  <a:pt x="109" y="554"/>
                  <a:pt x="118" y="563"/>
                  <a:pt x="129" y="564"/>
                </a:cubicBezTo>
                <a:cubicBezTo>
                  <a:pt x="221" y="579"/>
                  <a:pt x="221" y="579"/>
                  <a:pt x="221" y="579"/>
                </a:cubicBezTo>
                <a:cubicBezTo>
                  <a:pt x="221" y="579"/>
                  <a:pt x="221" y="579"/>
                  <a:pt x="221" y="580"/>
                </a:cubicBezTo>
                <a:cubicBezTo>
                  <a:pt x="167" y="655"/>
                  <a:pt x="167" y="655"/>
                  <a:pt x="167" y="655"/>
                </a:cubicBezTo>
                <a:cubicBezTo>
                  <a:pt x="160" y="664"/>
                  <a:pt x="160" y="677"/>
                  <a:pt x="167" y="686"/>
                </a:cubicBezTo>
                <a:cubicBezTo>
                  <a:pt x="188" y="716"/>
                  <a:pt x="214" y="743"/>
                  <a:pt x="245" y="765"/>
                </a:cubicBezTo>
                <a:cubicBezTo>
                  <a:pt x="254" y="771"/>
                  <a:pt x="267" y="771"/>
                  <a:pt x="276" y="764"/>
                </a:cubicBezTo>
                <a:cubicBezTo>
                  <a:pt x="351" y="710"/>
                  <a:pt x="351" y="710"/>
                  <a:pt x="351" y="710"/>
                </a:cubicBezTo>
                <a:cubicBezTo>
                  <a:pt x="352" y="710"/>
                  <a:pt x="352" y="710"/>
                  <a:pt x="352" y="710"/>
                </a:cubicBezTo>
                <a:cubicBezTo>
                  <a:pt x="367" y="802"/>
                  <a:pt x="367" y="802"/>
                  <a:pt x="367" y="802"/>
                </a:cubicBezTo>
                <a:cubicBezTo>
                  <a:pt x="369" y="813"/>
                  <a:pt x="377" y="822"/>
                  <a:pt x="389" y="824"/>
                </a:cubicBezTo>
                <a:cubicBezTo>
                  <a:pt x="407" y="827"/>
                  <a:pt x="426" y="829"/>
                  <a:pt x="444" y="829"/>
                </a:cubicBezTo>
                <a:cubicBezTo>
                  <a:pt x="462" y="829"/>
                  <a:pt x="481" y="827"/>
                  <a:pt x="500" y="824"/>
                </a:cubicBezTo>
                <a:cubicBezTo>
                  <a:pt x="511" y="822"/>
                  <a:pt x="520" y="813"/>
                  <a:pt x="521" y="802"/>
                </a:cubicBezTo>
                <a:cubicBezTo>
                  <a:pt x="536" y="710"/>
                  <a:pt x="536" y="710"/>
                  <a:pt x="536" y="710"/>
                </a:cubicBezTo>
                <a:cubicBezTo>
                  <a:pt x="536" y="710"/>
                  <a:pt x="537" y="710"/>
                  <a:pt x="537" y="710"/>
                </a:cubicBezTo>
                <a:cubicBezTo>
                  <a:pt x="612" y="764"/>
                  <a:pt x="612" y="764"/>
                  <a:pt x="612" y="764"/>
                </a:cubicBezTo>
                <a:cubicBezTo>
                  <a:pt x="617" y="768"/>
                  <a:pt x="622" y="769"/>
                  <a:pt x="628" y="769"/>
                </a:cubicBezTo>
                <a:cubicBezTo>
                  <a:pt x="633" y="769"/>
                  <a:pt x="639" y="768"/>
                  <a:pt x="643" y="765"/>
                </a:cubicBezTo>
                <a:cubicBezTo>
                  <a:pt x="674" y="743"/>
                  <a:pt x="700" y="716"/>
                  <a:pt x="722" y="686"/>
                </a:cubicBezTo>
                <a:cubicBezTo>
                  <a:pt x="728" y="677"/>
                  <a:pt x="728" y="664"/>
                  <a:pt x="722" y="655"/>
                </a:cubicBezTo>
                <a:cubicBezTo>
                  <a:pt x="667" y="580"/>
                  <a:pt x="667" y="580"/>
                  <a:pt x="667" y="580"/>
                </a:cubicBezTo>
                <a:cubicBezTo>
                  <a:pt x="667" y="579"/>
                  <a:pt x="667" y="579"/>
                  <a:pt x="667" y="579"/>
                </a:cubicBezTo>
                <a:cubicBezTo>
                  <a:pt x="759" y="564"/>
                  <a:pt x="759" y="564"/>
                  <a:pt x="759" y="564"/>
                </a:cubicBezTo>
                <a:cubicBezTo>
                  <a:pt x="770" y="563"/>
                  <a:pt x="779" y="554"/>
                  <a:pt x="781" y="542"/>
                </a:cubicBezTo>
                <a:cubicBezTo>
                  <a:pt x="784" y="524"/>
                  <a:pt x="786" y="505"/>
                  <a:pt x="786" y="487"/>
                </a:cubicBezTo>
                <a:cubicBezTo>
                  <a:pt x="786" y="469"/>
                  <a:pt x="784" y="450"/>
                  <a:pt x="781" y="432"/>
                </a:cubicBezTo>
                <a:cubicBezTo>
                  <a:pt x="779" y="420"/>
                  <a:pt x="770" y="411"/>
                  <a:pt x="759" y="410"/>
                </a:cubicBezTo>
                <a:cubicBezTo>
                  <a:pt x="667" y="395"/>
                  <a:pt x="667" y="395"/>
                  <a:pt x="667" y="395"/>
                </a:cubicBezTo>
                <a:cubicBezTo>
                  <a:pt x="667" y="395"/>
                  <a:pt x="667" y="394"/>
                  <a:pt x="667" y="394"/>
                </a:cubicBezTo>
                <a:cubicBezTo>
                  <a:pt x="722" y="319"/>
                  <a:pt x="722" y="319"/>
                  <a:pt x="722" y="319"/>
                </a:cubicBezTo>
                <a:cubicBezTo>
                  <a:pt x="728" y="310"/>
                  <a:pt x="728" y="297"/>
                  <a:pt x="722" y="288"/>
                </a:cubicBezTo>
                <a:close/>
                <a:moveTo>
                  <a:pt x="706" y="307"/>
                </a:moveTo>
                <a:cubicBezTo>
                  <a:pt x="648" y="387"/>
                  <a:pt x="648" y="387"/>
                  <a:pt x="648" y="387"/>
                </a:cubicBezTo>
                <a:cubicBezTo>
                  <a:pt x="646" y="390"/>
                  <a:pt x="645" y="394"/>
                  <a:pt x="647" y="397"/>
                </a:cubicBezTo>
                <a:cubicBezTo>
                  <a:pt x="648" y="400"/>
                  <a:pt x="650" y="404"/>
                  <a:pt x="651" y="407"/>
                </a:cubicBezTo>
                <a:cubicBezTo>
                  <a:pt x="652" y="411"/>
                  <a:pt x="655" y="413"/>
                  <a:pt x="659" y="414"/>
                </a:cubicBezTo>
                <a:cubicBezTo>
                  <a:pt x="756" y="429"/>
                  <a:pt x="756" y="429"/>
                  <a:pt x="756" y="429"/>
                </a:cubicBezTo>
                <a:cubicBezTo>
                  <a:pt x="759" y="430"/>
                  <a:pt x="761" y="432"/>
                  <a:pt x="762" y="435"/>
                </a:cubicBezTo>
                <a:cubicBezTo>
                  <a:pt x="765" y="452"/>
                  <a:pt x="766" y="470"/>
                  <a:pt x="766" y="487"/>
                </a:cubicBezTo>
                <a:cubicBezTo>
                  <a:pt x="766" y="504"/>
                  <a:pt x="765" y="522"/>
                  <a:pt x="762" y="539"/>
                </a:cubicBezTo>
                <a:cubicBezTo>
                  <a:pt x="761" y="542"/>
                  <a:pt x="759" y="544"/>
                  <a:pt x="756" y="545"/>
                </a:cubicBezTo>
                <a:cubicBezTo>
                  <a:pt x="659" y="560"/>
                  <a:pt x="659" y="560"/>
                  <a:pt x="659" y="560"/>
                </a:cubicBezTo>
                <a:cubicBezTo>
                  <a:pt x="655" y="561"/>
                  <a:pt x="652" y="563"/>
                  <a:pt x="651" y="567"/>
                </a:cubicBezTo>
                <a:cubicBezTo>
                  <a:pt x="650" y="570"/>
                  <a:pt x="648" y="573"/>
                  <a:pt x="647" y="577"/>
                </a:cubicBezTo>
                <a:cubicBezTo>
                  <a:pt x="645" y="580"/>
                  <a:pt x="645" y="584"/>
                  <a:pt x="648" y="587"/>
                </a:cubicBezTo>
                <a:cubicBezTo>
                  <a:pt x="706" y="667"/>
                  <a:pt x="706" y="667"/>
                  <a:pt x="706" y="667"/>
                </a:cubicBezTo>
                <a:cubicBezTo>
                  <a:pt x="707" y="669"/>
                  <a:pt x="707" y="672"/>
                  <a:pt x="706" y="675"/>
                </a:cubicBezTo>
                <a:cubicBezTo>
                  <a:pt x="685" y="703"/>
                  <a:pt x="661" y="728"/>
                  <a:pt x="632" y="749"/>
                </a:cubicBezTo>
                <a:cubicBezTo>
                  <a:pt x="629" y="750"/>
                  <a:pt x="626" y="750"/>
                  <a:pt x="624" y="749"/>
                </a:cubicBezTo>
                <a:cubicBezTo>
                  <a:pt x="544" y="691"/>
                  <a:pt x="544" y="691"/>
                  <a:pt x="544" y="691"/>
                </a:cubicBezTo>
                <a:cubicBezTo>
                  <a:pt x="541" y="688"/>
                  <a:pt x="537" y="688"/>
                  <a:pt x="534" y="689"/>
                </a:cubicBezTo>
                <a:cubicBezTo>
                  <a:pt x="531" y="691"/>
                  <a:pt x="527" y="692"/>
                  <a:pt x="524" y="694"/>
                </a:cubicBezTo>
                <a:cubicBezTo>
                  <a:pt x="521" y="695"/>
                  <a:pt x="518" y="698"/>
                  <a:pt x="518" y="701"/>
                </a:cubicBezTo>
                <a:cubicBezTo>
                  <a:pt x="502" y="799"/>
                  <a:pt x="502" y="799"/>
                  <a:pt x="502" y="799"/>
                </a:cubicBezTo>
                <a:cubicBezTo>
                  <a:pt x="502" y="802"/>
                  <a:pt x="499" y="804"/>
                  <a:pt x="496" y="805"/>
                </a:cubicBezTo>
                <a:cubicBezTo>
                  <a:pt x="462" y="810"/>
                  <a:pt x="427" y="810"/>
                  <a:pt x="392" y="805"/>
                </a:cubicBezTo>
                <a:cubicBezTo>
                  <a:pt x="389" y="804"/>
                  <a:pt x="387" y="802"/>
                  <a:pt x="386" y="799"/>
                </a:cubicBezTo>
                <a:cubicBezTo>
                  <a:pt x="371" y="701"/>
                  <a:pt x="371" y="701"/>
                  <a:pt x="371" y="701"/>
                </a:cubicBezTo>
                <a:cubicBezTo>
                  <a:pt x="370" y="698"/>
                  <a:pt x="368" y="695"/>
                  <a:pt x="364" y="694"/>
                </a:cubicBezTo>
                <a:cubicBezTo>
                  <a:pt x="361" y="692"/>
                  <a:pt x="357" y="691"/>
                  <a:pt x="354" y="689"/>
                </a:cubicBezTo>
                <a:cubicBezTo>
                  <a:pt x="353" y="689"/>
                  <a:pt x="351" y="689"/>
                  <a:pt x="350" y="689"/>
                </a:cubicBezTo>
                <a:cubicBezTo>
                  <a:pt x="348" y="689"/>
                  <a:pt x="346" y="689"/>
                  <a:pt x="344" y="691"/>
                </a:cubicBezTo>
                <a:cubicBezTo>
                  <a:pt x="264" y="749"/>
                  <a:pt x="264" y="749"/>
                  <a:pt x="264" y="749"/>
                </a:cubicBezTo>
                <a:cubicBezTo>
                  <a:pt x="262" y="750"/>
                  <a:pt x="259" y="750"/>
                  <a:pt x="256" y="749"/>
                </a:cubicBezTo>
                <a:cubicBezTo>
                  <a:pt x="228" y="728"/>
                  <a:pt x="203" y="703"/>
                  <a:pt x="183" y="675"/>
                </a:cubicBezTo>
                <a:cubicBezTo>
                  <a:pt x="181" y="672"/>
                  <a:pt x="181" y="669"/>
                  <a:pt x="183" y="667"/>
                </a:cubicBezTo>
                <a:cubicBezTo>
                  <a:pt x="241" y="587"/>
                  <a:pt x="241" y="587"/>
                  <a:pt x="241" y="587"/>
                </a:cubicBezTo>
                <a:cubicBezTo>
                  <a:pt x="243" y="584"/>
                  <a:pt x="243" y="580"/>
                  <a:pt x="242" y="577"/>
                </a:cubicBezTo>
                <a:cubicBezTo>
                  <a:pt x="240" y="574"/>
                  <a:pt x="239" y="571"/>
                  <a:pt x="238" y="568"/>
                </a:cubicBezTo>
                <a:cubicBezTo>
                  <a:pt x="237" y="566"/>
                  <a:pt x="237" y="566"/>
                  <a:pt x="237" y="566"/>
                </a:cubicBezTo>
                <a:cubicBezTo>
                  <a:pt x="236" y="563"/>
                  <a:pt x="233" y="561"/>
                  <a:pt x="230" y="560"/>
                </a:cubicBezTo>
                <a:cubicBezTo>
                  <a:pt x="132" y="545"/>
                  <a:pt x="132" y="545"/>
                  <a:pt x="132" y="545"/>
                </a:cubicBezTo>
                <a:cubicBezTo>
                  <a:pt x="129" y="544"/>
                  <a:pt x="127" y="542"/>
                  <a:pt x="126" y="539"/>
                </a:cubicBezTo>
                <a:cubicBezTo>
                  <a:pt x="124" y="522"/>
                  <a:pt x="122" y="504"/>
                  <a:pt x="122" y="487"/>
                </a:cubicBezTo>
                <a:cubicBezTo>
                  <a:pt x="122" y="470"/>
                  <a:pt x="124" y="452"/>
                  <a:pt x="126" y="435"/>
                </a:cubicBezTo>
                <a:cubicBezTo>
                  <a:pt x="127" y="432"/>
                  <a:pt x="129" y="430"/>
                  <a:pt x="132" y="429"/>
                </a:cubicBezTo>
                <a:cubicBezTo>
                  <a:pt x="230" y="414"/>
                  <a:pt x="230" y="414"/>
                  <a:pt x="230" y="414"/>
                </a:cubicBezTo>
                <a:cubicBezTo>
                  <a:pt x="233" y="413"/>
                  <a:pt x="236" y="411"/>
                  <a:pt x="237" y="408"/>
                </a:cubicBezTo>
                <a:cubicBezTo>
                  <a:pt x="238" y="405"/>
                  <a:pt x="238" y="405"/>
                  <a:pt x="238" y="405"/>
                </a:cubicBezTo>
                <a:cubicBezTo>
                  <a:pt x="239" y="402"/>
                  <a:pt x="240" y="400"/>
                  <a:pt x="242" y="397"/>
                </a:cubicBezTo>
                <a:cubicBezTo>
                  <a:pt x="243" y="394"/>
                  <a:pt x="243" y="390"/>
                  <a:pt x="241" y="387"/>
                </a:cubicBezTo>
                <a:cubicBezTo>
                  <a:pt x="183" y="307"/>
                  <a:pt x="183" y="307"/>
                  <a:pt x="183" y="307"/>
                </a:cubicBezTo>
                <a:cubicBezTo>
                  <a:pt x="181" y="305"/>
                  <a:pt x="181" y="302"/>
                  <a:pt x="183" y="299"/>
                </a:cubicBezTo>
                <a:cubicBezTo>
                  <a:pt x="203" y="271"/>
                  <a:pt x="228" y="246"/>
                  <a:pt x="256" y="225"/>
                </a:cubicBezTo>
                <a:cubicBezTo>
                  <a:pt x="259" y="224"/>
                  <a:pt x="262" y="224"/>
                  <a:pt x="264" y="225"/>
                </a:cubicBezTo>
                <a:cubicBezTo>
                  <a:pt x="344" y="283"/>
                  <a:pt x="344" y="283"/>
                  <a:pt x="344" y="283"/>
                </a:cubicBezTo>
                <a:cubicBezTo>
                  <a:pt x="347" y="286"/>
                  <a:pt x="351" y="286"/>
                  <a:pt x="354" y="284"/>
                </a:cubicBezTo>
                <a:cubicBezTo>
                  <a:pt x="358" y="283"/>
                  <a:pt x="361" y="281"/>
                  <a:pt x="364" y="280"/>
                </a:cubicBezTo>
                <a:cubicBezTo>
                  <a:pt x="368" y="279"/>
                  <a:pt x="370" y="276"/>
                  <a:pt x="371" y="272"/>
                </a:cubicBezTo>
                <a:cubicBezTo>
                  <a:pt x="386" y="175"/>
                  <a:pt x="386" y="175"/>
                  <a:pt x="386" y="175"/>
                </a:cubicBezTo>
                <a:cubicBezTo>
                  <a:pt x="387" y="172"/>
                  <a:pt x="389" y="170"/>
                  <a:pt x="392" y="169"/>
                </a:cubicBezTo>
                <a:cubicBezTo>
                  <a:pt x="426" y="164"/>
                  <a:pt x="462" y="164"/>
                  <a:pt x="496" y="169"/>
                </a:cubicBezTo>
                <a:cubicBezTo>
                  <a:pt x="499" y="170"/>
                  <a:pt x="502" y="172"/>
                  <a:pt x="502" y="175"/>
                </a:cubicBezTo>
                <a:cubicBezTo>
                  <a:pt x="518" y="273"/>
                  <a:pt x="518" y="273"/>
                  <a:pt x="518" y="273"/>
                </a:cubicBezTo>
                <a:cubicBezTo>
                  <a:pt x="518" y="276"/>
                  <a:pt x="520" y="279"/>
                  <a:pt x="524" y="280"/>
                </a:cubicBezTo>
                <a:cubicBezTo>
                  <a:pt x="527" y="281"/>
                  <a:pt x="531" y="283"/>
                  <a:pt x="534" y="284"/>
                </a:cubicBezTo>
                <a:cubicBezTo>
                  <a:pt x="537" y="286"/>
                  <a:pt x="541" y="286"/>
                  <a:pt x="544" y="283"/>
                </a:cubicBezTo>
                <a:cubicBezTo>
                  <a:pt x="624" y="225"/>
                  <a:pt x="624" y="225"/>
                  <a:pt x="624" y="225"/>
                </a:cubicBezTo>
                <a:cubicBezTo>
                  <a:pt x="626" y="224"/>
                  <a:pt x="629" y="224"/>
                  <a:pt x="632" y="225"/>
                </a:cubicBezTo>
                <a:cubicBezTo>
                  <a:pt x="660" y="246"/>
                  <a:pt x="685" y="271"/>
                  <a:pt x="706" y="299"/>
                </a:cubicBezTo>
                <a:cubicBezTo>
                  <a:pt x="707" y="302"/>
                  <a:pt x="707" y="305"/>
                  <a:pt x="706" y="307"/>
                </a:cubicBezTo>
                <a:close/>
                <a:moveTo>
                  <a:pt x="448" y="921"/>
                </a:moveTo>
                <a:cubicBezTo>
                  <a:pt x="448" y="926"/>
                  <a:pt x="443" y="931"/>
                  <a:pt x="438" y="931"/>
                </a:cubicBezTo>
                <a:cubicBezTo>
                  <a:pt x="438" y="931"/>
                  <a:pt x="438" y="931"/>
                  <a:pt x="438" y="931"/>
                </a:cubicBezTo>
                <a:cubicBezTo>
                  <a:pt x="196" y="927"/>
                  <a:pt x="0" y="728"/>
                  <a:pt x="0" y="487"/>
                </a:cubicBezTo>
                <a:cubicBezTo>
                  <a:pt x="0" y="272"/>
                  <a:pt x="154" y="90"/>
                  <a:pt x="362" y="51"/>
                </a:cubicBezTo>
                <a:cubicBezTo>
                  <a:pt x="304" y="20"/>
                  <a:pt x="304" y="20"/>
                  <a:pt x="304" y="20"/>
                </a:cubicBezTo>
                <a:cubicBezTo>
                  <a:pt x="299" y="17"/>
                  <a:pt x="297" y="11"/>
                  <a:pt x="300" y="7"/>
                </a:cubicBezTo>
                <a:cubicBezTo>
                  <a:pt x="302" y="2"/>
                  <a:pt x="308" y="0"/>
                  <a:pt x="313" y="2"/>
                </a:cubicBezTo>
                <a:cubicBezTo>
                  <a:pt x="397" y="47"/>
                  <a:pt x="397" y="47"/>
                  <a:pt x="397" y="47"/>
                </a:cubicBezTo>
                <a:cubicBezTo>
                  <a:pt x="400" y="49"/>
                  <a:pt x="402" y="51"/>
                  <a:pt x="403" y="55"/>
                </a:cubicBezTo>
                <a:cubicBezTo>
                  <a:pt x="403" y="58"/>
                  <a:pt x="402" y="61"/>
                  <a:pt x="400" y="63"/>
                </a:cubicBezTo>
                <a:cubicBezTo>
                  <a:pt x="333" y="131"/>
                  <a:pt x="333" y="131"/>
                  <a:pt x="333" y="131"/>
                </a:cubicBezTo>
                <a:cubicBezTo>
                  <a:pt x="331" y="133"/>
                  <a:pt x="328" y="134"/>
                  <a:pt x="326" y="134"/>
                </a:cubicBezTo>
                <a:cubicBezTo>
                  <a:pt x="323" y="134"/>
                  <a:pt x="321" y="133"/>
                  <a:pt x="319" y="131"/>
                </a:cubicBezTo>
                <a:cubicBezTo>
                  <a:pt x="315" y="127"/>
                  <a:pt x="315" y="121"/>
                  <a:pt x="319" y="117"/>
                </a:cubicBezTo>
                <a:cubicBezTo>
                  <a:pt x="365" y="70"/>
                  <a:pt x="365" y="70"/>
                  <a:pt x="365" y="70"/>
                </a:cubicBezTo>
                <a:cubicBezTo>
                  <a:pt x="166" y="108"/>
                  <a:pt x="20" y="282"/>
                  <a:pt x="20" y="487"/>
                </a:cubicBezTo>
                <a:cubicBezTo>
                  <a:pt x="20" y="718"/>
                  <a:pt x="207" y="908"/>
                  <a:pt x="438" y="911"/>
                </a:cubicBezTo>
                <a:cubicBezTo>
                  <a:pt x="443" y="911"/>
                  <a:pt x="448" y="916"/>
                  <a:pt x="448" y="921"/>
                </a:cubicBezTo>
                <a:close/>
                <a:moveTo>
                  <a:pt x="527" y="923"/>
                </a:moveTo>
                <a:cubicBezTo>
                  <a:pt x="585" y="954"/>
                  <a:pt x="585" y="954"/>
                  <a:pt x="585" y="954"/>
                </a:cubicBezTo>
                <a:cubicBezTo>
                  <a:pt x="590" y="956"/>
                  <a:pt x="591" y="962"/>
                  <a:pt x="589" y="967"/>
                </a:cubicBezTo>
                <a:cubicBezTo>
                  <a:pt x="587" y="970"/>
                  <a:pt x="584" y="972"/>
                  <a:pt x="580" y="972"/>
                </a:cubicBezTo>
                <a:cubicBezTo>
                  <a:pt x="579" y="972"/>
                  <a:pt x="577" y="972"/>
                  <a:pt x="576" y="971"/>
                </a:cubicBezTo>
                <a:cubicBezTo>
                  <a:pt x="493" y="927"/>
                  <a:pt x="493" y="927"/>
                  <a:pt x="493" y="927"/>
                </a:cubicBezTo>
                <a:cubicBezTo>
                  <a:pt x="492" y="927"/>
                  <a:pt x="492" y="927"/>
                  <a:pt x="492" y="927"/>
                </a:cubicBezTo>
                <a:cubicBezTo>
                  <a:pt x="491" y="926"/>
                  <a:pt x="491" y="926"/>
                  <a:pt x="491" y="926"/>
                </a:cubicBezTo>
                <a:cubicBezTo>
                  <a:pt x="491" y="926"/>
                  <a:pt x="491" y="926"/>
                  <a:pt x="491" y="926"/>
                </a:cubicBezTo>
                <a:cubicBezTo>
                  <a:pt x="490" y="925"/>
                  <a:pt x="489" y="925"/>
                  <a:pt x="489" y="924"/>
                </a:cubicBezTo>
                <a:cubicBezTo>
                  <a:pt x="488" y="924"/>
                  <a:pt x="488" y="923"/>
                  <a:pt x="488" y="923"/>
                </a:cubicBezTo>
                <a:cubicBezTo>
                  <a:pt x="487" y="922"/>
                  <a:pt x="487" y="922"/>
                  <a:pt x="487" y="921"/>
                </a:cubicBezTo>
                <a:cubicBezTo>
                  <a:pt x="487" y="920"/>
                  <a:pt x="486" y="920"/>
                  <a:pt x="486" y="919"/>
                </a:cubicBezTo>
                <a:cubicBezTo>
                  <a:pt x="486" y="916"/>
                  <a:pt x="487" y="913"/>
                  <a:pt x="489" y="911"/>
                </a:cubicBezTo>
                <a:cubicBezTo>
                  <a:pt x="556" y="843"/>
                  <a:pt x="556" y="843"/>
                  <a:pt x="556" y="843"/>
                </a:cubicBezTo>
                <a:cubicBezTo>
                  <a:pt x="560" y="839"/>
                  <a:pt x="566" y="839"/>
                  <a:pt x="570" y="842"/>
                </a:cubicBezTo>
                <a:cubicBezTo>
                  <a:pt x="574" y="846"/>
                  <a:pt x="574" y="852"/>
                  <a:pt x="570" y="856"/>
                </a:cubicBezTo>
                <a:cubicBezTo>
                  <a:pt x="523" y="904"/>
                  <a:pt x="523" y="904"/>
                  <a:pt x="523" y="904"/>
                </a:cubicBezTo>
                <a:cubicBezTo>
                  <a:pt x="722" y="866"/>
                  <a:pt x="868" y="692"/>
                  <a:pt x="868" y="487"/>
                </a:cubicBezTo>
                <a:cubicBezTo>
                  <a:pt x="868" y="256"/>
                  <a:pt x="681" y="66"/>
                  <a:pt x="450" y="63"/>
                </a:cubicBezTo>
                <a:cubicBezTo>
                  <a:pt x="445" y="63"/>
                  <a:pt x="440" y="58"/>
                  <a:pt x="440" y="53"/>
                </a:cubicBezTo>
                <a:cubicBezTo>
                  <a:pt x="440" y="47"/>
                  <a:pt x="445" y="43"/>
                  <a:pt x="450" y="43"/>
                </a:cubicBezTo>
                <a:cubicBezTo>
                  <a:pt x="450" y="43"/>
                  <a:pt x="450" y="43"/>
                  <a:pt x="450" y="43"/>
                </a:cubicBezTo>
                <a:cubicBezTo>
                  <a:pt x="692" y="47"/>
                  <a:pt x="888" y="246"/>
                  <a:pt x="888" y="487"/>
                </a:cubicBezTo>
                <a:cubicBezTo>
                  <a:pt x="888" y="701"/>
                  <a:pt x="735" y="884"/>
                  <a:pt x="527" y="92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defTabSz="898798"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Arial"/>
              <a:cs typeface="Arial"/>
              <a:sym typeface="Arial"/>
            </a:endParaRPr>
          </a:p>
        </p:txBody>
      </p:sp>
      <p:cxnSp>
        <p:nvCxnSpPr>
          <p:cNvPr id="58" name="Google Shape;2675;p12">
            <a:extLst>
              <a:ext uri="{FF2B5EF4-FFF2-40B4-BE49-F238E27FC236}">
                <a16:creationId xmlns:a16="http://schemas.microsoft.com/office/drawing/2014/main" id="{78632D4A-C5B2-44CA-95EA-8B87A7004C9C}"/>
              </a:ext>
            </a:extLst>
          </p:cNvPr>
          <p:cNvCxnSpPr/>
          <p:nvPr/>
        </p:nvCxnSpPr>
        <p:spPr>
          <a:xfrm rot="10800000">
            <a:off x="6335561" y="4710536"/>
            <a:ext cx="0" cy="1409116"/>
          </a:xfrm>
          <a:prstGeom prst="straightConnector1">
            <a:avLst/>
          </a:prstGeom>
          <a:noFill/>
          <a:ln w="19050" cap="rnd" cmpd="sng">
            <a:solidFill>
              <a:srgbClr val="B4B4B4"/>
            </a:solidFill>
            <a:prstDash val="dot"/>
            <a:miter lim="800000"/>
            <a:headEnd type="none" w="med" len="med"/>
            <a:tailEnd type="none" w="med" len="med"/>
          </a:ln>
        </p:spPr>
      </p:cxnSp>
      <p:sp>
        <p:nvSpPr>
          <p:cNvPr id="59" name="Google Shape;2676;p12">
            <a:extLst>
              <a:ext uri="{FF2B5EF4-FFF2-40B4-BE49-F238E27FC236}">
                <a16:creationId xmlns:a16="http://schemas.microsoft.com/office/drawing/2014/main" id="{5C3B9AFA-B32D-4FAA-AA8C-BBEFBDBD47CA}"/>
              </a:ext>
            </a:extLst>
          </p:cNvPr>
          <p:cNvSpPr/>
          <p:nvPr/>
        </p:nvSpPr>
        <p:spPr>
          <a:xfrm>
            <a:off x="4708508" y="5125899"/>
            <a:ext cx="1606698"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kumimoji="0" lang="ar-SA" sz="1400" strike="noStrike" kern="1200" cap="none" spc="0" normalizeH="0" noProof="0" dirty="0">
                <a:ln>
                  <a:noFill/>
                </a:ln>
                <a:effectLst/>
                <a:uLnTx/>
                <a:uFillTx/>
                <a:latin typeface="Arial"/>
                <a:ea typeface="Arial"/>
                <a:cs typeface="Arial"/>
                <a:sym typeface="Arial"/>
              </a:rPr>
              <a:t>مراقبة </a:t>
            </a:r>
            <a:r>
              <a:rPr kumimoji="0" lang="ar-SA" sz="1400" b="1" strike="noStrike" kern="1200" cap="none" spc="0" normalizeH="0" noProof="0" dirty="0">
                <a:ln>
                  <a:noFill/>
                </a:ln>
                <a:effectLst/>
                <a:uLnTx/>
                <a:uFillTx/>
                <a:latin typeface="Arial"/>
                <a:ea typeface="Arial"/>
                <a:cs typeface="Arial"/>
                <a:sym typeface="Arial"/>
              </a:rPr>
              <a:t>الالتزام بمعايير الجودة </a:t>
            </a:r>
            <a:r>
              <a:rPr kumimoji="0" lang="ar-SA" sz="1400" strike="noStrike" kern="1200" cap="none" spc="0" normalizeH="0" noProof="0" dirty="0">
                <a:ln>
                  <a:noFill/>
                </a:ln>
                <a:effectLst/>
                <a:uLnTx/>
                <a:uFillTx/>
                <a:latin typeface="Arial"/>
                <a:ea typeface="Arial"/>
                <a:cs typeface="Arial"/>
                <a:sym typeface="Arial"/>
              </a:rPr>
              <a:t>في تنفيذ المشاريع الجارية وتحسين جودة المخرجات</a:t>
            </a:r>
          </a:p>
        </p:txBody>
      </p:sp>
      <p:cxnSp>
        <p:nvCxnSpPr>
          <p:cNvPr id="60" name="Google Shape;2675;p12">
            <a:extLst>
              <a:ext uri="{FF2B5EF4-FFF2-40B4-BE49-F238E27FC236}">
                <a16:creationId xmlns:a16="http://schemas.microsoft.com/office/drawing/2014/main" id="{F35C60F5-B153-4C86-8177-C4B0935BC034}"/>
              </a:ext>
            </a:extLst>
          </p:cNvPr>
          <p:cNvCxnSpPr/>
          <p:nvPr/>
        </p:nvCxnSpPr>
        <p:spPr>
          <a:xfrm rot="10800000">
            <a:off x="8135578" y="4710536"/>
            <a:ext cx="0" cy="1409116"/>
          </a:xfrm>
          <a:prstGeom prst="straightConnector1">
            <a:avLst/>
          </a:prstGeom>
          <a:noFill/>
          <a:ln w="19050" cap="rnd" cmpd="sng">
            <a:solidFill>
              <a:srgbClr val="B4B4B4"/>
            </a:solidFill>
            <a:prstDash val="dot"/>
            <a:miter lim="800000"/>
            <a:headEnd type="none" w="med" len="med"/>
            <a:tailEnd type="none" w="med" len="med"/>
          </a:ln>
        </p:spPr>
      </p:cxnSp>
      <p:cxnSp>
        <p:nvCxnSpPr>
          <p:cNvPr id="62" name="Google Shape;2675;p12">
            <a:extLst>
              <a:ext uri="{FF2B5EF4-FFF2-40B4-BE49-F238E27FC236}">
                <a16:creationId xmlns:a16="http://schemas.microsoft.com/office/drawing/2014/main" id="{358C834A-E896-4933-8FBB-B9C076265790}"/>
              </a:ext>
            </a:extLst>
          </p:cNvPr>
          <p:cNvCxnSpPr/>
          <p:nvPr/>
        </p:nvCxnSpPr>
        <p:spPr>
          <a:xfrm rot="10800000">
            <a:off x="9870074" y="4710536"/>
            <a:ext cx="0" cy="1409116"/>
          </a:xfrm>
          <a:prstGeom prst="straightConnector1">
            <a:avLst/>
          </a:prstGeom>
          <a:noFill/>
          <a:ln w="19050" cap="rnd" cmpd="sng">
            <a:solidFill>
              <a:srgbClr val="B4B4B4"/>
            </a:solidFill>
            <a:prstDash val="dot"/>
            <a:miter lim="800000"/>
            <a:headEnd type="none" w="med" len="med"/>
            <a:tailEnd type="none" w="med" len="med"/>
          </a:ln>
        </p:spPr>
      </p:cxnSp>
      <p:sp>
        <p:nvSpPr>
          <p:cNvPr id="65" name="Google Shape;2676;p12">
            <a:extLst>
              <a:ext uri="{FF2B5EF4-FFF2-40B4-BE49-F238E27FC236}">
                <a16:creationId xmlns:a16="http://schemas.microsoft.com/office/drawing/2014/main" id="{B2F7140E-D5C6-4297-B16A-DE9B36A25B33}"/>
              </a:ext>
            </a:extLst>
          </p:cNvPr>
          <p:cNvSpPr/>
          <p:nvPr/>
        </p:nvSpPr>
        <p:spPr>
          <a:xfrm>
            <a:off x="6399460" y="5125899"/>
            <a:ext cx="1800013"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lang="ar-SA" sz="1400" dirty="0">
                <a:latin typeface="Arial"/>
                <a:cs typeface="Arial"/>
                <a:sym typeface="Arial"/>
              </a:rPr>
              <a:t>تحسين </a:t>
            </a:r>
            <a:r>
              <a:rPr lang="ar-SA" sz="1400" b="1" dirty="0">
                <a:latin typeface="Arial"/>
                <a:cs typeface="Arial"/>
                <a:sym typeface="Arial"/>
              </a:rPr>
              <a:t>أدوات وعمليات التتبع لأداء المبادرات، وإعداد التقارير حول التقدم المحرز</a:t>
            </a:r>
            <a:r>
              <a:rPr lang="ar-SA" sz="1400" dirty="0">
                <a:latin typeface="Arial"/>
                <a:cs typeface="Arial"/>
                <a:sym typeface="Arial"/>
              </a:rPr>
              <a:t> في المشاريع</a:t>
            </a:r>
          </a:p>
        </p:txBody>
      </p:sp>
      <p:cxnSp>
        <p:nvCxnSpPr>
          <p:cNvPr id="70" name="Google Shape;2675;p12">
            <a:extLst>
              <a:ext uri="{FF2B5EF4-FFF2-40B4-BE49-F238E27FC236}">
                <a16:creationId xmlns:a16="http://schemas.microsoft.com/office/drawing/2014/main" id="{A9F207F1-E4F4-45CC-B27B-90EA318C5DD4}"/>
              </a:ext>
            </a:extLst>
          </p:cNvPr>
          <p:cNvCxnSpPr/>
          <p:nvPr/>
        </p:nvCxnSpPr>
        <p:spPr>
          <a:xfrm rot="10800000">
            <a:off x="6335561" y="2383772"/>
            <a:ext cx="0" cy="1409116"/>
          </a:xfrm>
          <a:prstGeom prst="straightConnector1">
            <a:avLst/>
          </a:prstGeom>
          <a:noFill/>
          <a:ln w="19050" cap="rnd" cmpd="sng">
            <a:solidFill>
              <a:srgbClr val="EB9393"/>
            </a:solidFill>
            <a:prstDash val="dot"/>
            <a:miter lim="800000"/>
            <a:headEnd type="none" w="med" len="med"/>
            <a:tailEnd type="none" w="med" len="med"/>
          </a:ln>
        </p:spPr>
      </p:cxnSp>
      <p:sp>
        <p:nvSpPr>
          <p:cNvPr id="71" name="Google Shape;2676;p12">
            <a:extLst>
              <a:ext uri="{FF2B5EF4-FFF2-40B4-BE49-F238E27FC236}">
                <a16:creationId xmlns:a16="http://schemas.microsoft.com/office/drawing/2014/main" id="{26A38F03-8D46-4666-A0FD-B7D00BC5CB55}"/>
              </a:ext>
            </a:extLst>
          </p:cNvPr>
          <p:cNvSpPr/>
          <p:nvPr/>
        </p:nvSpPr>
        <p:spPr>
          <a:xfrm>
            <a:off x="6233587" y="2764817"/>
            <a:ext cx="1921581"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kumimoji="0" lang="ar-SA" sz="1400" strike="noStrike" kern="1200" cap="none" spc="0" normalizeH="0" noProof="0" dirty="0">
                <a:ln>
                  <a:noFill/>
                </a:ln>
                <a:effectLst/>
                <a:uLnTx/>
                <a:uFillTx/>
                <a:latin typeface="Arial"/>
                <a:ea typeface="Arial"/>
                <a:cs typeface="Arial"/>
                <a:sym typeface="Arial"/>
              </a:rPr>
              <a:t>ضمان </a:t>
            </a:r>
            <a:r>
              <a:rPr kumimoji="0" lang="ar-SA" sz="1400" b="1" strike="noStrike" kern="1200" cap="none" spc="0" normalizeH="0" noProof="0" dirty="0">
                <a:ln>
                  <a:noFill/>
                </a:ln>
                <a:effectLst/>
                <a:uLnTx/>
                <a:uFillTx/>
                <a:latin typeface="Arial"/>
                <a:ea typeface="Arial"/>
                <a:cs typeface="Arial"/>
                <a:sym typeface="Arial"/>
              </a:rPr>
              <a:t>المواءمة </a:t>
            </a:r>
            <a:r>
              <a:rPr kumimoji="0" lang="ar-SA" sz="1400" strike="noStrike" kern="1200" cap="none" spc="0" normalizeH="0" noProof="0" dirty="0">
                <a:ln>
                  <a:noFill/>
                </a:ln>
                <a:effectLst/>
                <a:uLnTx/>
                <a:uFillTx/>
                <a:latin typeface="Arial"/>
                <a:ea typeface="Arial"/>
                <a:cs typeface="Arial"/>
                <a:sym typeface="Arial"/>
              </a:rPr>
              <a:t>والمزامنة بين </a:t>
            </a:r>
            <a:r>
              <a:rPr kumimoji="0" lang="ar-SA" sz="1400" b="1" strike="noStrike" kern="1200" cap="none" spc="0" normalizeH="0" noProof="0" dirty="0">
                <a:ln>
                  <a:noFill/>
                </a:ln>
                <a:effectLst/>
                <a:uLnTx/>
                <a:uFillTx/>
                <a:latin typeface="Arial"/>
                <a:ea typeface="Arial"/>
                <a:cs typeface="Arial"/>
                <a:sym typeface="Arial"/>
              </a:rPr>
              <a:t>بيانات ونتائج المشاريع</a:t>
            </a:r>
            <a:r>
              <a:rPr lang="ar-SA" dirty="0">
                <a:cs typeface="Arial" charset="0"/>
              </a:rPr>
              <a:t> </a:t>
            </a:r>
            <a:br>
              <a:rPr kumimoji="0" lang="en-US" sz="1400" b="1" i="1" u="none" strike="noStrike" kern="1200" cap="none" spc="0" normalizeH="0" baseline="0" noProof="0" dirty="0">
                <a:ln>
                  <a:noFill/>
                </a:ln>
                <a:solidFill>
                  <a:srgbClr val="A32020"/>
                </a:solidFill>
                <a:effectLst/>
                <a:uLnTx/>
                <a:uFillTx/>
                <a:latin typeface="Arial"/>
                <a:ea typeface="Arial"/>
                <a:cs typeface="Arial"/>
                <a:sym typeface="Arial"/>
              </a:rPr>
            </a:br>
            <a:endParaRPr kumimoji="0" lang="en-US" sz="1400" b="1" i="1" u="none" strike="noStrike" kern="1200" cap="none" spc="0" normalizeH="0" baseline="0" noProof="0" dirty="0">
              <a:ln>
                <a:noFill/>
              </a:ln>
              <a:solidFill>
                <a:srgbClr val="A32020"/>
              </a:solidFill>
              <a:effectLst/>
              <a:uLnTx/>
              <a:uFillTx/>
              <a:latin typeface="Arial"/>
              <a:ea typeface="Arial"/>
              <a:cs typeface="Arial"/>
              <a:sym typeface="Arial"/>
            </a:endParaRPr>
          </a:p>
        </p:txBody>
      </p:sp>
      <p:cxnSp>
        <p:nvCxnSpPr>
          <p:cNvPr id="72" name="Google Shape;2675;p12">
            <a:extLst>
              <a:ext uri="{FF2B5EF4-FFF2-40B4-BE49-F238E27FC236}">
                <a16:creationId xmlns:a16="http://schemas.microsoft.com/office/drawing/2014/main" id="{14165F20-AC2D-4953-BB7B-FBA746226837}"/>
              </a:ext>
            </a:extLst>
          </p:cNvPr>
          <p:cNvCxnSpPr/>
          <p:nvPr/>
        </p:nvCxnSpPr>
        <p:spPr>
          <a:xfrm rot="10800000">
            <a:off x="8135578" y="2383772"/>
            <a:ext cx="0" cy="1409116"/>
          </a:xfrm>
          <a:prstGeom prst="straightConnector1">
            <a:avLst/>
          </a:prstGeom>
          <a:noFill/>
          <a:ln w="19050" cap="rnd" cmpd="sng">
            <a:solidFill>
              <a:srgbClr val="EB9393"/>
            </a:solidFill>
            <a:prstDash val="dot"/>
            <a:miter lim="800000"/>
            <a:headEnd type="none" w="med" len="med"/>
            <a:tailEnd type="none" w="med" len="med"/>
          </a:ln>
        </p:spPr>
      </p:cxnSp>
      <p:cxnSp>
        <p:nvCxnSpPr>
          <p:cNvPr id="73" name="Google Shape;2675;p12">
            <a:extLst>
              <a:ext uri="{FF2B5EF4-FFF2-40B4-BE49-F238E27FC236}">
                <a16:creationId xmlns:a16="http://schemas.microsoft.com/office/drawing/2014/main" id="{DE4E551A-29AE-47B2-8057-8CA83C897ED3}"/>
              </a:ext>
            </a:extLst>
          </p:cNvPr>
          <p:cNvCxnSpPr/>
          <p:nvPr/>
        </p:nvCxnSpPr>
        <p:spPr>
          <a:xfrm rot="10800000">
            <a:off x="9870074" y="2383772"/>
            <a:ext cx="0" cy="1409116"/>
          </a:xfrm>
          <a:prstGeom prst="straightConnector1">
            <a:avLst/>
          </a:prstGeom>
          <a:noFill/>
          <a:ln w="19050" cap="rnd" cmpd="sng">
            <a:solidFill>
              <a:srgbClr val="EB9393"/>
            </a:solidFill>
            <a:prstDash val="dot"/>
            <a:miter lim="800000"/>
            <a:headEnd type="none" w="med" len="med"/>
            <a:tailEnd type="none" w="med" len="med"/>
          </a:ln>
        </p:spPr>
      </p:cxnSp>
      <p:sp>
        <p:nvSpPr>
          <p:cNvPr id="74" name="Google Shape;2676;p12">
            <a:extLst>
              <a:ext uri="{FF2B5EF4-FFF2-40B4-BE49-F238E27FC236}">
                <a16:creationId xmlns:a16="http://schemas.microsoft.com/office/drawing/2014/main" id="{BD868860-B49C-4FD1-AFC1-EC103DC5A44D}"/>
              </a:ext>
            </a:extLst>
          </p:cNvPr>
          <p:cNvSpPr/>
          <p:nvPr/>
        </p:nvSpPr>
        <p:spPr>
          <a:xfrm>
            <a:off x="4675851" y="2755591"/>
            <a:ext cx="1659708"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kumimoji="0" lang="ar-SA" sz="1400" strike="noStrike" kern="1200" cap="none" spc="0" normalizeH="0" noProof="0" dirty="0">
                <a:ln>
                  <a:noFill/>
                </a:ln>
                <a:effectLst/>
                <a:uLnTx/>
                <a:uFillTx/>
                <a:latin typeface="Arial"/>
                <a:ea typeface="Arial"/>
                <a:cs typeface="Arial"/>
                <a:sym typeface="Arial"/>
              </a:rPr>
              <a:t>مراجعة </a:t>
            </a:r>
            <a:r>
              <a:rPr kumimoji="0" lang="ar-SA" sz="1400" b="1" strike="noStrike" kern="1200" cap="none" spc="0" normalizeH="0" noProof="0" dirty="0">
                <a:ln>
                  <a:noFill/>
                </a:ln>
                <a:effectLst/>
                <a:uLnTx/>
                <a:uFillTx/>
                <a:latin typeface="Arial"/>
                <a:ea typeface="Arial"/>
                <a:cs typeface="Arial"/>
                <a:sym typeface="Arial"/>
              </a:rPr>
              <a:t>المشاريع الحالية</a:t>
            </a:r>
            <a:r>
              <a:rPr kumimoji="0" lang="ar-SA" sz="1400" strike="noStrike" kern="1200" cap="none" spc="0" normalizeH="0" noProof="0" dirty="0">
                <a:ln>
                  <a:noFill/>
                </a:ln>
                <a:effectLst/>
                <a:uLnTx/>
                <a:uFillTx/>
                <a:latin typeface="Arial"/>
                <a:ea typeface="Arial"/>
                <a:cs typeface="Arial"/>
                <a:sym typeface="Arial"/>
              </a:rPr>
              <a:t> ودراستها لتحقيق </a:t>
            </a:r>
            <a:r>
              <a:rPr kumimoji="0" lang="ar-SA" sz="1400" b="1" strike="noStrike" kern="1200" cap="none" spc="0" normalizeH="0" noProof="0" dirty="0">
                <a:ln>
                  <a:noFill/>
                </a:ln>
                <a:effectLst/>
                <a:uLnTx/>
                <a:uFillTx/>
                <a:latin typeface="Arial"/>
                <a:ea typeface="Arial"/>
                <a:cs typeface="Arial"/>
                <a:sym typeface="Arial"/>
              </a:rPr>
              <a:t>القيمة والأثر على أرض الواقع</a:t>
            </a:r>
          </a:p>
        </p:txBody>
      </p:sp>
      <p:sp>
        <p:nvSpPr>
          <p:cNvPr id="75" name="Google Shape;2676;p12">
            <a:extLst>
              <a:ext uri="{FF2B5EF4-FFF2-40B4-BE49-F238E27FC236}">
                <a16:creationId xmlns:a16="http://schemas.microsoft.com/office/drawing/2014/main" id="{F3AEB77F-D3F4-4EC8-96AB-AD2759BC3010}"/>
              </a:ext>
            </a:extLst>
          </p:cNvPr>
          <p:cNvSpPr/>
          <p:nvPr/>
        </p:nvSpPr>
        <p:spPr>
          <a:xfrm>
            <a:off x="8188590" y="2755591"/>
            <a:ext cx="1670593"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kumimoji="0" lang="ar-SA" sz="1400" strike="noStrike" kern="1200" cap="none" spc="0" normalizeH="0" noProof="0" dirty="0">
                <a:ln>
                  <a:noFill/>
                </a:ln>
                <a:effectLst/>
                <a:uLnTx/>
                <a:uFillTx/>
                <a:latin typeface="Arial"/>
                <a:ea typeface="Arial"/>
                <a:cs typeface="Arial"/>
                <a:sym typeface="Arial"/>
              </a:rPr>
              <a:t>تحديد </a:t>
            </a:r>
            <a:r>
              <a:rPr kumimoji="0" lang="ar-SA" sz="1400" b="1" strike="noStrike" kern="1200" cap="none" spc="0" normalizeH="0" noProof="0" dirty="0">
                <a:ln>
                  <a:noFill/>
                </a:ln>
                <a:effectLst/>
                <a:uLnTx/>
                <a:uFillTx/>
                <a:latin typeface="Arial"/>
                <a:ea typeface="Arial"/>
                <a:cs typeface="Arial"/>
                <a:sym typeface="Arial"/>
              </a:rPr>
              <a:t>صعوبات التنفيذ والعمل بشكل استباقي </a:t>
            </a:r>
            <a:r>
              <a:rPr kumimoji="0" lang="ar-SA" sz="1400" strike="noStrike" kern="1200" cap="none" spc="0" normalizeH="0" noProof="0" dirty="0">
                <a:ln>
                  <a:noFill/>
                </a:ln>
                <a:effectLst/>
                <a:uLnTx/>
                <a:uFillTx/>
                <a:latin typeface="Arial"/>
                <a:ea typeface="Arial"/>
                <a:cs typeface="Arial"/>
                <a:sym typeface="Arial"/>
              </a:rPr>
              <a:t>لتذليل هذه الصعوبات وتحقيق النجاح</a:t>
            </a:r>
          </a:p>
        </p:txBody>
      </p:sp>
      <p:sp>
        <p:nvSpPr>
          <p:cNvPr id="76" name="Google Shape;2676;p12">
            <a:extLst>
              <a:ext uri="{FF2B5EF4-FFF2-40B4-BE49-F238E27FC236}">
                <a16:creationId xmlns:a16="http://schemas.microsoft.com/office/drawing/2014/main" id="{B772E068-A6FE-449B-AB38-38A36F75C8B7}"/>
              </a:ext>
            </a:extLst>
          </p:cNvPr>
          <p:cNvSpPr/>
          <p:nvPr/>
        </p:nvSpPr>
        <p:spPr>
          <a:xfrm>
            <a:off x="10010172" y="2755591"/>
            <a:ext cx="1835714"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kumimoji="0" lang="ar-SA" sz="1400" strike="noStrike" kern="1200" cap="none" spc="0" normalizeH="0" noProof="0" dirty="0">
                <a:ln>
                  <a:noFill/>
                </a:ln>
                <a:effectLst/>
                <a:uLnTx/>
                <a:uFillTx/>
                <a:latin typeface="Arial"/>
                <a:ea typeface="Arial"/>
                <a:cs typeface="Arial"/>
                <a:sym typeface="Arial"/>
              </a:rPr>
              <a:t>تحديد فرص التخصيص المحتملة </a:t>
            </a:r>
            <a:r>
              <a:rPr kumimoji="0" lang="ar-SA" sz="1400" b="1" strike="noStrike" kern="1200" cap="none" spc="0" normalizeH="0" noProof="0" dirty="0">
                <a:ln>
                  <a:noFill/>
                </a:ln>
                <a:effectLst/>
                <a:uLnTx/>
                <a:uFillTx/>
                <a:latin typeface="Arial"/>
                <a:ea typeface="Arial"/>
                <a:cs typeface="Arial"/>
                <a:sym typeface="Arial"/>
              </a:rPr>
              <a:t>وتقييم جدواها</a:t>
            </a:r>
          </a:p>
        </p:txBody>
      </p:sp>
      <p:sp>
        <p:nvSpPr>
          <p:cNvPr id="77" name="Google Shape;2676;p12">
            <a:extLst>
              <a:ext uri="{FF2B5EF4-FFF2-40B4-BE49-F238E27FC236}">
                <a16:creationId xmlns:a16="http://schemas.microsoft.com/office/drawing/2014/main" id="{D4F7D4D2-A1CE-470E-A6FF-42687AEF5730}"/>
              </a:ext>
            </a:extLst>
          </p:cNvPr>
          <p:cNvSpPr/>
          <p:nvPr/>
        </p:nvSpPr>
        <p:spPr>
          <a:xfrm>
            <a:off x="8176083" y="5125899"/>
            <a:ext cx="1720567"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lang="ar-SA" sz="1400" dirty="0">
                <a:latin typeface="Arial"/>
                <a:cs typeface="Arial"/>
                <a:sym typeface="Arial"/>
              </a:rPr>
              <a:t>ضمان الامتثال العام </a:t>
            </a:r>
            <a:r>
              <a:rPr lang="ar-SA" sz="1400" b="1" dirty="0">
                <a:latin typeface="Arial"/>
                <a:cs typeface="Arial"/>
                <a:sym typeface="Arial"/>
              </a:rPr>
              <a:t>لبرنامج ومنظومة الحوكمة للتنفيذ الاستراتيجي</a:t>
            </a:r>
          </a:p>
        </p:txBody>
      </p:sp>
      <p:sp>
        <p:nvSpPr>
          <p:cNvPr id="78" name="Google Shape;2676;p12">
            <a:extLst>
              <a:ext uri="{FF2B5EF4-FFF2-40B4-BE49-F238E27FC236}">
                <a16:creationId xmlns:a16="http://schemas.microsoft.com/office/drawing/2014/main" id="{A9C03CDD-85B4-4EA4-B994-0CB9F5ECC28E}"/>
              </a:ext>
            </a:extLst>
          </p:cNvPr>
          <p:cNvSpPr/>
          <p:nvPr/>
        </p:nvSpPr>
        <p:spPr>
          <a:xfrm>
            <a:off x="9951082" y="5125899"/>
            <a:ext cx="1914224" cy="691726"/>
          </a:xfrm>
          <a:prstGeom prst="rect">
            <a:avLst/>
          </a:prstGeom>
          <a:noFill/>
          <a:ln>
            <a:noFill/>
          </a:ln>
        </p:spPr>
        <p:txBody>
          <a:bodyPr spcFirstLastPara="1" wrap="square" lIns="0" tIns="0" rIns="0" bIns="0" anchor="t" anchorCtr="0">
            <a:noAutofit/>
          </a:bodyPr>
          <a:lstStyle/>
          <a:p>
            <a:pPr marL="0" marR="0" lvl="0" indent="0" algn="r" defTabSz="898798" rtl="1" eaLnBrk="1" fontAlgn="auto" latinLnBrk="0" hangingPunct="1">
              <a:lnSpc>
                <a:spcPct val="100000"/>
              </a:lnSpc>
              <a:spcBef>
                <a:spcPts val="0"/>
              </a:spcBef>
              <a:spcAft>
                <a:spcPts val="0"/>
              </a:spcAft>
              <a:buClr>
                <a:srgbClr val="000000"/>
              </a:buClr>
              <a:buSzPts val="1400"/>
              <a:buFont typeface="Arial"/>
              <a:buNone/>
              <a:tabLst/>
              <a:defRPr/>
            </a:pPr>
            <a:r>
              <a:rPr lang="ar-SA" sz="1400" dirty="0">
                <a:latin typeface="Arial"/>
                <a:cs typeface="Arial"/>
                <a:sym typeface="Arial"/>
              </a:rPr>
              <a:t>بناء </a:t>
            </a:r>
            <a:r>
              <a:rPr lang="ar-SA" sz="1400" b="1" dirty="0">
                <a:latin typeface="Arial"/>
                <a:cs typeface="Arial"/>
                <a:sym typeface="Arial"/>
              </a:rPr>
              <a:t>قدرات فريق العمل </a:t>
            </a:r>
            <a:r>
              <a:rPr lang="ar-SA" sz="1400" dirty="0">
                <a:latin typeface="Arial"/>
                <a:cs typeface="Arial"/>
                <a:sym typeface="Arial"/>
              </a:rPr>
              <a:t>وتطويرها بما يسهم في تنفيذ المشاريع بكفاءة</a:t>
            </a:r>
          </a:p>
        </p:txBody>
      </p:sp>
      <p:sp>
        <p:nvSpPr>
          <p:cNvPr id="12" name="Text Placeholder 11">
            <a:extLst>
              <a:ext uri="{FF2B5EF4-FFF2-40B4-BE49-F238E27FC236}">
                <a16:creationId xmlns:a16="http://schemas.microsoft.com/office/drawing/2014/main" id="{5A4D3639-664A-47F8-BA4F-D5DCFEDAC883}"/>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pic>
        <p:nvPicPr>
          <p:cNvPr id="1034" name="Picture 10" descr="Target ">
            <a:extLst>
              <a:ext uri="{FF2B5EF4-FFF2-40B4-BE49-F238E27FC236}">
                <a16:creationId xmlns:a16="http://schemas.microsoft.com/office/drawing/2014/main" id="{ABD3B841-85FE-4F02-B720-31F3A32807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8603" y="2372658"/>
            <a:ext cx="353159" cy="35315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Impact ">
            <a:extLst>
              <a:ext uri="{FF2B5EF4-FFF2-40B4-BE49-F238E27FC236}">
                <a16:creationId xmlns:a16="http://schemas.microsoft.com/office/drawing/2014/main" id="{54D29E4F-9848-4494-B036-D413FACD0E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35278" y="2382107"/>
            <a:ext cx="353159" cy="35315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roblem solving ">
            <a:extLst>
              <a:ext uri="{FF2B5EF4-FFF2-40B4-BE49-F238E27FC236}">
                <a16:creationId xmlns:a16="http://schemas.microsoft.com/office/drawing/2014/main" id="{96460853-6978-4A26-8CE1-4C19759A0A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745522" y="2370280"/>
            <a:ext cx="353159" cy="35315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Design thinking ">
            <a:extLst>
              <a:ext uri="{FF2B5EF4-FFF2-40B4-BE49-F238E27FC236}">
                <a16:creationId xmlns:a16="http://schemas.microsoft.com/office/drawing/2014/main" id="{2B6C6C32-BE04-4A59-980C-0FFE59C6A90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542137" y="2372026"/>
            <a:ext cx="353159" cy="35315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Badge ">
            <a:extLst>
              <a:ext uri="{FF2B5EF4-FFF2-40B4-BE49-F238E27FC236}">
                <a16:creationId xmlns:a16="http://schemas.microsoft.com/office/drawing/2014/main" id="{E0F540E5-1CD9-43A5-95C9-6F1024D3FCB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960537" y="4688923"/>
            <a:ext cx="388475" cy="38847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Medal ">
            <a:extLst>
              <a:ext uri="{FF2B5EF4-FFF2-40B4-BE49-F238E27FC236}">
                <a16:creationId xmlns:a16="http://schemas.microsoft.com/office/drawing/2014/main" id="{1C1E61C6-D608-4EA0-B2BC-1E395BC96A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41315" y="4688923"/>
            <a:ext cx="388475" cy="38847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Impact ">
            <a:extLst>
              <a:ext uri="{FF2B5EF4-FFF2-40B4-BE49-F238E27FC236}">
                <a16:creationId xmlns:a16="http://schemas.microsoft.com/office/drawing/2014/main" id="{047AA772-0C0A-4FC0-A252-437F1ED1FD4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20213" y="4650075"/>
            <a:ext cx="427323" cy="427323"/>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Report ">
            <a:extLst>
              <a:ext uri="{FF2B5EF4-FFF2-40B4-BE49-F238E27FC236}">
                <a16:creationId xmlns:a16="http://schemas.microsoft.com/office/drawing/2014/main" id="{2F9BA8C5-75C2-4648-A5D0-F30546E408B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56188" y="4756344"/>
            <a:ext cx="321054" cy="321054"/>
          </a:xfrm>
          <a:prstGeom prst="rect">
            <a:avLst/>
          </a:prstGeom>
          <a:noFill/>
          <a:extLst>
            <a:ext uri="{909E8E84-426E-40DD-AFC4-6F175D3DCCD1}">
              <a14:hiddenFill xmlns:a14="http://schemas.microsoft.com/office/drawing/2010/main">
                <a:solidFill>
                  <a:srgbClr val="FFFFFF"/>
                </a:solidFill>
              </a14:hiddenFill>
            </a:ext>
          </a:extLst>
        </p:spPr>
      </p:pic>
      <p:sp>
        <p:nvSpPr>
          <p:cNvPr id="79" name="Rectangle 78">
            <a:extLst>
              <a:ext uri="{FF2B5EF4-FFF2-40B4-BE49-F238E27FC236}">
                <a16:creationId xmlns:a16="http://schemas.microsoft.com/office/drawing/2014/main" id="{6074EA99-EDE1-45E7-9FD9-D4CE71C406E5}"/>
              </a:ext>
            </a:extLst>
          </p:cNvPr>
          <p:cNvSpPr/>
          <p:nvPr/>
        </p:nvSpPr>
        <p:spPr>
          <a:xfrm>
            <a:off x="10417629" y="3733807"/>
            <a:ext cx="1447673" cy="2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r>
              <a:rPr lang="ar-SA" sz="2400" b="1" dirty="0">
                <a:solidFill>
                  <a:schemeClr val="tx1"/>
                </a:solidFill>
                <a:cs typeface="Arial" charset="0"/>
              </a:rPr>
              <a:t>…</a:t>
            </a:r>
          </a:p>
        </p:txBody>
      </p:sp>
      <p:sp>
        <p:nvSpPr>
          <p:cNvPr id="93" name="Rectangle 92">
            <a:extLst>
              <a:ext uri="{FF2B5EF4-FFF2-40B4-BE49-F238E27FC236}">
                <a16:creationId xmlns:a16="http://schemas.microsoft.com/office/drawing/2014/main" id="{B896280C-C22D-483A-9064-D2F025E6BC56}"/>
              </a:ext>
            </a:extLst>
          </p:cNvPr>
          <p:cNvSpPr/>
          <p:nvPr/>
        </p:nvSpPr>
        <p:spPr>
          <a:xfrm>
            <a:off x="10417629" y="6098412"/>
            <a:ext cx="1447673" cy="2219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rtl="1"/>
            <a:r>
              <a:rPr lang="ar-SA" sz="2400" b="1" dirty="0">
                <a:solidFill>
                  <a:schemeClr val="tx1"/>
                </a:solidFill>
                <a:cs typeface="Arial" charset="0"/>
              </a:rPr>
              <a:t>…</a:t>
            </a:r>
          </a:p>
        </p:txBody>
      </p:sp>
      <p:pic>
        <p:nvPicPr>
          <p:cNvPr id="1050" name="Picture 26" descr="Management ">
            <a:extLst>
              <a:ext uri="{FF2B5EF4-FFF2-40B4-BE49-F238E27FC236}">
                <a16:creationId xmlns:a16="http://schemas.microsoft.com/office/drawing/2014/main" id="{0737A79B-1E26-42F6-B553-98A3CE24569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487883" y="4934458"/>
            <a:ext cx="427323" cy="427323"/>
          </a:xfrm>
          <a:prstGeom prst="rect">
            <a:avLst/>
          </a:prstGeom>
          <a:noFill/>
          <a:extLst>
            <a:ext uri="{909E8E84-426E-40DD-AFC4-6F175D3DCCD1}">
              <a14:hiddenFill xmlns:a14="http://schemas.microsoft.com/office/drawing/2010/main">
                <a:solidFill>
                  <a:srgbClr val="FFFFFF"/>
                </a:solidFill>
              </a14:hiddenFill>
            </a:ext>
          </a:extLst>
        </p:spPr>
      </p:pic>
      <p:sp>
        <p:nvSpPr>
          <p:cNvPr id="109" name="Subtitle 1">
            <a:extLst>
              <a:ext uri="{FF2B5EF4-FFF2-40B4-BE49-F238E27FC236}">
                <a16:creationId xmlns:a16="http://schemas.microsoft.com/office/drawing/2014/main" id="{19AA40E6-9D55-4025-A5EE-1A3F0AC1232F}"/>
              </a:ext>
            </a:extLst>
          </p:cNvPr>
          <p:cNvSpPr txBox="1">
            <a:spLocks/>
          </p:cNvSpPr>
          <p:nvPr/>
        </p:nvSpPr>
        <p:spPr>
          <a:xfrm>
            <a:off x="10585655" y="83035"/>
            <a:ext cx="985520" cy="274900"/>
          </a:xfrm>
          <a:prstGeom prst="rect">
            <a:avLst/>
          </a:prstGeom>
        </p:spPr>
        <p:txBody>
          <a:bodyPr vert="horz" wrap="none" lIns="0" tIns="0" rIns="0" bIns="0" rtlCol="0">
            <a:noAutofit/>
          </a:bodyPr>
          <a:lstStyle>
            <a:defPPr>
              <a:defRPr lang="en-US"/>
            </a:defPPr>
            <a:lvl1pPr indent="0">
              <a:lnSpc>
                <a:spcPct val="100000"/>
              </a:lnSpc>
              <a:spcBef>
                <a:spcPts val="0"/>
              </a:spcBef>
              <a:spcAft>
                <a:spcPts val="0"/>
              </a:spcAft>
              <a:buFont typeface="Arial" panose="020B0604020202020204" pitchFamily="34" charset="0"/>
              <a:buNone/>
              <a:defRPr sz="1400" b="0" i="1">
                <a:solidFill>
                  <a:schemeClr val="tx2"/>
                </a:solidFill>
              </a:defRPr>
            </a:lvl1pPr>
            <a:lvl2pPr marL="0" indent="0">
              <a:lnSpc>
                <a:spcPct val="100000"/>
              </a:lnSpc>
              <a:spcBef>
                <a:spcPts val="0"/>
              </a:spcBef>
              <a:spcAft>
                <a:spcPts val="0"/>
              </a:spcAft>
              <a:buFont typeface="Arial" panose="020B0604020202020204" pitchFamily="34" charset="0"/>
              <a:buNone/>
              <a:defRPr b="1">
                <a:solidFill>
                  <a:schemeClr val="tx2"/>
                </a:solidFill>
              </a:defRPr>
            </a:lvl2pPr>
            <a:lvl3pPr marL="0" indent="0">
              <a:lnSpc>
                <a:spcPct val="100000"/>
              </a:lnSpc>
              <a:spcBef>
                <a:spcPts val="0"/>
              </a:spcBef>
              <a:spcAft>
                <a:spcPts val="0"/>
              </a:spcAft>
              <a:buFont typeface="Arial" panose="020B0604020202020204" pitchFamily="34" charset="0"/>
              <a:buNone/>
              <a:defRPr b="1">
                <a:solidFill>
                  <a:schemeClr val="tx2"/>
                </a:solidFill>
              </a:defRPr>
            </a:lvl3pPr>
            <a:lvl4pPr marL="0" indent="0">
              <a:lnSpc>
                <a:spcPct val="100000"/>
              </a:lnSpc>
              <a:spcBef>
                <a:spcPts val="0"/>
              </a:spcBef>
              <a:spcAft>
                <a:spcPts val="0"/>
              </a:spcAft>
              <a:buFont typeface="Arial" panose="020B0604020202020204" pitchFamily="34" charset="0"/>
              <a:buNone/>
              <a:defRPr b="1">
                <a:solidFill>
                  <a:schemeClr val="tx2"/>
                </a:solidFill>
              </a:defRPr>
            </a:lvl4pPr>
            <a:lvl5pPr marL="0" indent="0">
              <a:lnSpc>
                <a:spcPct val="100000"/>
              </a:lnSpc>
              <a:spcBef>
                <a:spcPts val="0"/>
              </a:spcBef>
              <a:spcAft>
                <a:spcPts val="0"/>
              </a:spcAft>
              <a:buFont typeface="Arial" panose="020B0604020202020204" pitchFamily="34" charset="0"/>
              <a:buNone/>
              <a:defRPr b="1">
                <a:solidFill>
                  <a:schemeClr val="tx2"/>
                </a:solidFill>
              </a:defRPr>
            </a:lvl5pPr>
            <a:lvl6pPr marL="0" indent="0">
              <a:lnSpc>
                <a:spcPct val="100000"/>
              </a:lnSpc>
              <a:spcBef>
                <a:spcPts val="0"/>
              </a:spcBef>
              <a:spcAft>
                <a:spcPts val="0"/>
              </a:spcAft>
              <a:buFont typeface="Arial" panose="020B0604020202020204" pitchFamily="34" charset="0"/>
              <a:buNone/>
              <a:defRPr b="1">
                <a:solidFill>
                  <a:schemeClr val="tx2"/>
                </a:solidFill>
              </a:defRPr>
            </a:lvl6pPr>
            <a:lvl7pPr marL="0" indent="0">
              <a:lnSpc>
                <a:spcPct val="100000"/>
              </a:lnSpc>
              <a:spcBef>
                <a:spcPts val="0"/>
              </a:spcBef>
              <a:spcAft>
                <a:spcPts val="0"/>
              </a:spcAft>
              <a:buFont typeface="Arial" panose="020B0604020202020204" pitchFamily="34" charset="0"/>
              <a:buNone/>
              <a:defRPr b="1">
                <a:solidFill>
                  <a:schemeClr val="tx2"/>
                </a:solidFill>
              </a:defRPr>
            </a:lvl7pPr>
            <a:lvl8pPr marL="0" indent="0">
              <a:lnSpc>
                <a:spcPct val="100000"/>
              </a:lnSpc>
              <a:spcBef>
                <a:spcPts val="0"/>
              </a:spcBef>
              <a:spcAft>
                <a:spcPts val="0"/>
              </a:spcAft>
              <a:buFont typeface="Arial" panose="020B0604020202020204" pitchFamily="34" charset="0"/>
              <a:buNone/>
              <a:defRPr b="1">
                <a:solidFill>
                  <a:schemeClr val="tx2"/>
                </a:solidFill>
              </a:defRPr>
            </a:lvl8pPr>
            <a:lvl9pPr marL="0" indent="0">
              <a:lnSpc>
                <a:spcPct val="100000"/>
              </a:lnSpc>
              <a:spcBef>
                <a:spcPts val="0"/>
              </a:spcBef>
              <a:spcAft>
                <a:spcPts val="0"/>
              </a:spcAft>
              <a:buFont typeface="Arial" panose="020B0604020202020204" pitchFamily="34" charset="0"/>
              <a:buNone/>
              <a:defRPr b="1">
                <a:solidFill>
                  <a:schemeClr val="tx2"/>
                </a:solidFill>
              </a:defRPr>
            </a:lvl9pPr>
          </a:lstStyle>
          <a:p>
            <a:pPr algn="r" rtl="1"/>
            <a:r>
              <a:rPr lang="ar-SA" dirty="0">
                <a:solidFill>
                  <a:schemeClr val="accent1"/>
                </a:solidFill>
                <a:cs typeface="Arial" charset="0"/>
              </a:rPr>
              <a:t>محتوى غير شامل</a:t>
            </a:r>
          </a:p>
        </p:txBody>
      </p:sp>
      <p:sp>
        <p:nvSpPr>
          <p:cNvPr id="110" name="Bar">
            <a:extLst>
              <a:ext uri="{FF2B5EF4-FFF2-40B4-BE49-F238E27FC236}">
                <a16:creationId xmlns:a16="http://schemas.microsoft.com/office/drawing/2014/main" id="{81818575-03E3-4670-A482-2388A181A5DC}"/>
              </a:ext>
            </a:extLst>
          </p:cNvPr>
          <p:cNvSpPr/>
          <p:nvPr/>
        </p:nvSpPr>
        <p:spPr bwMode="hidden">
          <a:xfrm>
            <a:off x="10585655" y="337970"/>
            <a:ext cx="1554480" cy="18288"/>
          </a:xfrm>
          <a:prstGeom prst="rect">
            <a:avLst/>
          </a:pr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dirty="0">
              <a:solidFill>
                <a:schemeClr val="tx1"/>
              </a:solidFill>
            </a:endParaRPr>
          </a:p>
        </p:txBody>
      </p:sp>
      <p:sp>
        <p:nvSpPr>
          <p:cNvPr id="2" name="Rectangle 1">
            <a:extLst>
              <a:ext uri="{FF2B5EF4-FFF2-40B4-BE49-F238E27FC236}">
                <a16:creationId xmlns:a16="http://schemas.microsoft.com/office/drawing/2014/main" id="{7B9B3FFD-320A-7956-C4F6-78CA105EF74D}"/>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023018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378EBEB7-4EAD-453C-AB91-41EF182811C8}"/>
              </a:ext>
            </a:extLst>
          </p:cNvPr>
          <p:cNvGraphicFramePr>
            <a:graphicFrameLocks noChangeAspect="1"/>
          </p:cNvGraphicFramePr>
          <p:nvPr>
            <p:custDataLst>
              <p:tags r:id="rId1"/>
            </p:custDataLst>
            <p:extLst>
              <p:ext uri="{D42A27DB-BD31-4B8C-83A1-F6EECF244321}">
                <p14:modId xmlns:p14="http://schemas.microsoft.com/office/powerpoint/2010/main" val="27689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06" imgH="608" progId="TCLayout.ActiveDocument.1">
                  <p:embed/>
                </p:oleObj>
              </mc:Choice>
              <mc:Fallback>
                <p:oleObj name="think-cell Slide" r:id="rId4" imgW="606" imgH="608" progId="TCLayout.ActiveDocument.1">
                  <p:embed/>
                  <p:pic>
                    <p:nvPicPr>
                      <p:cNvPr id="11" name="Object 10" hidden="1">
                        <a:extLst>
                          <a:ext uri="{FF2B5EF4-FFF2-40B4-BE49-F238E27FC236}">
                            <a16:creationId xmlns:a16="http://schemas.microsoft.com/office/drawing/2014/main" id="{378EBEB7-4EAD-453C-AB91-41EF182811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7">
            <a:extLst>
              <a:ext uri="{FF2B5EF4-FFF2-40B4-BE49-F238E27FC236}">
                <a16:creationId xmlns:a16="http://schemas.microsoft.com/office/drawing/2014/main" id="{B863F18D-5526-427C-ABDB-F802A4312296}"/>
              </a:ext>
            </a:extLst>
          </p:cNvPr>
          <p:cNvSpPr>
            <a:spLocks noGrp="1"/>
          </p:cNvSpPr>
          <p:nvPr>
            <p:ph type="title"/>
          </p:nvPr>
        </p:nvSpPr>
        <p:spPr>
          <a:xfrm>
            <a:off x="442913" y="384048"/>
            <a:ext cx="11400743" cy="841248"/>
          </a:xfrm>
        </p:spPr>
        <p:txBody>
          <a:bodyPr vert="horz"/>
          <a:lstStyle/>
          <a:p>
            <a:pPr algn="r" rtl="1"/>
            <a:r>
              <a:rPr lang="ar-SA" dirty="0">
                <a:cs typeface="Arial" charset="0"/>
              </a:rPr>
              <a:t>وعليه، يرغب المركز في الحصول على الدعم الفني والاستشاري اللازم لإنشاء وتشغيل وحدة الإنجاز ودعم المبادرات</a:t>
            </a:r>
          </a:p>
        </p:txBody>
      </p:sp>
      <p:sp>
        <p:nvSpPr>
          <p:cNvPr id="9" name="Subtitle 8">
            <a:extLst>
              <a:ext uri="{FF2B5EF4-FFF2-40B4-BE49-F238E27FC236}">
                <a16:creationId xmlns:a16="http://schemas.microsoft.com/office/drawing/2014/main" id="{99D2D733-6979-4A97-A340-2EF8A7F78D06}"/>
              </a:ext>
            </a:extLst>
          </p:cNvPr>
          <p:cNvSpPr>
            <a:spLocks noGrp="1"/>
          </p:cNvSpPr>
          <p:nvPr>
            <p:ph type="subTitle" idx="1"/>
          </p:nvPr>
        </p:nvSpPr>
        <p:spPr/>
        <p:txBody>
          <a:bodyPr/>
          <a:lstStyle/>
          <a:p>
            <a:pPr algn="r" rtl="1"/>
            <a:r>
              <a:rPr lang="ar-SA" dirty="0">
                <a:cs typeface="Arial" charset="0"/>
              </a:rPr>
              <a:t>نطاق عمل المشروع</a:t>
            </a:r>
          </a:p>
        </p:txBody>
      </p:sp>
      <p:sp>
        <p:nvSpPr>
          <p:cNvPr id="10" name="Text Placeholder 9">
            <a:extLst>
              <a:ext uri="{FF2B5EF4-FFF2-40B4-BE49-F238E27FC236}">
                <a16:creationId xmlns:a16="http://schemas.microsoft.com/office/drawing/2014/main" id="{0F805D15-B8FD-4B52-A100-2A807FAD50E1}"/>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6" name="Slide Number Placeholder 5">
            <a:extLst>
              <a:ext uri="{FF2B5EF4-FFF2-40B4-BE49-F238E27FC236}">
                <a16:creationId xmlns:a16="http://schemas.microsoft.com/office/drawing/2014/main" id="{351B77EA-7C9A-4A39-9F57-C4D72E6171FE}"/>
              </a:ext>
            </a:extLst>
          </p:cNvPr>
          <p:cNvSpPr>
            <a:spLocks noGrp="1"/>
          </p:cNvSpPr>
          <p:nvPr>
            <p:ph type="sldNum"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b="1" strike="noStrike" kern="1200" cap="none" spc="0" normalizeH="0" noProof="0" dirty="0">
                <a:ln>
                  <a:noFill/>
                </a:ln>
                <a:solidFill>
                  <a:srgbClr val="000000"/>
                </a:solidFill>
                <a:effectLst/>
                <a:uLnTx/>
                <a:uFillTx/>
                <a:latin typeface="Arial"/>
                <a:cs typeface="Arial"/>
                <a:sym typeface="Arial"/>
              </a:rPr>
              <a:t>6</a:t>
            </a:r>
          </a:p>
        </p:txBody>
      </p:sp>
      <p:cxnSp>
        <p:nvCxnSpPr>
          <p:cNvPr id="29" name="Google Shape;684;p25">
            <a:extLst>
              <a:ext uri="{FF2B5EF4-FFF2-40B4-BE49-F238E27FC236}">
                <a16:creationId xmlns:a16="http://schemas.microsoft.com/office/drawing/2014/main" id="{ABB6A28C-76B2-4641-BF62-82A19B6A264C}"/>
              </a:ext>
            </a:extLst>
          </p:cNvPr>
          <p:cNvCxnSpPr/>
          <p:nvPr/>
        </p:nvCxnSpPr>
        <p:spPr>
          <a:xfrm flipH="1">
            <a:off x="4327525" y="4763171"/>
            <a:ext cx="693229" cy="461156"/>
          </a:xfrm>
          <a:prstGeom prst="straightConnector1">
            <a:avLst/>
          </a:prstGeom>
          <a:noFill/>
          <a:ln>
            <a:noFill/>
          </a:ln>
        </p:spPr>
      </p:cxnSp>
      <p:sp>
        <p:nvSpPr>
          <p:cNvPr id="25" name="Google Shape;680;p25">
            <a:extLst>
              <a:ext uri="{FF2B5EF4-FFF2-40B4-BE49-F238E27FC236}">
                <a16:creationId xmlns:a16="http://schemas.microsoft.com/office/drawing/2014/main" id="{833A6BB2-E337-4538-B32C-65B4FF92A16A}"/>
              </a:ext>
            </a:extLst>
          </p:cNvPr>
          <p:cNvSpPr/>
          <p:nvPr/>
        </p:nvSpPr>
        <p:spPr>
          <a:xfrm>
            <a:off x="4211051" y="3048926"/>
            <a:ext cx="3754250" cy="3425026"/>
          </a:xfrm>
          <a:prstGeom prst="rect">
            <a:avLst/>
          </a:prstGeom>
          <a:solidFill>
            <a:srgbClr val="DADADA"/>
          </a:solidFill>
          <a:ln w="9525" cap="flat" cmpd="sng">
            <a:solidFill>
              <a:srgbClr val="FFFFFF"/>
            </a:solidFill>
            <a:prstDash val="solid"/>
            <a:round/>
            <a:headEnd type="none" w="sm" len="sm"/>
            <a:tailEnd type="none" w="sm" len="sm"/>
          </a:ln>
        </p:spPr>
        <p:txBody>
          <a:bodyPr spcFirstLastPara="1" wrap="square" lIns="91425" tIns="91440" rIns="0" bIns="36000" anchor="t" anchorCtr="0">
            <a:noAutofit/>
          </a:bodyPr>
          <a:lstStyle/>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تحديد الجهات المسؤولة والمالكة لكل مبادرة وبرنامج وتفصيل أدوارها الرئيسية وأولويات التركيز ومتطلبات القوى العاملة والقدرات ومتطلبات الميزانية</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تصميم نموذج حوكمة يراعي المبادرات والبرامج التي ينفذها المركز بالتعاون مع الجهات الأخرى ذات العلاقة المساهمة في التنفيذ</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تطوير إجراءات نموذج الحوكمة ومصفوفة الصلاحيات</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تقديم الدعم التشغيلي ونقل المعرفة إلى موظفي المركز لإدارة تنفيذ المبادرات</a:t>
            </a:r>
          </a:p>
        </p:txBody>
      </p:sp>
      <p:sp>
        <p:nvSpPr>
          <p:cNvPr id="27" name="Google Shape;682;p25">
            <a:extLst>
              <a:ext uri="{FF2B5EF4-FFF2-40B4-BE49-F238E27FC236}">
                <a16:creationId xmlns:a16="http://schemas.microsoft.com/office/drawing/2014/main" id="{B2F3811D-E474-4AA4-95A2-D81EC65EF655}"/>
              </a:ext>
            </a:extLst>
          </p:cNvPr>
          <p:cNvSpPr/>
          <p:nvPr/>
        </p:nvSpPr>
        <p:spPr>
          <a:xfrm>
            <a:off x="7994829" y="3048926"/>
            <a:ext cx="3754250" cy="3425026"/>
          </a:xfrm>
          <a:prstGeom prst="rect">
            <a:avLst/>
          </a:prstGeom>
          <a:solidFill>
            <a:srgbClr val="F7DBE0"/>
          </a:solidFill>
          <a:ln w="9525" cap="flat" cmpd="sng">
            <a:solidFill>
              <a:srgbClr val="FFFFFF"/>
            </a:solidFill>
            <a:prstDash val="solid"/>
            <a:round/>
            <a:headEnd type="none" w="sm" len="sm"/>
            <a:tailEnd type="none" w="sm" len="sm"/>
          </a:ln>
        </p:spPr>
        <p:txBody>
          <a:bodyPr spcFirstLastPara="1" wrap="square" lIns="64008" tIns="91440" rIns="0" bIns="36000" anchor="t" anchorCtr="0">
            <a:noAutofit/>
          </a:bodyPr>
          <a:lstStyle/>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تحديد الخدمات المخصصة حاليًا في المركز أو المرشحة للتخصيص، وتحديد فرص التحسين</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تحليل الفوائد الاقتصادية والإدارية والتشغيلية من تخصيص الخدمات المرشحة</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إجراء تحليل مالي وتقييم للسوق لتحديد مدى جدوى تخصيص الفرص</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rPr>
              <a:t>تحديد نماذج الشراكة بين القطاعين العام والخاص وتحديد نموذج الحوكمة لدفع عملية التخصيص</a:t>
            </a:r>
          </a:p>
        </p:txBody>
      </p:sp>
      <p:sp>
        <p:nvSpPr>
          <p:cNvPr id="28" name="Google Shape;683;p25">
            <a:extLst>
              <a:ext uri="{FF2B5EF4-FFF2-40B4-BE49-F238E27FC236}">
                <a16:creationId xmlns:a16="http://schemas.microsoft.com/office/drawing/2014/main" id="{73D6B08A-0094-43EA-B9CF-DDD7FFB50CD0}"/>
              </a:ext>
            </a:extLst>
          </p:cNvPr>
          <p:cNvSpPr/>
          <p:nvPr/>
        </p:nvSpPr>
        <p:spPr>
          <a:xfrm>
            <a:off x="442909" y="3048926"/>
            <a:ext cx="3754250" cy="3425026"/>
          </a:xfrm>
          <a:prstGeom prst="rect">
            <a:avLst/>
          </a:prstGeom>
          <a:solidFill>
            <a:srgbClr val="F4C9C9"/>
          </a:solidFill>
          <a:ln w="9525" cap="flat" cmpd="sng">
            <a:solidFill>
              <a:srgbClr val="FFFFFF"/>
            </a:solidFill>
            <a:prstDash val="solid"/>
            <a:round/>
            <a:headEnd type="none" w="sm" len="sm"/>
            <a:tailEnd type="none" w="sm" len="sm"/>
          </a:ln>
        </p:spPr>
        <p:txBody>
          <a:bodyPr spcFirstLastPara="1" wrap="square" lIns="91425" tIns="91440" rIns="0" bIns="36000" anchor="t" anchorCtr="0">
            <a:noAutofit/>
          </a:bodyPr>
          <a:lstStyle/>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sym typeface="Arial"/>
              </a:rPr>
              <a:t>إجراء مقابلات مع أصحاب المصلحة والجهات المعنية في المركز لفهم الأهداف والتطلعات والتحديات</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sym typeface="Arial"/>
              </a:rPr>
              <a:t>تقييم قدرات تنفيذ استراتيجية المركز وتحديد المتطلبات بما يتماشى مع أفضل الممارسات العالمية</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sym typeface="Arial"/>
              </a:rPr>
              <a:t>وضع خارطة طريق موحدة ومنسجمة لمبادرات وبرامج المركز</a:t>
            </a:r>
          </a:p>
          <a:p>
            <a:pPr marL="91440" marR="0" lvl="0" indent="-91440" algn="r" defTabSz="914400" rtl="1"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ar-SA" sz="1400" strike="noStrike" kern="1200" cap="none" spc="0" normalizeH="0" noProof="0" dirty="0">
                <a:ln>
                  <a:noFill/>
                </a:ln>
                <a:solidFill>
                  <a:srgbClr val="000000"/>
                </a:solidFill>
                <a:effectLst/>
                <a:uLnTx/>
                <a:uFillTx/>
                <a:latin typeface="Arial"/>
                <a:ea typeface="+mn-ea"/>
                <a:cs typeface="+mn-cs"/>
                <a:sym typeface="Arial"/>
              </a:rPr>
              <a:t>مراجعة وتقييم المؤشرات التشغيلية والاستراتيجية لأداء مبادرات المركز ومبادرات الإستراتيجية الوطنية لإدارة النفايات</a:t>
            </a:r>
          </a:p>
        </p:txBody>
      </p:sp>
      <p:sp>
        <p:nvSpPr>
          <p:cNvPr id="46" name="Google Shape;701;p25">
            <a:extLst>
              <a:ext uri="{FF2B5EF4-FFF2-40B4-BE49-F238E27FC236}">
                <a16:creationId xmlns:a16="http://schemas.microsoft.com/office/drawing/2014/main" id="{021F20D3-90DC-4805-B079-EE9D986FB86D}"/>
              </a:ext>
            </a:extLst>
          </p:cNvPr>
          <p:cNvSpPr/>
          <p:nvPr/>
        </p:nvSpPr>
        <p:spPr>
          <a:xfrm>
            <a:off x="442914" y="2466952"/>
            <a:ext cx="3754250" cy="543469"/>
          </a:xfrm>
          <a:prstGeom prst="rect">
            <a:avLst/>
          </a:prstGeom>
          <a:solidFill>
            <a:srgbClr val="F4C9C9"/>
          </a:solidFill>
          <a:ln>
            <a:noFill/>
          </a:ln>
        </p:spPr>
        <p:txBody>
          <a:bodyPr spcFirstLastPara="1" wrap="square" lIns="0" tIns="91425" rIns="0" bIns="36000" anchor="ctr" anchorCtr="0">
            <a:noAutofit/>
          </a:bodyPr>
          <a:lstStyle/>
          <a:p>
            <a:pPr marL="0" marR="0" lvl="0" indent="0" algn="ctr" defTabSz="898798" rtl="1" eaLnBrk="1" fontAlgn="auto" latinLnBrk="0" hangingPunct="1">
              <a:spcBef>
                <a:spcPts val="0"/>
              </a:spcBef>
              <a:spcAft>
                <a:spcPts val="0"/>
              </a:spcAft>
              <a:buClr>
                <a:srgbClr val="000000"/>
              </a:buClr>
              <a:buSzPts val="1600"/>
              <a:buFont typeface="Arial"/>
              <a:buNone/>
              <a:tabLst/>
              <a:defRPr/>
            </a:pPr>
            <a:r>
              <a:rPr kumimoji="0" lang="ar-SA" sz="1400" b="1" strike="noStrike" kern="1200" cap="none" spc="0" normalizeH="0" noProof="0" dirty="0">
                <a:ln>
                  <a:noFill/>
                </a:ln>
                <a:solidFill>
                  <a:srgbClr val="000000"/>
                </a:solidFill>
                <a:effectLst/>
                <a:uLnTx/>
                <a:uFillTx/>
                <a:latin typeface="Arial"/>
                <a:ea typeface="Arial"/>
                <a:cs typeface="Arial"/>
                <a:sym typeface="Arial"/>
              </a:rPr>
              <a:t>1. مراجعة الخطط الحالية وقدرات التنفيذ</a:t>
            </a:r>
          </a:p>
        </p:txBody>
      </p:sp>
      <p:sp>
        <p:nvSpPr>
          <p:cNvPr id="53" name="Google Shape;708;p25">
            <a:extLst>
              <a:ext uri="{FF2B5EF4-FFF2-40B4-BE49-F238E27FC236}">
                <a16:creationId xmlns:a16="http://schemas.microsoft.com/office/drawing/2014/main" id="{4146837B-CCCD-4083-A8CE-1B15749E9EF9}"/>
              </a:ext>
            </a:extLst>
          </p:cNvPr>
          <p:cNvSpPr/>
          <p:nvPr/>
        </p:nvSpPr>
        <p:spPr>
          <a:xfrm>
            <a:off x="7994829" y="2466952"/>
            <a:ext cx="3754250" cy="543469"/>
          </a:xfrm>
          <a:prstGeom prst="rect">
            <a:avLst/>
          </a:prstGeom>
          <a:solidFill>
            <a:srgbClr val="F7DBE0"/>
          </a:solidFill>
          <a:ln>
            <a:noFill/>
          </a:ln>
        </p:spPr>
        <p:txBody>
          <a:bodyPr spcFirstLastPara="1" wrap="square" lIns="0" tIns="91425" rIns="0" bIns="36000" anchor="ctr" anchorCtr="0">
            <a:noAutofit/>
          </a:bodyPr>
          <a:lstStyle/>
          <a:p>
            <a:pPr marL="0" marR="0" lvl="0" indent="0" algn="ctr" defTabSz="898798" rtl="1" eaLnBrk="1" fontAlgn="auto" latinLnBrk="0" hangingPunct="1">
              <a:spcBef>
                <a:spcPts val="0"/>
              </a:spcBef>
              <a:spcAft>
                <a:spcPts val="0"/>
              </a:spcAft>
              <a:buClr>
                <a:srgbClr val="000000"/>
              </a:buClr>
              <a:buSzPts val="1600"/>
              <a:buFont typeface="Arial"/>
              <a:buNone/>
              <a:tabLst/>
              <a:defRPr/>
            </a:pPr>
            <a:r>
              <a:rPr kumimoji="0" lang="ar-SA" sz="1400" b="1" strike="noStrike" kern="1200" cap="none" spc="0" normalizeH="0" noProof="0" dirty="0">
                <a:ln>
                  <a:noFill/>
                </a:ln>
                <a:solidFill>
                  <a:srgbClr val="000000"/>
                </a:solidFill>
                <a:effectLst/>
                <a:uLnTx/>
                <a:uFillTx/>
                <a:latin typeface="Arial"/>
                <a:ea typeface="Arial"/>
                <a:cs typeface="Arial"/>
                <a:sym typeface="Arial"/>
              </a:rPr>
              <a:t>3. تقديم الخدمات الاستشارية لفرص التخصيص في المركز</a:t>
            </a:r>
            <a:r>
              <a:rPr lang="ar-SA" dirty="0">
                <a:cs typeface="Arial" charset="0"/>
              </a:rPr>
              <a:t> </a:t>
            </a:r>
            <a:br>
              <a:rPr kumimoji="0" lang="en-US" sz="1400" b="1" i="0" u="none" strike="noStrike" kern="1200" cap="none" spc="0" normalizeH="0" baseline="0" noProof="0" dirty="0">
                <a:ln>
                  <a:noFill/>
                </a:ln>
                <a:solidFill>
                  <a:srgbClr val="000000"/>
                </a:solidFill>
                <a:effectLst/>
                <a:uLnTx/>
                <a:uFillTx/>
                <a:latin typeface="Arial"/>
                <a:ea typeface="Arial"/>
                <a:cs typeface="Arial"/>
                <a:sym typeface="Arial"/>
              </a:rPr>
            </a:br>
            <a:endParaRPr kumimoji="0" lang="en-US" sz="1400" b="1"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30" name="Google Shape;685;p25">
            <a:extLst>
              <a:ext uri="{FF2B5EF4-FFF2-40B4-BE49-F238E27FC236}">
                <a16:creationId xmlns:a16="http://schemas.microsoft.com/office/drawing/2014/main" id="{EB3EAABD-A203-430C-9E75-DB39F6EAEDEA}"/>
              </a:ext>
            </a:extLst>
          </p:cNvPr>
          <p:cNvSpPr/>
          <p:nvPr/>
        </p:nvSpPr>
        <p:spPr>
          <a:xfrm>
            <a:off x="4211051" y="2466952"/>
            <a:ext cx="3754250" cy="543469"/>
          </a:xfrm>
          <a:prstGeom prst="rect">
            <a:avLst/>
          </a:prstGeom>
          <a:solidFill>
            <a:srgbClr val="DADADA"/>
          </a:solidFill>
          <a:ln>
            <a:noFill/>
          </a:ln>
        </p:spPr>
        <p:txBody>
          <a:bodyPr spcFirstLastPara="1" wrap="square" lIns="0" tIns="91425" rIns="0" bIns="36000" anchor="ctr" anchorCtr="0">
            <a:noAutofit/>
          </a:bodyPr>
          <a:lstStyle/>
          <a:p>
            <a:pPr marL="0" marR="0" lvl="0" indent="0" algn="ctr" defTabSz="898798" rtl="1" eaLnBrk="1" fontAlgn="auto" latinLnBrk="0" hangingPunct="1">
              <a:spcBef>
                <a:spcPts val="0"/>
              </a:spcBef>
              <a:spcAft>
                <a:spcPts val="0"/>
              </a:spcAft>
              <a:buClr>
                <a:srgbClr val="000000"/>
              </a:buClr>
              <a:buSzPts val="1600"/>
              <a:buFont typeface="Arial"/>
              <a:buNone/>
              <a:tabLst/>
              <a:defRPr/>
            </a:pPr>
            <a:r>
              <a:rPr kumimoji="0" lang="ar-SA" sz="1400" b="1" strike="noStrike" kern="1200" cap="none" spc="0" normalizeH="0" noProof="0" dirty="0">
                <a:ln>
                  <a:noFill/>
                </a:ln>
                <a:solidFill>
                  <a:srgbClr val="000000"/>
                </a:solidFill>
                <a:effectLst/>
                <a:uLnTx/>
                <a:uFillTx/>
                <a:latin typeface="Arial"/>
                <a:ea typeface="Arial"/>
                <a:cs typeface="Arial"/>
                <a:sym typeface="Arial"/>
              </a:rPr>
              <a:t>2. تصميم وتشغيل وحدة الإنجاز ودعم تنفيذ المبادرات</a:t>
            </a:r>
          </a:p>
        </p:txBody>
      </p:sp>
      <p:cxnSp>
        <p:nvCxnSpPr>
          <p:cNvPr id="34" name="Google Shape;691;p25">
            <a:extLst>
              <a:ext uri="{FF2B5EF4-FFF2-40B4-BE49-F238E27FC236}">
                <a16:creationId xmlns:a16="http://schemas.microsoft.com/office/drawing/2014/main" id="{4765E6E5-A507-4225-9E04-23D77ADEEB04}"/>
              </a:ext>
            </a:extLst>
          </p:cNvPr>
          <p:cNvCxnSpPr>
            <a:cxnSpLocks/>
          </p:cNvCxnSpPr>
          <p:nvPr/>
        </p:nvCxnSpPr>
        <p:spPr>
          <a:xfrm flipH="1">
            <a:off x="6085981" y="2279688"/>
            <a:ext cx="1" cy="173256"/>
          </a:xfrm>
          <a:prstGeom prst="straightConnector1">
            <a:avLst/>
          </a:prstGeom>
          <a:noFill/>
          <a:ln w="25400" cap="sq" cmpd="sng">
            <a:solidFill>
              <a:schemeClr val="dk1"/>
            </a:solidFill>
            <a:prstDash val="solid"/>
            <a:round/>
            <a:headEnd type="none" w="sm" len="sm"/>
            <a:tailEnd type="oval" w="med" len="med"/>
          </a:ln>
        </p:spPr>
      </p:cxnSp>
      <p:cxnSp>
        <p:nvCxnSpPr>
          <p:cNvPr id="51" name="Google Shape;706;p25">
            <a:extLst>
              <a:ext uri="{FF2B5EF4-FFF2-40B4-BE49-F238E27FC236}">
                <a16:creationId xmlns:a16="http://schemas.microsoft.com/office/drawing/2014/main" id="{2309F362-653D-4797-8BBD-8B405C53BE66}"/>
              </a:ext>
            </a:extLst>
          </p:cNvPr>
          <p:cNvCxnSpPr>
            <a:cxnSpLocks/>
          </p:cNvCxnSpPr>
          <p:nvPr/>
        </p:nvCxnSpPr>
        <p:spPr>
          <a:xfrm>
            <a:off x="2308529" y="2279688"/>
            <a:ext cx="0" cy="173256"/>
          </a:xfrm>
          <a:prstGeom prst="straightConnector1">
            <a:avLst/>
          </a:prstGeom>
          <a:noFill/>
          <a:ln w="25400" cap="sq" cmpd="sng">
            <a:solidFill>
              <a:schemeClr val="accent1"/>
            </a:solidFill>
            <a:prstDash val="solid"/>
            <a:round/>
            <a:headEnd type="none" w="sm" len="sm"/>
            <a:tailEnd type="oval" w="med" len="med"/>
          </a:ln>
        </p:spPr>
      </p:cxnSp>
      <p:grpSp>
        <p:nvGrpSpPr>
          <p:cNvPr id="38" name="Group 37">
            <a:extLst>
              <a:ext uri="{FF2B5EF4-FFF2-40B4-BE49-F238E27FC236}">
                <a16:creationId xmlns:a16="http://schemas.microsoft.com/office/drawing/2014/main" id="{4F4A1CBC-59E6-41B1-9A42-89D9336815E4}"/>
              </a:ext>
            </a:extLst>
          </p:cNvPr>
          <p:cNvGrpSpPr/>
          <p:nvPr/>
        </p:nvGrpSpPr>
        <p:grpSpPr>
          <a:xfrm>
            <a:off x="1861647" y="1478163"/>
            <a:ext cx="916785" cy="907270"/>
            <a:chOff x="1903319" y="1574669"/>
            <a:chExt cx="833441" cy="824791"/>
          </a:xfrm>
        </p:grpSpPr>
        <p:sp>
          <p:nvSpPr>
            <p:cNvPr id="40" name="Google Shape;703;p25">
              <a:extLst>
                <a:ext uri="{FF2B5EF4-FFF2-40B4-BE49-F238E27FC236}">
                  <a16:creationId xmlns:a16="http://schemas.microsoft.com/office/drawing/2014/main" id="{DD2F0604-52A7-4F72-AD13-2B6B77D56B6E}"/>
                </a:ext>
              </a:extLst>
            </p:cNvPr>
            <p:cNvSpPr/>
            <p:nvPr/>
          </p:nvSpPr>
          <p:spPr>
            <a:xfrm>
              <a:off x="1903320" y="1574669"/>
              <a:ext cx="833440" cy="816143"/>
            </a:xfrm>
            <a:custGeom>
              <a:avLst/>
              <a:gdLst/>
              <a:ahLst/>
              <a:cxnLst/>
              <a:rect l="l" t="t" r="r" b="b"/>
              <a:pathLst>
                <a:path w="1624138" h="1590432" extrusionOk="0">
                  <a:moveTo>
                    <a:pt x="0" y="795216"/>
                  </a:moveTo>
                  <a:cubicBezTo>
                    <a:pt x="0" y="356030"/>
                    <a:pt x="363576" y="0"/>
                    <a:pt x="812069" y="0"/>
                  </a:cubicBezTo>
                  <a:cubicBezTo>
                    <a:pt x="1260562" y="0"/>
                    <a:pt x="1624138" y="356030"/>
                    <a:pt x="1624138" y="795216"/>
                  </a:cubicBezTo>
                  <a:cubicBezTo>
                    <a:pt x="1624138" y="1234402"/>
                    <a:pt x="1260562" y="1590432"/>
                    <a:pt x="812069" y="1590432"/>
                  </a:cubicBezTo>
                </a:path>
              </a:pathLst>
            </a:custGeom>
            <a:noFill/>
            <a:ln w="38100" cap="rnd" cmpd="sng">
              <a:solidFill>
                <a:srgbClr val="DEDEDE"/>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1" name="Google Shape;704;p25">
              <a:extLst>
                <a:ext uri="{FF2B5EF4-FFF2-40B4-BE49-F238E27FC236}">
                  <a16:creationId xmlns:a16="http://schemas.microsoft.com/office/drawing/2014/main" id="{AFDDA82A-E00D-40E2-BBD4-126B744B947E}"/>
                </a:ext>
              </a:extLst>
            </p:cNvPr>
            <p:cNvSpPr/>
            <p:nvPr/>
          </p:nvSpPr>
          <p:spPr>
            <a:xfrm>
              <a:off x="1903319" y="1991389"/>
              <a:ext cx="408072" cy="408071"/>
            </a:xfrm>
            <a:custGeom>
              <a:avLst/>
              <a:gdLst/>
              <a:ahLst/>
              <a:cxnLst/>
              <a:rect l="l" t="t" r="r" b="b"/>
              <a:pathLst>
                <a:path w="795216" h="795216" extrusionOk="0">
                  <a:moveTo>
                    <a:pt x="795216" y="795216"/>
                  </a:moveTo>
                  <a:cubicBezTo>
                    <a:pt x="356030" y="795216"/>
                    <a:pt x="0" y="439186"/>
                    <a:pt x="0" y="0"/>
                  </a:cubicBezTo>
                </a:path>
              </a:pathLst>
            </a:custGeom>
            <a:noFill/>
            <a:ln w="38100" cap="rnd" cmpd="sng">
              <a:solidFill>
                <a:schemeClr val="accent1"/>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42" name="Google Shape;705;p25">
              <a:extLst>
                <a:ext uri="{FF2B5EF4-FFF2-40B4-BE49-F238E27FC236}">
                  <a16:creationId xmlns:a16="http://schemas.microsoft.com/office/drawing/2014/main" id="{2BC9C436-2329-4966-8C00-D496332EB69D}"/>
                </a:ext>
              </a:extLst>
            </p:cNvPr>
            <p:cNvSpPr/>
            <p:nvPr/>
          </p:nvSpPr>
          <p:spPr>
            <a:xfrm>
              <a:off x="1982765" y="1662764"/>
              <a:ext cx="657251" cy="657250"/>
            </a:xfrm>
            <a:prstGeom prst="ellipse">
              <a:avLst/>
            </a:prstGeom>
            <a:solidFill>
              <a:srgbClr val="DF6060"/>
            </a:solidFill>
            <a:ln>
              <a:noFill/>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pic>
        <p:nvPicPr>
          <p:cNvPr id="35847" name="Picture 7" descr="Internet of things ">
            <a:extLst>
              <a:ext uri="{FF2B5EF4-FFF2-40B4-BE49-F238E27FC236}">
                <a16:creationId xmlns:a16="http://schemas.microsoft.com/office/drawing/2014/main" id="{4A880D90-266E-4731-AE05-F6F3A45B2547}"/>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021454" y="1645597"/>
            <a:ext cx="568766" cy="568766"/>
          </a:xfrm>
          <a:prstGeom prst="rect">
            <a:avLst/>
          </a:prstGeom>
          <a:noFill/>
          <a:extLst>
            <a:ext uri="{909E8E84-426E-40DD-AFC4-6F175D3DCCD1}">
              <a14:hiddenFill xmlns:a14="http://schemas.microsoft.com/office/drawing/2010/main">
                <a:solidFill>
                  <a:srgbClr val="FFFFFF"/>
                </a:solidFill>
              </a14:hiddenFill>
            </a:ext>
          </a:extLst>
        </p:spPr>
      </p:pic>
      <p:grpSp>
        <p:nvGrpSpPr>
          <p:cNvPr id="61" name="Group 60">
            <a:extLst>
              <a:ext uri="{FF2B5EF4-FFF2-40B4-BE49-F238E27FC236}">
                <a16:creationId xmlns:a16="http://schemas.microsoft.com/office/drawing/2014/main" id="{EAF93E51-CEAC-4B21-AB47-C5D74AE17967}"/>
              </a:ext>
            </a:extLst>
          </p:cNvPr>
          <p:cNvGrpSpPr/>
          <p:nvPr/>
        </p:nvGrpSpPr>
        <p:grpSpPr>
          <a:xfrm>
            <a:off x="5639299" y="1478163"/>
            <a:ext cx="897756" cy="916784"/>
            <a:chOff x="5680106" y="1577008"/>
            <a:chExt cx="816143" cy="833440"/>
          </a:xfrm>
        </p:grpSpPr>
        <p:sp>
          <p:nvSpPr>
            <p:cNvPr id="62" name="Google Shape;690;p25">
              <a:extLst>
                <a:ext uri="{FF2B5EF4-FFF2-40B4-BE49-F238E27FC236}">
                  <a16:creationId xmlns:a16="http://schemas.microsoft.com/office/drawing/2014/main" id="{BF56AE34-EE2E-4C42-B7DD-081866B70520}"/>
                </a:ext>
              </a:extLst>
            </p:cNvPr>
            <p:cNvSpPr/>
            <p:nvPr/>
          </p:nvSpPr>
          <p:spPr>
            <a:xfrm>
              <a:off x="5757369" y="1665102"/>
              <a:ext cx="657250" cy="657250"/>
            </a:xfrm>
            <a:prstGeom prst="ellipse">
              <a:avLst/>
            </a:prstGeom>
            <a:solidFill>
              <a:srgbClr val="3F3F3F"/>
            </a:solidFill>
            <a:ln>
              <a:noFill/>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nvGrpSpPr>
            <p:cNvPr id="63" name="Google Shape;687;p25">
              <a:extLst>
                <a:ext uri="{FF2B5EF4-FFF2-40B4-BE49-F238E27FC236}">
                  <a16:creationId xmlns:a16="http://schemas.microsoft.com/office/drawing/2014/main" id="{74A26E25-2A36-4952-8259-80A377F6AEF4}"/>
                </a:ext>
              </a:extLst>
            </p:cNvPr>
            <p:cNvGrpSpPr/>
            <p:nvPr/>
          </p:nvGrpSpPr>
          <p:grpSpPr>
            <a:xfrm rot="5400000">
              <a:off x="5671458" y="1585656"/>
              <a:ext cx="833440" cy="816143"/>
              <a:chOff x="6254460" y="1588063"/>
              <a:chExt cx="1624139" cy="1590432"/>
            </a:xfrm>
          </p:grpSpPr>
          <p:sp>
            <p:nvSpPr>
              <p:cNvPr id="64" name="Google Shape;688;p25">
                <a:extLst>
                  <a:ext uri="{FF2B5EF4-FFF2-40B4-BE49-F238E27FC236}">
                    <a16:creationId xmlns:a16="http://schemas.microsoft.com/office/drawing/2014/main" id="{EC4D8396-B3C3-442D-835C-60EA28284532}"/>
                  </a:ext>
                </a:extLst>
              </p:cNvPr>
              <p:cNvSpPr/>
              <p:nvPr/>
            </p:nvSpPr>
            <p:spPr>
              <a:xfrm>
                <a:off x="6254461" y="1588063"/>
                <a:ext cx="1624138" cy="1590432"/>
              </a:xfrm>
              <a:custGeom>
                <a:avLst/>
                <a:gdLst/>
                <a:ahLst/>
                <a:cxnLst/>
                <a:rect l="l" t="t" r="r" b="b"/>
                <a:pathLst>
                  <a:path w="1624138" h="1590432" extrusionOk="0">
                    <a:moveTo>
                      <a:pt x="0" y="795216"/>
                    </a:moveTo>
                    <a:cubicBezTo>
                      <a:pt x="0" y="356030"/>
                      <a:pt x="363576" y="0"/>
                      <a:pt x="812069" y="0"/>
                    </a:cubicBezTo>
                    <a:cubicBezTo>
                      <a:pt x="1260562" y="0"/>
                      <a:pt x="1624138" y="356030"/>
                      <a:pt x="1624138" y="795216"/>
                    </a:cubicBezTo>
                    <a:cubicBezTo>
                      <a:pt x="1624138" y="1234402"/>
                      <a:pt x="1260562" y="1590432"/>
                      <a:pt x="812069" y="1590432"/>
                    </a:cubicBezTo>
                  </a:path>
                </a:pathLst>
              </a:custGeom>
              <a:noFill/>
              <a:ln w="38100" cap="rnd" cmpd="sng">
                <a:solidFill>
                  <a:srgbClr val="DEDEDE"/>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65" name="Google Shape;689;p25">
                <a:extLst>
                  <a:ext uri="{FF2B5EF4-FFF2-40B4-BE49-F238E27FC236}">
                    <a16:creationId xmlns:a16="http://schemas.microsoft.com/office/drawing/2014/main" id="{BAC55BF8-2D44-44A1-BD32-7F1CB8E81F55}"/>
                  </a:ext>
                </a:extLst>
              </p:cNvPr>
              <p:cNvSpPr/>
              <p:nvPr/>
            </p:nvSpPr>
            <p:spPr>
              <a:xfrm>
                <a:off x="6254460" y="2383279"/>
                <a:ext cx="795216" cy="795216"/>
              </a:xfrm>
              <a:custGeom>
                <a:avLst/>
                <a:gdLst/>
                <a:ahLst/>
                <a:cxnLst/>
                <a:rect l="l" t="t" r="r" b="b"/>
                <a:pathLst>
                  <a:path w="795216" h="795216" extrusionOk="0">
                    <a:moveTo>
                      <a:pt x="795216" y="795216"/>
                    </a:moveTo>
                    <a:cubicBezTo>
                      <a:pt x="356030" y="795216"/>
                      <a:pt x="0" y="439186"/>
                      <a:pt x="0" y="0"/>
                    </a:cubicBezTo>
                  </a:path>
                </a:pathLst>
              </a:custGeom>
              <a:noFill/>
              <a:ln w="38100" cap="rnd" cmpd="sng">
                <a:solidFill>
                  <a:srgbClr val="464646"/>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grpSp>
      <p:pic>
        <p:nvPicPr>
          <p:cNvPr id="35849" name="Picture 9" descr="It department ">
            <a:extLst>
              <a:ext uri="{FF2B5EF4-FFF2-40B4-BE49-F238E27FC236}">
                <a16:creationId xmlns:a16="http://schemas.microsoft.com/office/drawing/2014/main" id="{ABA1F6A7-662A-4A8E-A806-4D7EE5D4B83C}"/>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848342" y="1691311"/>
            <a:ext cx="470055" cy="470055"/>
          </a:xfrm>
          <a:prstGeom prst="rect">
            <a:avLst/>
          </a:prstGeom>
          <a:noFill/>
          <a:extLst>
            <a:ext uri="{909E8E84-426E-40DD-AFC4-6F175D3DCCD1}">
              <a14:hiddenFill xmlns:a14="http://schemas.microsoft.com/office/drawing/2010/main">
                <a:solidFill>
                  <a:srgbClr val="FFFFFF"/>
                </a:solidFill>
              </a14:hiddenFill>
            </a:ext>
          </a:extLst>
        </p:spPr>
      </p:pic>
      <p:cxnSp>
        <p:nvCxnSpPr>
          <p:cNvPr id="57" name="Google Shape;714;p25">
            <a:extLst>
              <a:ext uri="{FF2B5EF4-FFF2-40B4-BE49-F238E27FC236}">
                <a16:creationId xmlns:a16="http://schemas.microsoft.com/office/drawing/2014/main" id="{AB602C17-A040-4B07-B9B1-465A066EF3FE}"/>
              </a:ext>
            </a:extLst>
          </p:cNvPr>
          <p:cNvCxnSpPr>
            <a:cxnSpLocks/>
          </p:cNvCxnSpPr>
          <p:nvPr/>
        </p:nvCxnSpPr>
        <p:spPr>
          <a:xfrm flipH="1">
            <a:off x="9866280" y="2279688"/>
            <a:ext cx="1" cy="173256"/>
          </a:xfrm>
          <a:prstGeom prst="straightConnector1">
            <a:avLst/>
          </a:prstGeom>
          <a:noFill/>
          <a:ln w="25400" cap="sq" cmpd="sng">
            <a:solidFill>
              <a:schemeClr val="accent2"/>
            </a:solidFill>
            <a:prstDash val="solid"/>
            <a:round/>
            <a:headEnd type="none" w="sm" len="sm"/>
            <a:tailEnd type="oval" w="med" len="med"/>
          </a:ln>
        </p:spPr>
      </p:cxnSp>
      <p:grpSp>
        <p:nvGrpSpPr>
          <p:cNvPr id="44" name="Group 43">
            <a:extLst>
              <a:ext uri="{FF2B5EF4-FFF2-40B4-BE49-F238E27FC236}">
                <a16:creationId xmlns:a16="http://schemas.microsoft.com/office/drawing/2014/main" id="{1BC3798F-3F3A-4B83-83DF-94E7223FB3A3}"/>
              </a:ext>
            </a:extLst>
          </p:cNvPr>
          <p:cNvGrpSpPr/>
          <p:nvPr/>
        </p:nvGrpSpPr>
        <p:grpSpPr>
          <a:xfrm>
            <a:off x="9413562" y="1476860"/>
            <a:ext cx="916785" cy="897757"/>
            <a:chOff x="9455234" y="1572328"/>
            <a:chExt cx="833441" cy="816143"/>
          </a:xfrm>
        </p:grpSpPr>
        <p:grpSp>
          <p:nvGrpSpPr>
            <p:cNvPr id="45" name="Google Shape;710;p25">
              <a:extLst>
                <a:ext uri="{FF2B5EF4-FFF2-40B4-BE49-F238E27FC236}">
                  <a16:creationId xmlns:a16="http://schemas.microsoft.com/office/drawing/2014/main" id="{EE30C6F9-537F-46EA-B952-61F2BFDF2F30}"/>
                </a:ext>
              </a:extLst>
            </p:cNvPr>
            <p:cNvGrpSpPr/>
            <p:nvPr/>
          </p:nvGrpSpPr>
          <p:grpSpPr>
            <a:xfrm rot="10800000">
              <a:off x="9455234" y="1572328"/>
              <a:ext cx="833441" cy="816143"/>
              <a:chOff x="6254460" y="1588063"/>
              <a:chExt cx="1624139" cy="1590432"/>
            </a:xfrm>
          </p:grpSpPr>
          <p:sp>
            <p:nvSpPr>
              <p:cNvPr id="52" name="Google Shape;711;p25">
                <a:extLst>
                  <a:ext uri="{FF2B5EF4-FFF2-40B4-BE49-F238E27FC236}">
                    <a16:creationId xmlns:a16="http://schemas.microsoft.com/office/drawing/2014/main" id="{03E9C405-7B18-47E8-8D44-39CB3D6DDF34}"/>
                  </a:ext>
                </a:extLst>
              </p:cNvPr>
              <p:cNvSpPr/>
              <p:nvPr/>
            </p:nvSpPr>
            <p:spPr>
              <a:xfrm>
                <a:off x="6254461" y="1588063"/>
                <a:ext cx="1624138" cy="1590432"/>
              </a:xfrm>
              <a:custGeom>
                <a:avLst/>
                <a:gdLst/>
                <a:ahLst/>
                <a:cxnLst/>
                <a:rect l="l" t="t" r="r" b="b"/>
                <a:pathLst>
                  <a:path w="1624138" h="1590432" extrusionOk="0">
                    <a:moveTo>
                      <a:pt x="0" y="795216"/>
                    </a:moveTo>
                    <a:cubicBezTo>
                      <a:pt x="0" y="356030"/>
                      <a:pt x="363576" y="0"/>
                      <a:pt x="812069" y="0"/>
                    </a:cubicBezTo>
                    <a:cubicBezTo>
                      <a:pt x="1260562" y="0"/>
                      <a:pt x="1624138" y="356030"/>
                      <a:pt x="1624138" y="795216"/>
                    </a:cubicBezTo>
                    <a:cubicBezTo>
                      <a:pt x="1624138" y="1234402"/>
                      <a:pt x="1260562" y="1590432"/>
                      <a:pt x="812069" y="1590432"/>
                    </a:cubicBezTo>
                  </a:path>
                </a:pathLst>
              </a:custGeom>
              <a:noFill/>
              <a:ln w="38100" cap="rnd" cmpd="sng">
                <a:solidFill>
                  <a:srgbClr val="DEDEDE"/>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sp>
            <p:nvSpPr>
              <p:cNvPr id="58" name="Google Shape;712;p25">
                <a:extLst>
                  <a:ext uri="{FF2B5EF4-FFF2-40B4-BE49-F238E27FC236}">
                    <a16:creationId xmlns:a16="http://schemas.microsoft.com/office/drawing/2014/main" id="{05C86EDC-ED58-47D3-97BC-47E90B076B05}"/>
                  </a:ext>
                </a:extLst>
              </p:cNvPr>
              <p:cNvSpPr/>
              <p:nvPr/>
            </p:nvSpPr>
            <p:spPr>
              <a:xfrm>
                <a:off x="6254460" y="2383279"/>
                <a:ext cx="795216" cy="795216"/>
              </a:xfrm>
              <a:custGeom>
                <a:avLst/>
                <a:gdLst/>
                <a:ahLst/>
                <a:cxnLst/>
                <a:rect l="l" t="t" r="r" b="b"/>
                <a:pathLst>
                  <a:path w="795216" h="795216" extrusionOk="0">
                    <a:moveTo>
                      <a:pt x="795216" y="795216"/>
                    </a:moveTo>
                    <a:cubicBezTo>
                      <a:pt x="356030" y="795216"/>
                      <a:pt x="0" y="439186"/>
                      <a:pt x="0" y="0"/>
                    </a:cubicBezTo>
                  </a:path>
                </a:pathLst>
              </a:custGeom>
              <a:noFill/>
              <a:ln w="38100" cap="rnd" cmpd="sng">
                <a:solidFill>
                  <a:srgbClr val="E998A6"/>
                </a:solidFill>
                <a:prstDash val="dot"/>
                <a:round/>
                <a:headEnd type="none" w="sm" len="sm"/>
                <a:tailEnd type="none" w="sm" len="sm"/>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sp>
          <p:nvSpPr>
            <p:cNvPr id="47" name="Google Shape;713;p25">
              <a:extLst>
                <a:ext uri="{FF2B5EF4-FFF2-40B4-BE49-F238E27FC236}">
                  <a16:creationId xmlns:a16="http://schemas.microsoft.com/office/drawing/2014/main" id="{C07528F1-C458-4083-B23B-2D380DDCCDC1}"/>
                </a:ext>
              </a:extLst>
            </p:cNvPr>
            <p:cNvSpPr/>
            <p:nvPr/>
          </p:nvSpPr>
          <p:spPr>
            <a:xfrm>
              <a:off x="9539067" y="1660423"/>
              <a:ext cx="657251" cy="657250"/>
            </a:xfrm>
            <a:prstGeom prst="ellipse">
              <a:avLst/>
            </a:prstGeom>
            <a:solidFill>
              <a:srgbClr val="E996A4"/>
            </a:solidFill>
            <a:ln>
              <a:noFill/>
            </a:ln>
          </p:spPr>
          <p:txBody>
            <a:bodyPr spcFirstLastPara="1" wrap="square" lIns="91425" tIns="45700" rIns="91425" bIns="45700" anchor="ctr" anchorCtr="0">
              <a:noAutofit/>
            </a:bodyPr>
            <a:lstStyle/>
            <a:p>
              <a:pPr marL="0" marR="0" lvl="0" indent="0" algn="ctr" defTabSz="898798" rtl="0" eaLnBrk="1" fontAlgn="auto" latinLnBrk="0" hangingPunct="1">
                <a:lnSpc>
                  <a:spcPct val="100000"/>
                </a:lnSpc>
                <a:spcBef>
                  <a:spcPts val="0"/>
                </a:spcBef>
                <a:spcAft>
                  <a:spcPts val="0"/>
                </a:spcAft>
                <a:buClr>
                  <a:srgbClr val="000000"/>
                </a:buClr>
                <a:buSzPts val="1600"/>
                <a:buFont typeface="Arial"/>
                <a:buNone/>
                <a:tabLst/>
                <a:defRPr/>
              </a:pPr>
              <a:endParaRPr kumimoji="0" lang="en-GB" sz="1600" b="0" i="0" u="none" strike="noStrike" kern="1200" cap="none" spc="0" normalizeH="0" baseline="0" noProof="0" dirty="0">
                <a:ln>
                  <a:noFill/>
                </a:ln>
                <a:solidFill>
                  <a:srgbClr val="FFFFFF"/>
                </a:solidFill>
                <a:effectLst/>
                <a:uLnTx/>
                <a:uFillTx/>
                <a:latin typeface="Arial"/>
                <a:ea typeface="Arial"/>
                <a:cs typeface="Arial"/>
                <a:sym typeface="Arial"/>
              </a:endParaRPr>
            </a:p>
          </p:txBody>
        </p:sp>
      </p:grpSp>
      <p:pic>
        <p:nvPicPr>
          <p:cNvPr id="35851" name="Picture 11" descr="Settings ">
            <a:extLst>
              <a:ext uri="{FF2B5EF4-FFF2-40B4-BE49-F238E27FC236}">
                <a16:creationId xmlns:a16="http://schemas.microsoft.com/office/drawing/2014/main" id="{ABFB5B34-2352-477F-9317-BD3E500DA504}"/>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609345" y="1676721"/>
            <a:ext cx="517060" cy="51706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DC0F2DE6-80FF-3A8E-845C-96DF954BFB79}"/>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3192279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extLst>
              <p:ext uri="{D42A27DB-BD31-4B8C-83A1-F6EECF244321}">
                <p14:modId xmlns:p14="http://schemas.microsoft.com/office/powerpoint/2010/main" val="1425275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95199"/>
            <a:ext cx="11487830" cy="841248"/>
          </a:xfrm>
        </p:spPr>
        <p:txBody>
          <a:bodyPr vert="horz"/>
          <a:lstStyle/>
          <a:p>
            <a:pPr algn="r" rtl="1"/>
            <a:r>
              <a:rPr lang="ar-SA" sz="3200" dirty="0">
                <a:cs typeface="Arial" charset="0"/>
              </a:rPr>
              <a:t>نتمتع بمكانة ومؤهلات فريدة تمكننا من دعم المركز وتقديم المساعدة في تأسيس وحدة دعم المبادرات الاستراتيجية لتعزيز قدرات التنفيذ الفعال في المركز</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مميزات إستراتيجي أند</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7</a:t>
            </a:r>
          </a:p>
        </p:txBody>
      </p:sp>
      <p:sp>
        <p:nvSpPr>
          <p:cNvPr id="60" name="Pentagon 2">
            <a:extLst>
              <a:ext uri="{FF2B5EF4-FFF2-40B4-BE49-F238E27FC236}">
                <a16:creationId xmlns:a16="http://schemas.microsoft.com/office/drawing/2014/main" id="{75952F0D-D726-453B-BD0A-63469DD64CA8}"/>
              </a:ext>
            </a:extLst>
          </p:cNvPr>
          <p:cNvSpPr/>
          <p:nvPr/>
        </p:nvSpPr>
        <p:spPr>
          <a:xfrm>
            <a:off x="0" y="1736725"/>
            <a:ext cx="12184392" cy="4618352"/>
          </a:xfrm>
          <a:prstGeom prst="homePlate">
            <a:avLst>
              <a:gd name="adj" fmla="val 0"/>
            </a:avLst>
          </a:prstGeom>
          <a:pattFill prst="lgConfetti">
            <a:fgClr>
              <a:srgbClr val="FFFFFF"/>
            </a:fgClr>
            <a:bgClr>
              <a:srgbClr val="7D7D7D">
                <a:lumMod val="20000"/>
                <a:lumOff val="80000"/>
              </a:srgbClr>
            </a:bgClr>
          </a:pattFill>
          <a:ln w="6350">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dirty="0">
              <a:ln>
                <a:noFill/>
              </a:ln>
              <a:solidFill>
                <a:srgbClr val="000000"/>
              </a:solidFill>
              <a:effectLst/>
              <a:uLnTx/>
              <a:uFillTx/>
            </a:endParaRPr>
          </a:p>
        </p:txBody>
      </p:sp>
      <p:sp>
        <p:nvSpPr>
          <p:cNvPr id="61" name="Google Shape;2938;p389">
            <a:extLst>
              <a:ext uri="{FF2B5EF4-FFF2-40B4-BE49-F238E27FC236}">
                <a16:creationId xmlns:a16="http://schemas.microsoft.com/office/drawing/2014/main" id="{FDA7E515-F61B-4349-8ABE-F4D1DD6BB0F0}"/>
              </a:ext>
            </a:extLst>
          </p:cNvPr>
          <p:cNvSpPr/>
          <p:nvPr/>
        </p:nvSpPr>
        <p:spPr>
          <a:xfrm>
            <a:off x="8554382" y="1736724"/>
            <a:ext cx="3196293" cy="968375"/>
          </a:xfrm>
          <a:prstGeom prst="round1Rect">
            <a:avLst>
              <a:gd name="adj" fmla="val 29159"/>
            </a:avLst>
          </a:prstGeom>
          <a:solidFill>
            <a:srgbClr val="A32020">
              <a:lumMod val="20000"/>
              <a:lumOff val="80000"/>
            </a:srgbClr>
          </a:solidFill>
          <a:ln>
            <a:noFill/>
          </a:ln>
        </p:spPr>
        <p:txBody>
          <a:bodyPr spcFirstLastPara="1" wrap="square" lIns="822960" tIns="60917" rIns="0" bIns="60917"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b="1" strike="noStrike" kern="0" cap="none" spc="0" normalizeH="0" noProof="0" dirty="0">
                <a:ln>
                  <a:noFill/>
                </a:ln>
                <a:solidFill>
                  <a:srgbClr val="000000"/>
                </a:solidFill>
                <a:effectLst/>
                <a:uLnTx/>
                <a:uFillTx/>
                <a:ea typeface="Arial"/>
                <a:cs typeface="Arial"/>
                <a:sym typeface="Arial"/>
              </a:rPr>
              <a:t>مركز متكامل وفريد من نوعه للقدرات بدءًا من الاستراتيجية وانتهاءً بالتنفيذ</a:t>
            </a:r>
          </a:p>
        </p:txBody>
      </p:sp>
      <p:sp>
        <p:nvSpPr>
          <p:cNvPr id="62" name="Google Shape;2158;p17">
            <a:extLst>
              <a:ext uri="{FF2B5EF4-FFF2-40B4-BE49-F238E27FC236}">
                <a16:creationId xmlns:a16="http://schemas.microsoft.com/office/drawing/2014/main" id="{581A8470-1366-4766-B544-4D6DD701C4A6}"/>
              </a:ext>
            </a:extLst>
          </p:cNvPr>
          <p:cNvSpPr/>
          <p:nvPr/>
        </p:nvSpPr>
        <p:spPr>
          <a:xfrm>
            <a:off x="452461" y="1736725"/>
            <a:ext cx="1247909" cy="968374"/>
          </a:xfrm>
          <a:custGeom>
            <a:avLst/>
            <a:gdLst/>
            <a:ahLst/>
            <a:cxnLst/>
            <a:rect l="l" t="t" r="r" b="b"/>
            <a:pathLst>
              <a:path w="607224" h="471202" extrusionOk="0">
                <a:moveTo>
                  <a:pt x="608065" y="233712"/>
                </a:moveTo>
                <a:cubicBezTo>
                  <a:pt x="609122" y="238865"/>
                  <a:pt x="605798" y="243894"/>
                  <a:pt x="600636" y="244952"/>
                </a:cubicBezTo>
                <a:cubicBezTo>
                  <a:pt x="599950" y="245095"/>
                  <a:pt x="599245" y="245152"/>
                  <a:pt x="598540" y="245142"/>
                </a:cubicBezTo>
                <a:lnTo>
                  <a:pt x="562345" y="245142"/>
                </a:lnTo>
                <a:cubicBezTo>
                  <a:pt x="538762" y="244837"/>
                  <a:pt x="517035" y="257896"/>
                  <a:pt x="506243" y="278861"/>
                </a:cubicBezTo>
                <a:cubicBezTo>
                  <a:pt x="506243" y="279337"/>
                  <a:pt x="506243" y="279718"/>
                  <a:pt x="505576" y="280099"/>
                </a:cubicBezTo>
                <a:lnTo>
                  <a:pt x="440711" y="392494"/>
                </a:lnTo>
                <a:lnTo>
                  <a:pt x="421090" y="426403"/>
                </a:lnTo>
                <a:cubicBezTo>
                  <a:pt x="420137" y="428117"/>
                  <a:pt x="419089" y="429737"/>
                  <a:pt x="418042" y="431356"/>
                </a:cubicBezTo>
                <a:lnTo>
                  <a:pt x="418042" y="431356"/>
                </a:lnTo>
                <a:lnTo>
                  <a:pt x="418042" y="431356"/>
                </a:lnTo>
                <a:cubicBezTo>
                  <a:pt x="405697" y="449625"/>
                  <a:pt x="387047" y="462684"/>
                  <a:pt x="365654" y="468027"/>
                </a:cubicBezTo>
                <a:cubicBezTo>
                  <a:pt x="358558" y="469865"/>
                  <a:pt x="351262" y="470790"/>
                  <a:pt x="343937" y="470790"/>
                </a:cubicBezTo>
                <a:lnTo>
                  <a:pt x="174963" y="470790"/>
                </a:lnTo>
                <a:lnTo>
                  <a:pt x="170296" y="470790"/>
                </a:lnTo>
                <a:cubicBezTo>
                  <a:pt x="147627" y="469609"/>
                  <a:pt x="126195" y="459836"/>
                  <a:pt x="110479" y="443453"/>
                </a:cubicBezTo>
                <a:cubicBezTo>
                  <a:pt x="105430" y="438252"/>
                  <a:pt x="101049" y="432461"/>
                  <a:pt x="97430" y="426213"/>
                </a:cubicBezTo>
                <a:lnTo>
                  <a:pt x="28850" y="307341"/>
                </a:lnTo>
                <a:lnTo>
                  <a:pt x="12943" y="279908"/>
                </a:lnTo>
                <a:cubicBezTo>
                  <a:pt x="12372" y="278861"/>
                  <a:pt x="11895" y="277813"/>
                  <a:pt x="11323" y="276860"/>
                </a:cubicBezTo>
                <a:cubicBezTo>
                  <a:pt x="371" y="256029"/>
                  <a:pt x="-1915" y="231760"/>
                  <a:pt x="4847" y="209233"/>
                </a:cubicBezTo>
                <a:cubicBezTo>
                  <a:pt x="6847" y="202604"/>
                  <a:pt x="9514" y="196212"/>
                  <a:pt x="12943" y="190183"/>
                </a:cubicBezTo>
                <a:lnTo>
                  <a:pt x="77904" y="77693"/>
                </a:lnTo>
                <a:lnTo>
                  <a:pt x="96954" y="43784"/>
                </a:lnTo>
                <a:cubicBezTo>
                  <a:pt x="97906" y="42165"/>
                  <a:pt x="98954" y="40450"/>
                  <a:pt x="100002" y="38926"/>
                </a:cubicBezTo>
                <a:lnTo>
                  <a:pt x="100002" y="38926"/>
                </a:lnTo>
                <a:lnTo>
                  <a:pt x="100002" y="38926"/>
                </a:lnTo>
                <a:cubicBezTo>
                  <a:pt x="112099" y="21143"/>
                  <a:pt x="130100" y="8274"/>
                  <a:pt x="150865" y="2636"/>
                </a:cubicBezTo>
                <a:lnTo>
                  <a:pt x="152865" y="2159"/>
                </a:lnTo>
                <a:cubicBezTo>
                  <a:pt x="159819" y="435"/>
                  <a:pt x="167058" y="-431"/>
                  <a:pt x="174201" y="-412"/>
                </a:cubicBezTo>
                <a:lnTo>
                  <a:pt x="343175" y="-412"/>
                </a:lnTo>
                <a:lnTo>
                  <a:pt x="349557" y="-412"/>
                </a:lnTo>
                <a:cubicBezTo>
                  <a:pt x="370731" y="1159"/>
                  <a:pt x="390676" y="10170"/>
                  <a:pt x="405849" y="25019"/>
                </a:cubicBezTo>
                <a:lnTo>
                  <a:pt x="406325" y="25496"/>
                </a:lnTo>
                <a:lnTo>
                  <a:pt x="406325" y="25496"/>
                </a:lnTo>
                <a:lnTo>
                  <a:pt x="407278" y="26448"/>
                </a:lnTo>
                <a:cubicBezTo>
                  <a:pt x="412431" y="31754"/>
                  <a:pt x="416908" y="37669"/>
                  <a:pt x="420613" y="44069"/>
                </a:cubicBezTo>
                <a:lnTo>
                  <a:pt x="489288" y="162941"/>
                </a:lnTo>
                <a:lnTo>
                  <a:pt x="505100" y="190469"/>
                </a:lnTo>
                <a:lnTo>
                  <a:pt x="505100" y="190469"/>
                </a:lnTo>
                <a:cubicBezTo>
                  <a:pt x="515834" y="211652"/>
                  <a:pt x="537456" y="225121"/>
                  <a:pt x="561202" y="225425"/>
                </a:cubicBezTo>
                <a:lnTo>
                  <a:pt x="597397" y="225425"/>
                </a:lnTo>
                <a:cubicBezTo>
                  <a:pt x="602531" y="225092"/>
                  <a:pt x="607113" y="228654"/>
                  <a:pt x="608065" y="233712"/>
                </a:cubicBezTo>
                <a:close/>
              </a:path>
            </a:pathLst>
          </a:custGeom>
          <a:solidFill>
            <a:srgbClr val="A32020">
              <a:lumMod val="60000"/>
              <a:lumOff val="40000"/>
            </a:srgbClr>
          </a:solidFill>
          <a:ln>
            <a:noFill/>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ea typeface="Arial"/>
              <a:cs typeface="Arial"/>
              <a:sym typeface="Arial"/>
            </a:endParaRPr>
          </a:p>
        </p:txBody>
      </p:sp>
      <p:sp>
        <p:nvSpPr>
          <p:cNvPr id="64" name="Google Shape;2938;p389">
            <a:extLst>
              <a:ext uri="{FF2B5EF4-FFF2-40B4-BE49-F238E27FC236}">
                <a16:creationId xmlns:a16="http://schemas.microsoft.com/office/drawing/2014/main" id="{B36D3284-FF24-4F65-9249-847ED4936C5C}"/>
              </a:ext>
            </a:extLst>
          </p:cNvPr>
          <p:cNvSpPr/>
          <p:nvPr/>
        </p:nvSpPr>
        <p:spPr>
          <a:xfrm>
            <a:off x="4748351" y="1736724"/>
            <a:ext cx="3196293" cy="968375"/>
          </a:xfrm>
          <a:prstGeom prst="round1Rect">
            <a:avLst>
              <a:gd name="adj" fmla="val 29159"/>
            </a:avLst>
          </a:prstGeom>
          <a:solidFill>
            <a:srgbClr val="FFFFFF">
              <a:lumMod val="85000"/>
            </a:srgbClr>
          </a:solidFill>
          <a:ln>
            <a:noFill/>
          </a:ln>
        </p:spPr>
        <p:txBody>
          <a:bodyPr spcFirstLastPara="1" wrap="none" lIns="795528" tIns="60917" rIns="0" bIns="60917"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strike="noStrike" kern="0" cap="none" spc="0" normalizeH="0" noProof="0" dirty="0">
                <a:ln>
                  <a:noFill/>
                </a:ln>
                <a:solidFill>
                  <a:srgbClr val="000000"/>
                </a:solidFill>
                <a:effectLst/>
                <a:uLnTx/>
                <a:uFillTx/>
                <a:ea typeface="Arial"/>
                <a:cs typeface="Arial"/>
                <a:sym typeface="Arial"/>
              </a:rPr>
              <a:t>سجل حافل من العمل على تنفيذ البرامج</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strike="noStrike" kern="0" cap="none" spc="0" normalizeH="0" noProof="0" dirty="0">
                <a:ln>
                  <a:noFill/>
                </a:ln>
                <a:solidFill>
                  <a:srgbClr val="000000"/>
                </a:solidFill>
                <a:effectLst/>
                <a:uLnTx/>
                <a:uFillTx/>
                <a:ea typeface="Arial"/>
                <a:cs typeface="Arial"/>
                <a:sym typeface="Arial"/>
              </a:rPr>
              <a:t>والمشاريع بنظام البناء والتشغيل</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strike="noStrike" kern="0" cap="none" spc="0" normalizeH="0" noProof="0" dirty="0">
                <a:ln>
                  <a:noFill/>
                </a:ln>
                <a:solidFill>
                  <a:srgbClr val="000000"/>
                </a:solidFill>
                <a:effectLst/>
                <a:uLnTx/>
                <a:uFillTx/>
                <a:ea typeface="Arial"/>
                <a:cs typeface="Arial"/>
                <a:sym typeface="Arial"/>
              </a:rPr>
              <a:t>والنقل في المملكة</a:t>
            </a:r>
            <a:endParaRPr kumimoji="0" lang="en-US" sz="1400" b="1" i="0" u="none" strike="noStrike" kern="0" cap="none" spc="0" normalizeH="0" baseline="0" noProof="0" dirty="0">
              <a:ln>
                <a:noFill/>
              </a:ln>
              <a:solidFill>
                <a:srgbClr val="000000"/>
              </a:solidFill>
              <a:effectLst/>
              <a:uLnTx/>
              <a:uFillTx/>
              <a:ea typeface="Arial"/>
              <a:cs typeface="Arial"/>
              <a:sym typeface="Arial"/>
            </a:endParaRPr>
          </a:p>
        </p:txBody>
      </p:sp>
      <p:sp>
        <p:nvSpPr>
          <p:cNvPr id="65" name="Google Shape;2158;p17">
            <a:extLst>
              <a:ext uri="{FF2B5EF4-FFF2-40B4-BE49-F238E27FC236}">
                <a16:creationId xmlns:a16="http://schemas.microsoft.com/office/drawing/2014/main" id="{2A55CBE0-5F53-4AA1-BDE2-9DC13CCCE8D6}"/>
              </a:ext>
            </a:extLst>
          </p:cNvPr>
          <p:cNvSpPr/>
          <p:nvPr/>
        </p:nvSpPr>
        <p:spPr>
          <a:xfrm>
            <a:off x="4258492" y="1736725"/>
            <a:ext cx="1247909" cy="968374"/>
          </a:xfrm>
          <a:custGeom>
            <a:avLst/>
            <a:gdLst/>
            <a:ahLst/>
            <a:cxnLst/>
            <a:rect l="l" t="t" r="r" b="b"/>
            <a:pathLst>
              <a:path w="607224" h="471202" extrusionOk="0">
                <a:moveTo>
                  <a:pt x="608065" y="233712"/>
                </a:moveTo>
                <a:cubicBezTo>
                  <a:pt x="609122" y="238865"/>
                  <a:pt x="605798" y="243894"/>
                  <a:pt x="600636" y="244952"/>
                </a:cubicBezTo>
                <a:cubicBezTo>
                  <a:pt x="599950" y="245095"/>
                  <a:pt x="599245" y="245152"/>
                  <a:pt x="598540" y="245142"/>
                </a:cubicBezTo>
                <a:lnTo>
                  <a:pt x="562345" y="245142"/>
                </a:lnTo>
                <a:cubicBezTo>
                  <a:pt x="538762" y="244837"/>
                  <a:pt x="517035" y="257896"/>
                  <a:pt x="506243" y="278861"/>
                </a:cubicBezTo>
                <a:cubicBezTo>
                  <a:pt x="506243" y="279337"/>
                  <a:pt x="506243" y="279718"/>
                  <a:pt x="505576" y="280099"/>
                </a:cubicBezTo>
                <a:lnTo>
                  <a:pt x="440711" y="392494"/>
                </a:lnTo>
                <a:lnTo>
                  <a:pt x="421090" y="426403"/>
                </a:lnTo>
                <a:cubicBezTo>
                  <a:pt x="420137" y="428117"/>
                  <a:pt x="419089" y="429737"/>
                  <a:pt x="418042" y="431356"/>
                </a:cubicBezTo>
                <a:lnTo>
                  <a:pt x="418042" y="431356"/>
                </a:lnTo>
                <a:lnTo>
                  <a:pt x="418042" y="431356"/>
                </a:lnTo>
                <a:cubicBezTo>
                  <a:pt x="405697" y="449625"/>
                  <a:pt x="387047" y="462684"/>
                  <a:pt x="365654" y="468027"/>
                </a:cubicBezTo>
                <a:cubicBezTo>
                  <a:pt x="358558" y="469865"/>
                  <a:pt x="351262" y="470790"/>
                  <a:pt x="343937" y="470790"/>
                </a:cubicBezTo>
                <a:lnTo>
                  <a:pt x="174963" y="470790"/>
                </a:lnTo>
                <a:lnTo>
                  <a:pt x="170296" y="470790"/>
                </a:lnTo>
                <a:cubicBezTo>
                  <a:pt x="147627" y="469609"/>
                  <a:pt x="126195" y="459836"/>
                  <a:pt x="110479" y="443453"/>
                </a:cubicBezTo>
                <a:cubicBezTo>
                  <a:pt x="105430" y="438252"/>
                  <a:pt x="101049" y="432461"/>
                  <a:pt x="97430" y="426213"/>
                </a:cubicBezTo>
                <a:lnTo>
                  <a:pt x="28850" y="307341"/>
                </a:lnTo>
                <a:lnTo>
                  <a:pt x="12943" y="279908"/>
                </a:lnTo>
                <a:cubicBezTo>
                  <a:pt x="12372" y="278861"/>
                  <a:pt x="11895" y="277813"/>
                  <a:pt x="11323" y="276860"/>
                </a:cubicBezTo>
                <a:cubicBezTo>
                  <a:pt x="371" y="256029"/>
                  <a:pt x="-1915" y="231760"/>
                  <a:pt x="4847" y="209233"/>
                </a:cubicBezTo>
                <a:cubicBezTo>
                  <a:pt x="6847" y="202604"/>
                  <a:pt x="9514" y="196212"/>
                  <a:pt x="12943" y="190183"/>
                </a:cubicBezTo>
                <a:lnTo>
                  <a:pt x="77904" y="77693"/>
                </a:lnTo>
                <a:lnTo>
                  <a:pt x="96954" y="43784"/>
                </a:lnTo>
                <a:cubicBezTo>
                  <a:pt x="97906" y="42165"/>
                  <a:pt x="98954" y="40450"/>
                  <a:pt x="100002" y="38926"/>
                </a:cubicBezTo>
                <a:lnTo>
                  <a:pt x="100002" y="38926"/>
                </a:lnTo>
                <a:lnTo>
                  <a:pt x="100002" y="38926"/>
                </a:lnTo>
                <a:cubicBezTo>
                  <a:pt x="112099" y="21143"/>
                  <a:pt x="130100" y="8274"/>
                  <a:pt x="150865" y="2636"/>
                </a:cubicBezTo>
                <a:lnTo>
                  <a:pt x="152865" y="2159"/>
                </a:lnTo>
                <a:cubicBezTo>
                  <a:pt x="159819" y="435"/>
                  <a:pt x="167058" y="-431"/>
                  <a:pt x="174201" y="-412"/>
                </a:cubicBezTo>
                <a:lnTo>
                  <a:pt x="343175" y="-412"/>
                </a:lnTo>
                <a:lnTo>
                  <a:pt x="349557" y="-412"/>
                </a:lnTo>
                <a:cubicBezTo>
                  <a:pt x="370731" y="1159"/>
                  <a:pt x="390676" y="10170"/>
                  <a:pt x="405849" y="25019"/>
                </a:cubicBezTo>
                <a:lnTo>
                  <a:pt x="406325" y="25496"/>
                </a:lnTo>
                <a:lnTo>
                  <a:pt x="406325" y="25496"/>
                </a:lnTo>
                <a:lnTo>
                  <a:pt x="407278" y="26448"/>
                </a:lnTo>
                <a:cubicBezTo>
                  <a:pt x="412431" y="31754"/>
                  <a:pt x="416908" y="37669"/>
                  <a:pt x="420613" y="44069"/>
                </a:cubicBezTo>
                <a:lnTo>
                  <a:pt x="489288" y="162941"/>
                </a:lnTo>
                <a:lnTo>
                  <a:pt x="505100" y="190469"/>
                </a:lnTo>
                <a:lnTo>
                  <a:pt x="505100" y="190469"/>
                </a:lnTo>
                <a:cubicBezTo>
                  <a:pt x="515834" y="211652"/>
                  <a:pt x="537456" y="225121"/>
                  <a:pt x="561202" y="225425"/>
                </a:cubicBezTo>
                <a:lnTo>
                  <a:pt x="597397" y="225425"/>
                </a:lnTo>
                <a:cubicBezTo>
                  <a:pt x="602531" y="225092"/>
                  <a:pt x="607113" y="228654"/>
                  <a:pt x="608065" y="233712"/>
                </a:cubicBezTo>
                <a:close/>
              </a:path>
            </a:pathLst>
          </a:custGeom>
          <a:solidFill>
            <a:srgbClr val="000000">
              <a:lumMod val="50000"/>
              <a:lumOff val="50000"/>
            </a:srgbClr>
          </a:solidFill>
          <a:ln>
            <a:noFill/>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ea typeface="Arial"/>
              <a:cs typeface="Arial"/>
              <a:sym typeface="Arial"/>
            </a:endParaRPr>
          </a:p>
        </p:txBody>
      </p:sp>
      <p:sp>
        <p:nvSpPr>
          <p:cNvPr id="67" name="Google Shape;2938;p389">
            <a:extLst>
              <a:ext uri="{FF2B5EF4-FFF2-40B4-BE49-F238E27FC236}">
                <a16:creationId xmlns:a16="http://schemas.microsoft.com/office/drawing/2014/main" id="{1AFEF7EA-94DC-42FB-ADAF-93E62AA2CACE}"/>
              </a:ext>
            </a:extLst>
          </p:cNvPr>
          <p:cNvSpPr/>
          <p:nvPr/>
        </p:nvSpPr>
        <p:spPr>
          <a:xfrm>
            <a:off x="1072463" y="1736723"/>
            <a:ext cx="3196293" cy="968375"/>
          </a:xfrm>
          <a:prstGeom prst="round1Rect">
            <a:avLst>
              <a:gd name="adj" fmla="val 29159"/>
            </a:avLst>
          </a:prstGeom>
          <a:solidFill>
            <a:srgbClr val="DB536A">
              <a:lumMod val="40000"/>
              <a:lumOff val="60000"/>
            </a:srgbClr>
          </a:solidFill>
          <a:ln>
            <a:noFill/>
          </a:ln>
        </p:spPr>
        <p:txBody>
          <a:bodyPr spcFirstLastPara="1" wrap="square" lIns="822960" tIns="60917" rIns="0" bIns="60917"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400" b="1" strike="noStrike" kern="0" cap="none" spc="0" normalizeH="0" noProof="0" dirty="0">
                <a:ln>
                  <a:noFill/>
                </a:ln>
                <a:solidFill>
                  <a:srgbClr val="000000"/>
                </a:solidFill>
                <a:effectLst/>
                <a:uLnTx/>
                <a:uFillTx/>
                <a:ea typeface="Arial"/>
                <a:cs typeface="Arial"/>
                <a:sym typeface="Arial"/>
              </a:rPr>
              <a:t>معرفة عميقة وإلمام واسع بمنظومة إدارة النفايات في المملكة</a:t>
            </a:r>
          </a:p>
        </p:txBody>
      </p:sp>
      <p:sp>
        <p:nvSpPr>
          <p:cNvPr id="68" name="Google Shape;2158;p17">
            <a:extLst>
              <a:ext uri="{FF2B5EF4-FFF2-40B4-BE49-F238E27FC236}">
                <a16:creationId xmlns:a16="http://schemas.microsoft.com/office/drawing/2014/main" id="{8D262868-11CC-4AF1-94F4-0BC0B31419CE}"/>
              </a:ext>
            </a:extLst>
          </p:cNvPr>
          <p:cNvSpPr/>
          <p:nvPr/>
        </p:nvSpPr>
        <p:spPr>
          <a:xfrm>
            <a:off x="8064523" y="1736725"/>
            <a:ext cx="1247909" cy="968374"/>
          </a:xfrm>
          <a:custGeom>
            <a:avLst/>
            <a:gdLst/>
            <a:ahLst/>
            <a:cxnLst/>
            <a:rect l="l" t="t" r="r" b="b"/>
            <a:pathLst>
              <a:path w="607224" h="471202" extrusionOk="0">
                <a:moveTo>
                  <a:pt x="608065" y="233712"/>
                </a:moveTo>
                <a:cubicBezTo>
                  <a:pt x="609122" y="238865"/>
                  <a:pt x="605798" y="243894"/>
                  <a:pt x="600636" y="244952"/>
                </a:cubicBezTo>
                <a:cubicBezTo>
                  <a:pt x="599950" y="245095"/>
                  <a:pt x="599245" y="245152"/>
                  <a:pt x="598540" y="245142"/>
                </a:cubicBezTo>
                <a:lnTo>
                  <a:pt x="562345" y="245142"/>
                </a:lnTo>
                <a:cubicBezTo>
                  <a:pt x="538762" y="244837"/>
                  <a:pt x="517035" y="257896"/>
                  <a:pt x="506243" y="278861"/>
                </a:cubicBezTo>
                <a:cubicBezTo>
                  <a:pt x="506243" y="279337"/>
                  <a:pt x="506243" y="279718"/>
                  <a:pt x="505576" y="280099"/>
                </a:cubicBezTo>
                <a:lnTo>
                  <a:pt x="440711" y="392494"/>
                </a:lnTo>
                <a:lnTo>
                  <a:pt x="421090" y="426403"/>
                </a:lnTo>
                <a:cubicBezTo>
                  <a:pt x="420137" y="428117"/>
                  <a:pt x="419089" y="429737"/>
                  <a:pt x="418042" y="431356"/>
                </a:cubicBezTo>
                <a:lnTo>
                  <a:pt x="418042" y="431356"/>
                </a:lnTo>
                <a:lnTo>
                  <a:pt x="418042" y="431356"/>
                </a:lnTo>
                <a:cubicBezTo>
                  <a:pt x="405697" y="449625"/>
                  <a:pt x="387047" y="462684"/>
                  <a:pt x="365654" y="468027"/>
                </a:cubicBezTo>
                <a:cubicBezTo>
                  <a:pt x="358558" y="469865"/>
                  <a:pt x="351262" y="470790"/>
                  <a:pt x="343937" y="470790"/>
                </a:cubicBezTo>
                <a:lnTo>
                  <a:pt x="174963" y="470790"/>
                </a:lnTo>
                <a:lnTo>
                  <a:pt x="170296" y="470790"/>
                </a:lnTo>
                <a:cubicBezTo>
                  <a:pt x="147627" y="469609"/>
                  <a:pt x="126195" y="459836"/>
                  <a:pt x="110479" y="443453"/>
                </a:cubicBezTo>
                <a:cubicBezTo>
                  <a:pt x="105430" y="438252"/>
                  <a:pt x="101049" y="432461"/>
                  <a:pt x="97430" y="426213"/>
                </a:cubicBezTo>
                <a:lnTo>
                  <a:pt x="28850" y="307341"/>
                </a:lnTo>
                <a:lnTo>
                  <a:pt x="12943" y="279908"/>
                </a:lnTo>
                <a:cubicBezTo>
                  <a:pt x="12372" y="278861"/>
                  <a:pt x="11895" y="277813"/>
                  <a:pt x="11323" y="276860"/>
                </a:cubicBezTo>
                <a:cubicBezTo>
                  <a:pt x="371" y="256029"/>
                  <a:pt x="-1915" y="231760"/>
                  <a:pt x="4847" y="209233"/>
                </a:cubicBezTo>
                <a:cubicBezTo>
                  <a:pt x="6847" y="202604"/>
                  <a:pt x="9514" y="196212"/>
                  <a:pt x="12943" y="190183"/>
                </a:cubicBezTo>
                <a:lnTo>
                  <a:pt x="77904" y="77693"/>
                </a:lnTo>
                <a:lnTo>
                  <a:pt x="96954" y="43784"/>
                </a:lnTo>
                <a:cubicBezTo>
                  <a:pt x="97906" y="42165"/>
                  <a:pt x="98954" y="40450"/>
                  <a:pt x="100002" y="38926"/>
                </a:cubicBezTo>
                <a:lnTo>
                  <a:pt x="100002" y="38926"/>
                </a:lnTo>
                <a:lnTo>
                  <a:pt x="100002" y="38926"/>
                </a:lnTo>
                <a:cubicBezTo>
                  <a:pt x="112099" y="21143"/>
                  <a:pt x="130100" y="8274"/>
                  <a:pt x="150865" y="2636"/>
                </a:cubicBezTo>
                <a:lnTo>
                  <a:pt x="152865" y="2159"/>
                </a:lnTo>
                <a:cubicBezTo>
                  <a:pt x="159819" y="435"/>
                  <a:pt x="167058" y="-431"/>
                  <a:pt x="174201" y="-412"/>
                </a:cubicBezTo>
                <a:lnTo>
                  <a:pt x="343175" y="-412"/>
                </a:lnTo>
                <a:lnTo>
                  <a:pt x="349557" y="-412"/>
                </a:lnTo>
                <a:cubicBezTo>
                  <a:pt x="370731" y="1159"/>
                  <a:pt x="390676" y="10170"/>
                  <a:pt x="405849" y="25019"/>
                </a:cubicBezTo>
                <a:lnTo>
                  <a:pt x="406325" y="25496"/>
                </a:lnTo>
                <a:lnTo>
                  <a:pt x="406325" y="25496"/>
                </a:lnTo>
                <a:lnTo>
                  <a:pt x="407278" y="26448"/>
                </a:lnTo>
                <a:cubicBezTo>
                  <a:pt x="412431" y="31754"/>
                  <a:pt x="416908" y="37669"/>
                  <a:pt x="420613" y="44069"/>
                </a:cubicBezTo>
                <a:lnTo>
                  <a:pt x="489288" y="162941"/>
                </a:lnTo>
                <a:lnTo>
                  <a:pt x="505100" y="190469"/>
                </a:lnTo>
                <a:lnTo>
                  <a:pt x="505100" y="190469"/>
                </a:lnTo>
                <a:cubicBezTo>
                  <a:pt x="515834" y="211652"/>
                  <a:pt x="537456" y="225121"/>
                  <a:pt x="561202" y="225425"/>
                </a:cubicBezTo>
                <a:lnTo>
                  <a:pt x="597397" y="225425"/>
                </a:lnTo>
                <a:cubicBezTo>
                  <a:pt x="602531" y="225092"/>
                  <a:pt x="607113" y="228654"/>
                  <a:pt x="608065" y="233712"/>
                </a:cubicBezTo>
                <a:close/>
              </a:path>
            </a:pathLst>
          </a:custGeom>
          <a:solidFill>
            <a:srgbClr val="DB536A"/>
          </a:solidFill>
          <a:ln>
            <a:noFill/>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dirty="0">
              <a:ln>
                <a:noFill/>
              </a:ln>
              <a:solidFill>
                <a:srgbClr val="000000"/>
              </a:solidFill>
              <a:effectLst/>
              <a:uLnTx/>
              <a:uFillTx/>
              <a:ea typeface="Arial"/>
              <a:cs typeface="Arial"/>
              <a:sym typeface="Arial"/>
            </a:endParaRPr>
          </a:p>
        </p:txBody>
      </p:sp>
      <p:sp>
        <p:nvSpPr>
          <p:cNvPr id="70" name="Rectangle 69">
            <a:extLst>
              <a:ext uri="{FF2B5EF4-FFF2-40B4-BE49-F238E27FC236}">
                <a16:creationId xmlns:a16="http://schemas.microsoft.com/office/drawing/2014/main" id="{5CF2E4E4-A969-4792-AB91-DF592F47F22C}"/>
              </a:ext>
            </a:extLst>
          </p:cNvPr>
          <p:cNvSpPr/>
          <p:nvPr/>
        </p:nvSpPr>
        <p:spPr>
          <a:xfrm>
            <a:off x="8074787" y="2777805"/>
            <a:ext cx="3675888" cy="1984326"/>
          </a:xfrm>
          <a:prstGeom prst="rect">
            <a:avLst/>
          </a:prstGeom>
          <a:noFill/>
          <a:ln w="3175">
            <a:solidFill>
              <a:srgbClr val="A32020"/>
            </a:solidFill>
            <a:prstDash val="dash"/>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سنستفيد من القدرات الشاملة لشركة إستراتيجي أند وشركة بي دبليو سي المتخصصة في صياغة الاستراتيجيات وتنفيذها، إلى جانب الخدمات الاستثمارية والمالية لدعم المركز في مسيرته نحو اعتماد برنامج التخصيص</a:t>
            </a:r>
          </a:p>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لدينا آليات مجربة في مجال التدريب ونقل المعرفة لبناء قدرات فريق المركز بكفاءة</a:t>
            </a:r>
          </a:p>
        </p:txBody>
      </p:sp>
      <p:sp>
        <p:nvSpPr>
          <p:cNvPr id="71" name="Rectangle 70">
            <a:extLst>
              <a:ext uri="{FF2B5EF4-FFF2-40B4-BE49-F238E27FC236}">
                <a16:creationId xmlns:a16="http://schemas.microsoft.com/office/drawing/2014/main" id="{E7063067-5D33-425C-8D5A-D9EF5D88B712}"/>
              </a:ext>
            </a:extLst>
          </p:cNvPr>
          <p:cNvSpPr/>
          <p:nvPr/>
        </p:nvSpPr>
        <p:spPr>
          <a:xfrm>
            <a:off x="4268756" y="2777805"/>
            <a:ext cx="3675888" cy="1984326"/>
          </a:xfrm>
          <a:prstGeom prst="rect">
            <a:avLst/>
          </a:prstGeom>
          <a:noFill/>
          <a:ln w="3175">
            <a:solidFill>
              <a:srgbClr val="000000"/>
            </a:solidFill>
            <a:prstDash val="dash"/>
          </a:ln>
        </p:spPr>
        <p:txBody>
          <a:bodyPr rot="0" spcFirstLastPara="0" vertOverflow="overflow" horzOverflow="overflow" vert="horz" wrap="square" lIns="91440" tIns="45720" rIns="27432" bIns="45720" numCol="1" spcCol="0" rtlCol="0" fromWordArt="0" anchor="t" anchorCtr="0" forceAA="0" compatLnSpc="1">
            <a:prstTxWarp prst="textNoShape">
              <a:avLst/>
            </a:prstTxWarp>
            <a:noAutofit/>
          </a:bodyPr>
          <a:lstStyle/>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لدينا خبرة عالمية طويلة في تصميم وإنشاء وتشغيل الوحدات الحكومية الجديدة بالكامل بما يجعلها قادرة على تنفيذ أهدافها والمهام المنوطة بها</a:t>
            </a:r>
          </a:p>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سنضع بين أيديكم مجموعة من الدروس التي اكتسبناها من أفضل الممارسات العالمية في مجال تنفيذ المشاريع بنظام البناء والتشغيل ونقل الملكية لضمان التنفيذ الناجح والمؤثر</a:t>
            </a:r>
          </a:p>
        </p:txBody>
      </p:sp>
      <p:sp>
        <p:nvSpPr>
          <p:cNvPr id="72" name="Rectangle 71">
            <a:extLst>
              <a:ext uri="{FF2B5EF4-FFF2-40B4-BE49-F238E27FC236}">
                <a16:creationId xmlns:a16="http://schemas.microsoft.com/office/drawing/2014/main" id="{24FA866A-BF55-4E8B-9510-E09C9AD0FA29}"/>
              </a:ext>
            </a:extLst>
          </p:cNvPr>
          <p:cNvSpPr/>
          <p:nvPr/>
        </p:nvSpPr>
        <p:spPr>
          <a:xfrm>
            <a:off x="462725" y="2777805"/>
            <a:ext cx="3675888" cy="1984326"/>
          </a:xfrm>
          <a:prstGeom prst="rect">
            <a:avLst/>
          </a:prstGeom>
          <a:noFill/>
          <a:ln w="3175">
            <a:solidFill>
              <a:srgbClr val="DB536A"/>
            </a:solidFill>
            <a:prstDash val="dash"/>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نعمل حاليًا مع المركز ونقدم الدعم له في تنفيذ مشروع مدته عام واحد لتحويل قطاع النفايات غير الرسمي في المملكة، ولدينا فهم واسع لاستراتيجيته الوطنية وجميع الجهود الجارية في هذا الإطار</a:t>
            </a:r>
          </a:p>
          <a:p>
            <a:pPr marL="173038" marR="0" lvl="0" indent="-17303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400" strike="noStrike" kern="0" cap="none" spc="0" normalizeH="0" noProof="0" dirty="0">
                <a:ln>
                  <a:noFill/>
                </a:ln>
                <a:solidFill>
                  <a:srgbClr val="000000"/>
                </a:solidFill>
                <a:effectLst/>
                <a:uLnTx/>
                <a:uFillTx/>
                <a:cs typeface="Arial" charset="0"/>
              </a:rPr>
              <a:t>لدينا قنوات تواصل مع جميع الجهات المعنية الرئيسية وأصحاب المصلحة (مثل:</a:t>
            </a:r>
            <a:r>
              <a:rPr lang="ar-SA" dirty="0">
                <a:cs typeface="Arial" charset="0"/>
              </a:rPr>
              <a:t> </a:t>
            </a:r>
            <a:r>
              <a:rPr kumimoji="0" lang="ar-SA" sz="1400" strike="noStrike" kern="0" cap="none" spc="0" normalizeH="0" noProof="0" dirty="0">
                <a:ln>
                  <a:noFill/>
                </a:ln>
                <a:solidFill>
                  <a:srgbClr val="000000"/>
                </a:solidFill>
                <a:effectLst/>
                <a:uLnTx/>
                <a:uFillTx/>
                <a:cs typeface="Arial" charset="0"/>
              </a:rPr>
              <a:t>البلديات ومقدمي الخدمات) عبر سلسلة القيمة الخاصة بمنظومة النفايات</a:t>
            </a:r>
          </a:p>
        </p:txBody>
      </p:sp>
      <p:sp>
        <p:nvSpPr>
          <p:cNvPr id="73" name="Round Same Side Corner Rectangle 6">
            <a:extLst>
              <a:ext uri="{FF2B5EF4-FFF2-40B4-BE49-F238E27FC236}">
                <a16:creationId xmlns:a16="http://schemas.microsoft.com/office/drawing/2014/main" id="{B98EF167-C457-49C3-8FF0-2137ECA85552}"/>
              </a:ext>
            </a:extLst>
          </p:cNvPr>
          <p:cNvSpPr/>
          <p:nvPr/>
        </p:nvSpPr>
        <p:spPr>
          <a:xfrm>
            <a:off x="3387939" y="4872042"/>
            <a:ext cx="5419296" cy="278668"/>
          </a:xfrm>
          <a:prstGeom prst="round2SameRect">
            <a:avLst>
              <a:gd name="adj1" fmla="val 46497"/>
              <a:gd name="adj2" fmla="val 0"/>
            </a:avLst>
          </a:prstGeom>
          <a:solidFill>
            <a:srgbClr val="A32020">
              <a:lumMod val="60000"/>
              <a:lumOff val="40000"/>
            </a:srgbClr>
          </a:solidFill>
          <a:ln w="6350">
            <a:noFill/>
          </a:ln>
        </p:spPr>
        <p:txBody>
          <a:bodyPr rot="0" spcFirstLastPara="0" vertOverflow="overflow" horzOverflow="overflow" vert="horz" wrap="square" lIns="91440" tIns="0" rIns="91440" bIns="4572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600" b="1" strike="noStrike" kern="0" cap="none" spc="0" normalizeH="0" noProof="0" dirty="0">
                <a:ln>
                  <a:noFill/>
                </a:ln>
                <a:solidFill>
                  <a:srgbClr val="FFFFFF"/>
                </a:solidFill>
                <a:effectLst/>
                <a:uLnTx/>
                <a:uFillTx/>
                <a:cs typeface="Arial" charset="0"/>
              </a:rPr>
              <a:t> توظيف هذه المعارف والخبرات والأدوات لتنفيذ هذا المشروع</a:t>
            </a:r>
          </a:p>
        </p:txBody>
      </p:sp>
      <p:sp>
        <p:nvSpPr>
          <p:cNvPr id="74" name="Round Same Side Corner Rectangle 97">
            <a:extLst>
              <a:ext uri="{FF2B5EF4-FFF2-40B4-BE49-F238E27FC236}">
                <a16:creationId xmlns:a16="http://schemas.microsoft.com/office/drawing/2014/main" id="{AEA3886B-3CB1-4246-A763-FD697B0C189D}"/>
              </a:ext>
            </a:extLst>
          </p:cNvPr>
          <p:cNvSpPr/>
          <p:nvPr/>
        </p:nvSpPr>
        <p:spPr>
          <a:xfrm>
            <a:off x="446088" y="5147313"/>
            <a:ext cx="11302998" cy="1207764"/>
          </a:xfrm>
          <a:prstGeom prst="round2SameRect">
            <a:avLst>
              <a:gd name="adj1" fmla="val 26008"/>
              <a:gd name="adj2" fmla="val 0"/>
            </a:avLst>
          </a:prstGeom>
          <a:noFill/>
          <a:ln w="6350">
            <a:solidFill>
              <a:srgbClr val="A32020">
                <a:lumMod val="60000"/>
                <a:lumOff val="40000"/>
              </a:srgbClr>
            </a:solid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rgbClr val="000000"/>
              </a:solidFill>
              <a:effectLst/>
              <a:uLnTx/>
              <a:uFillTx/>
            </a:endParaRPr>
          </a:p>
        </p:txBody>
      </p:sp>
      <p:sp>
        <p:nvSpPr>
          <p:cNvPr id="75" name="Rectangle 74">
            <a:extLst>
              <a:ext uri="{FF2B5EF4-FFF2-40B4-BE49-F238E27FC236}">
                <a16:creationId xmlns:a16="http://schemas.microsoft.com/office/drawing/2014/main" id="{49B1169C-FE0E-498C-A8BD-6C207801F6F5}"/>
              </a:ext>
            </a:extLst>
          </p:cNvPr>
          <p:cNvSpPr/>
          <p:nvPr/>
        </p:nvSpPr>
        <p:spPr>
          <a:xfrm>
            <a:off x="8312591" y="5372099"/>
            <a:ext cx="3200280" cy="982789"/>
          </a:xfrm>
          <a:prstGeom prst="rect">
            <a:avLst/>
          </a:prstGeom>
          <a:solidFill>
            <a:srgbClr val="F5CACA"/>
          </a:solidFill>
          <a:ln w="19050">
            <a:noFill/>
            <a:prstDash val="dash"/>
          </a:ln>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rtl="1">
              <a:defRPr/>
            </a:pPr>
            <a:r>
              <a:rPr kumimoji="0" lang="ar-SA" sz="1400" strike="noStrike" kern="1200" cap="none" spc="0" normalizeH="0" noProof="0" dirty="0">
                <a:ln>
                  <a:noFill/>
                </a:ln>
                <a:effectLst/>
                <a:uLnTx/>
                <a:uFillTx/>
                <a:latin typeface="Arial"/>
                <a:ea typeface="+mn-ea"/>
                <a:cs typeface="+mn-cs"/>
              </a:rPr>
              <a:t>سنوفر فريقًا يتمتع بمهارات شاملة لتمكين ودعم المركز في جميع الأبعاد الاستراتيجية</a:t>
            </a:r>
          </a:p>
        </p:txBody>
      </p:sp>
      <p:sp>
        <p:nvSpPr>
          <p:cNvPr id="76" name="Rectangle 75">
            <a:extLst>
              <a:ext uri="{FF2B5EF4-FFF2-40B4-BE49-F238E27FC236}">
                <a16:creationId xmlns:a16="http://schemas.microsoft.com/office/drawing/2014/main" id="{A178EBE2-D31B-4994-8014-948FAEE9F1F3}"/>
              </a:ext>
            </a:extLst>
          </p:cNvPr>
          <p:cNvSpPr/>
          <p:nvPr/>
        </p:nvSpPr>
        <p:spPr>
          <a:xfrm>
            <a:off x="4506560" y="5372099"/>
            <a:ext cx="3200280" cy="982789"/>
          </a:xfrm>
          <a:prstGeom prst="rect">
            <a:avLst/>
          </a:prstGeom>
          <a:solidFill>
            <a:srgbClr val="D9D9D9"/>
          </a:solidFill>
          <a:ln w="19050">
            <a:noFill/>
            <a:prstDash val="dash"/>
          </a:ln>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algn="ctr" rtl="1">
              <a:defRPr/>
            </a:pPr>
            <a:r>
              <a:rPr kumimoji="0" lang="ar-SA" sz="1400" strike="noStrike" kern="1200" cap="none" spc="0" normalizeH="0" noProof="0" dirty="0">
                <a:ln>
                  <a:noFill/>
                </a:ln>
                <a:effectLst/>
                <a:uLnTx/>
                <a:uFillTx/>
                <a:latin typeface="Arial"/>
                <a:ea typeface="+mn-ea"/>
                <a:cs typeface="+mn-cs"/>
              </a:rPr>
              <a:t>سنعمل على تأسيس وتشغيل الوحدة المطلوبة وفقًا لأحدث وأفضل الممارسات في هذا الباب بما يلبي طموحات وتطلعات المركز</a:t>
            </a:r>
          </a:p>
        </p:txBody>
      </p:sp>
      <p:sp>
        <p:nvSpPr>
          <p:cNvPr id="77" name="Rectangle 76">
            <a:extLst>
              <a:ext uri="{FF2B5EF4-FFF2-40B4-BE49-F238E27FC236}">
                <a16:creationId xmlns:a16="http://schemas.microsoft.com/office/drawing/2014/main" id="{36486DE0-3DD6-4F75-8EA1-2CE5DD84BF4A}"/>
              </a:ext>
            </a:extLst>
          </p:cNvPr>
          <p:cNvSpPr/>
          <p:nvPr/>
        </p:nvSpPr>
        <p:spPr>
          <a:xfrm>
            <a:off x="700529" y="5372099"/>
            <a:ext cx="3200280" cy="982789"/>
          </a:xfrm>
          <a:prstGeom prst="rect">
            <a:avLst/>
          </a:prstGeom>
          <a:solidFill>
            <a:srgbClr val="F1BAC3"/>
          </a:solidFill>
          <a:ln w="19050">
            <a:noFill/>
            <a:prstDash val="dash"/>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SA" sz="1400" strike="noStrike" kern="0" cap="none" spc="0" normalizeH="0" noProof="0" dirty="0">
                <a:ln>
                  <a:noFill/>
                </a:ln>
                <a:effectLst/>
                <a:uLnTx/>
                <a:uFillTx/>
                <a:cs typeface="Arial" charset="0"/>
              </a:rPr>
              <a:t>سيكون بمقدوركم العمل مع فريق مطلع على تفاصيل منظومة النفايات والجهات المعنية بالقطاع في المملكة وبإمكانه النزول إلى الميدان والعمل مباشرة</a:t>
            </a:r>
          </a:p>
        </p:txBody>
      </p:sp>
      <p:grpSp>
        <p:nvGrpSpPr>
          <p:cNvPr id="78" name="Google Shape;2112;p17">
            <a:extLst>
              <a:ext uri="{FF2B5EF4-FFF2-40B4-BE49-F238E27FC236}">
                <a16:creationId xmlns:a16="http://schemas.microsoft.com/office/drawing/2014/main" id="{103BBF7D-2C56-4460-825A-A9194DA88095}"/>
              </a:ext>
            </a:extLst>
          </p:cNvPr>
          <p:cNvGrpSpPr/>
          <p:nvPr/>
        </p:nvGrpSpPr>
        <p:grpSpPr>
          <a:xfrm rot="5400000">
            <a:off x="2249014" y="5200203"/>
            <a:ext cx="103311" cy="160229"/>
            <a:chOff x="-615076" y="3891988"/>
            <a:chExt cx="281003" cy="355498"/>
          </a:xfrm>
        </p:grpSpPr>
        <p:sp>
          <p:nvSpPr>
            <p:cNvPr id="79" name="Google Shape;2113;p17">
              <a:extLst>
                <a:ext uri="{FF2B5EF4-FFF2-40B4-BE49-F238E27FC236}">
                  <a16:creationId xmlns:a16="http://schemas.microsoft.com/office/drawing/2014/main" id="{7AB85A8C-8C35-4017-95CB-DE18A0F04AC6}"/>
                </a:ext>
              </a:extLst>
            </p:cNvPr>
            <p:cNvSpPr/>
            <p:nvPr/>
          </p:nvSpPr>
          <p:spPr>
            <a:xfrm>
              <a:off x="-615076" y="3891988"/>
              <a:ext cx="281003" cy="355498"/>
            </a:xfrm>
            <a:custGeom>
              <a:avLst/>
              <a:gdLst/>
              <a:ahLst/>
              <a:cxnLst/>
              <a:rect l="l" t="t" r="r" b="b"/>
              <a:pathLst>
                <a:path w="189881" h="240219" extrusionOk="0">
                  <a:moveTo>
                    <a:pt x="0" y="0"/>
                  </a:moveTo>
                  <a:lnTo>
                    <a:pt x="14340" y="0"/>
                  </a:lnTo>
                  <a:lnTo>
                    <a:pt x="20955" y="0"/>
                  </a:lnTo>
                  <a:lnTo>
                    <a:pt x="35295" y="0"/>
                  </a:lnTo>
                  <a:lnTo>
                    <a:pt x="37802" y="0"/>
                  </a:lnTo>
                  <a:lnTo>
                    <a:pt x="42363" y="0"/>
                  </a:lnTo>
                  <a:lnTo>
                    <a:pt x="58757" y="0"/>
                  </a:lnTo>
                  <a:lnTo>
                    <a:pt x="63318" y="0"/>
                  </a:lnTo>
                  <a:lnTo>
                    <a:pt x="65825" y="0"/>
                  </a:lnTo>
                  <a:lnTo>
                    <a:pt x="80166" y="0"/>
                  </a:lnTo>
                  <a:lnTo>
                    <a:pt x="86780" y="0"/>
                  </a:lnTo>
                  <a:lnTo>
                    <a:pt x="101121" y="0"/>
                  </a:lnTo>
                  <a:lnTo>
                    <a:pt x="189881" y="119426"/>
                  </a:lnTo>
                  <a:lnTo>
                    <a:pt x="101121" y="240219"/>
                  </a:lnTo>
                  <a:lnTo>
                    <a:pt x="86780" y="240219"/>
                  </a:lnTo>
                  <a:lnTo>
                    <a:pt x="80166" y="240219"/>
                  </a:lnTo>
                  <a:lnTo>
                    <a:pt x="65825" y="240219"/>
                  </a:lnTo>
                  <a:lnTo>
                    <a:pt x="63318" y="240219"/>
                  </a:lnTo>
                  <a:lnTo>
                    <a:pt x="58757" y="240219"/>
                  </a:lnTo>
                  <a:lnTo>
                    <a:pt x="42363" y="240219"/>
                  </a:lnTo>
                  <a:lnTo>
                    <a:pt x="37802" y="240219"/>
                  </a:lnTo>
                  <a:lnTo>
                    <a:pt x="35295" y="240219"/>
                  </a:lnTo>
                  <a:lnTo>
                    <a:pt x="20955" y="240219"/>
                  </a:lnTo>
                  <a:lnTo>
                    <a:pt x="14340" y="240219"/>
                  </a:lnTo>
                  <a:lnTo>
                    <a:pt x="0" y="240219"/>
                  </a:lnTo>
                  <a:lnTo>
                    <a:pt x="88805" y="119426"/>
                  </a:lnTo>
                  <a:close/>
                </a:path>
              </a:pathLst>
            </a:custGeom>
            <a:noFill/>
            <a:ln w="12700" cap="rnd" cmpd="sng">
              <a:solidFill>
                <a:srgbClr val="DF6060"/>
              </a:solidFill>
              <a:prstDash val="solid"/>
              <a:miter lim="8000"/>
              <a:headEnd type="none" w="sm" len="sm"/>
              <a:tailEnd type="none" w="sm" len="sm"/>
            </a:ln>
          </p:spPr>
          <p:txBody>
            <a:bodyPr spcFirstLastPara="1" wrap="square" lIns="91425" tIns="45700" rIns="91425" bIns="45700" anchor="ctr" anchorCtr="0">
              <a:noAutofit/>
            </a:bodyPr>
            <a:lstStyle/>
            <a:p>
              <a:endParaRPr sz="971" dirty="0">
                <a:solidFill>
                  <a:srgbClr val="000000"/>
                </a:solidFill>
                <a:ea typeface="Arial"/>
                <a:cs typeface="Arial"/>
                <a:sym typeface="Arial"/>
              </a:endParaRPr>
            </a:p>
          </p:txBody>
        </p:sp>
        <p:sp>
          <p:nvSpPr>
            <p:cNvPr id="80" name="Google Shape;2114;p17">
              <a:extLst>
                <a:ext uri="{FF2B5EF4-FFF2-40B4-BE49-F238E27FC236}">
                  <a16:creationId xmlns:a16="http://schemas.microsoft.com/office/drawing/2014/main" id="{A7E2F9CF-5CEF-4608-BCFF-C6C12E1E00A4}"/>
                </a:ext>
              </a:extLst>
            </p:cNvPr>
            <p:cNvSpPr/>
            <p:nvPr/>
          </p:nvSpPr>
          <p:spPr>
            <a:xfrm>
              <a:off x="-614813" y="4069734"/>
              <a:ext cx="280225" cy="177750"/>
            </a:xfrm>
            <a:custGeom>
              <a:avLst/>
              <a:gdLst/>
              <a:ahLst/>
              <a:cxnLst/>
              <a:rect l="l" t="t" r="r" b="b"/>
              <a:pathLst>
                <a:path w="189355" h="120110" extrusionOk="0">
                  <a:moveTo>
                    <a:pt x="88279" y="0"/>
                  </a:moveTo>
                  <a:lnTo>
                    <a:pt x="109234" y="0"/>
                  </a:lnTo>
                  <a:lnTo>
                    <a:pt x="168400" y="0"/>
                  </a:lnTo>
                  <a:lnTo>
                    <a:pt x="189355" y="0"/>
                  </a:lnTo>
                  <a:lnTo>
                    <a:pt x="101121" y="120110"/>
                  </a:lnTo>
                  <a:lnTo>
                    <a:pt x="86780" y="120110"/>
                  </a:lnTo>
                  <a:lnTo>
                    <a:pt x="80166" y="120110"/>
                  </a:lnTo>
                  <a:lnTo>
                    <a:pt x="65825" y="120110"/>
                  </a:lnTo>
                  <a:lnTo>
                    <a:pt x="63318" y="120110"/>
                  </a:lnTo>
                  <a:lnTo>
                    <a:pt x="58757" y="120110"/>
                  </a:lnTo>
                  <a:lnTo>
                    <a:pt x="42363" y="120110"/>
                  </a:lnTo>
                  <a:lnTo>
                    <a:pt x="37802" y="120110"/>
                  </a:lnTo>
                  <a:lnTo>
                    <a:pt x="35295" y="120110"/>
                  </a:lnTo>
                  <a:lnTo>
                    <a:pt x="20955" y="120110"/>
                  </a:lnTo>
                  <a:lnTo>
                    <a:pt x="14340" y="120110"/>
                  </a:lnTo>
                  <a:lnTo>
                    <a:pt x="0" y="120110"/>
                  </a:lnTo>
                  <a:close/>
                </a:path>
              </a:pathLst>
            </a:custGeom>
            <a:solidFill>
              <a:srgbClr val="DF6060"/>
            </a:solidFill>
            <a:ln>
              <a:noFill/>
            </a:ln>
          </p:spPr>
          <p:txBody>
            <a:bodyPr spcFirstLastPara="1" wrap="square" lIns="91425" tIns="45700" rIns="91425" bIns="45700" anchor="ctr" anchorCtr="0">
              <a:noAutofit/>
            </a:bodyPr>
            <a:lstStyle/>
            <a:p>
              <a:endParaRPr sz="971" dirty="0">
                <a:solidFill>
                  <a:srgbClr val="000000"/>
                </a:solidFill>
                <a:ea typeface="Arial"/>
                <a:cs typeface="Arial"/>
                <a:sym typeface="Arial"/>
              </a:endParaRPr>
            </a:p>
          </p:txBody>
        </p:sp>
      </p:grpSp>
      <p:grpSp>
        <p:nvGrpSpPr>
          <p:cNvPr id="81" name="Google Shape;2112;p17">
            <a:extLst>
              <a:ext uri="{FF2B5EF4-FFF2-40B4-BE49-F238E27FC236}">
                <a16:creationId xmlns:a16="http://schemas.microsoft.com/office/drawing/2014/main" id="{EDCD6955-04E9-4649-958D-2610CCF04C55}"/>
              </a:ext>
            </a:extLst>
          </p:cNvPr>
          <p:cNvGrpSpPr/>
          <p:nvPr/>
        </p:nvGrpSpPr>
        <p:grpSpPr>
          <a:xfrm rot="5400000">
            <a:off x="6055045" y="5200203"/>
            <a:ext cx="103311" cy="160229"/>
            <a:chOff x="-615076" y="3891988"/>
            <a:chExt cx="281003" cy="355498"/>
          </a:xfrm>
        </p:grpSpPr>
        <p:sp>
          <p:nvSpPr>
            <p:cNvPr id="82" name="Google Shape;2113;p17">
              <a:extLst>
                <a:ext uri="{FF2B5EF4-FFF2-40B4-BE49-F238E27FC236}">
                  <a16:creationId xmlns:a16="http://schemas.microsoft.com/office/drawing/2014/main" id="{0B1FEFB0-C2E9-466B-A309-FDB3A9B6D332}"/>
                </a:ext>
              </a:extLst>
            </p:cNvPr>
            <p:cNvSpPr/>
            <p:nvPr/>
          </p:nvSpPr>
          <p:spPr>
            <a:xfrm>
              <a:off x="-615076" y="3891988"/>
              <a:ext cx="281003" cy="355498"/>
            </a:xfrm>
            <a:custGeom>
              <a:avLst/>
              <a:gdLst/>
              <a:ahLst/>
              <a:cxnLst/>
              <a:rect l="l" t="t" r="r" b="b"/>
              <a:pathLst>
                <a:path w="189881" h="240219" extrusionOk="0">
                  <a:moveTo>
                    <a:pt x="0" y="0"/>
                  </a:moveTo>
                  <a:lnTo>
                    <a:pt x="14340" y="0"/>
                  </a:lnTo>
                  <a:lnTo>
                    <a:pt x="20955" y="0"/>
                  </a:lnTo>
                  <a:lnTo>
                    <a:pt x="35295" y="0"/>
                  </a:lnTo>
                  <a:lnTo>
                    <a:pt x="37802" y="0"/>
                  </a:lnTo>
                  <a:lnTo>
                    <a:pt x="42363" y="0"/>
                  </a:lnTo>
                  <a:lnTo>
                    <a:pt x="58757" y="0"/>
                  </a:lnTo>
                  <a:lnTo>
                    <a:pt x="63318" y="0"/>
                  </a:lnTo>
                  <a:lnTo>
                    <a:pt x="65825" y="0"/>
                  </a:lnTo>
                  <a:lnTo>
                    <a:pt x="80166" y="0"/>
                  </a:lnTo>
                  <a:lnTo>
                    <a:pt x="86780" y="0"/>
                  </a:lnTo>
                  <a:lnTo>
                    <a:pt x="101121" y="0"/>
                  </a:lnTo>
                  <a:lnTo>
                    <a:pt x="189881" y="119426"/>
                  </a:lnTo>
                  <a:lnTo>
                    <a:pt x="101121" y="240219"/>
                  </a:lnTo>
                  <a:lnTo>
                    <a:pt x="86780" y="240219"/>
                  </a:lnTo>
                  <a:lnTo>
                    <a:pt x="80166" y="240219"/>
                  </a:lnTo>
                  <a:lnTo>
                    <a:pt x="65825" y="240219"/>
                  </a:lnTo>
                  <a:lnTo>
                    <a:pt x="63318" y="240219"/>
                  </a:lnTo>
                  <a:lnTo>
                    <a:pt x="58757" y="240219"/>
                  </a:lnTo>
                  <a:lnTo>
                    <a:pt x="42363" y="240219"/>
                  </a:lnTo>
                  <a:lnTo>
                    <a:pt x="37802" y="240219"/>
                  </a:lnTo>
                  <a:lnTo>
                    <a:pt x="35295" y="240219"/>
                  </a:lnTo>
                  <a:lnTo>
                    <a:pt x="20955" y="240219"/>
                  </a:lnTo>
                  <a:lnTo>
                    <a:pt x="14340" y="240219"/>
                  </a:lnTo>
                  <a:lnTo>
                    <a:pt x="0" y="240219"/>
                  </a:lnTo>
                  <a:lnTo>
                    <a:pt x="88805" y="119426"/>
                  </a:lnTo>
                  <a:close/>
                </a:path>
              </a:pathLst>
            </a:custGeom>
            <a:noFill/>
            <a:ln w="12700" cap="rnd" cmpd="sng">
              <a:solidFill>
                <a:srgbClr val="7F7F7F"/>
              </a:solidFill>
              <a:prstDash val="solid"/>
              <a:miter lim="8000"/>
              <a:headEnd type="none" w="sm" len="sm"/>
              <a:tailEnd type="none" w="sm" len="sm"/>
            </a:ln>
          </p:spPr>
          <p:txBody>
            <a:bodyPr spcFirstLastPara="1" wrap="square" lIns="91425" tIns="45700" rIns="91425" bIns="45700" anchor="ctr" anchorCtr="0">
              <a:noAutofit/>
            </a:bodyPr>
            <a:lstStyle/>
            <a:p>
              <a:endParaRPr sz="971" dirty="0">
                <a:solidFill>
                  <a:srgbClr val="000000"/>
                </a:solidFill>
                <a:ea typeface="Arial"/>
                <a:cs typeface="Arial"/>
                <a:sym typeface="Arial"/>
              </a:endParaRPr>
            </a:p>
          </p:txBody>
        </p:sp>
        <p:sp>
          <p:nvSpPr>
            <p:cNvPr id="83" name="Google Shape;2114;p17">
              <a:extLst>
                <a:ext uri="{FF2B5EF4-FFF2-40B4-BE49-F238E27FC236}">
                  <a16:creationId xmlns:a16="http://schemas.microsoft.com/office/drawing/2014/main" id="{56633A5F-FEFA-4C8F-B8A9-22448AEF6B2B}"/>
                </a:ext>
              </a:extLst>
            </p:cNvPr>
            <p:cNvSpPr/>
            <p:nvPr/>
          </p:nvSpPr>
          <p:spPr>
            <a:xfrm>
              <a:off x="-614813" y="4069734"/>
              <a:ext cx="280225" cy="177750"/>
            </a:xfrm>
            <a:custGeom>
              <a:avLst/>
              <a:gdLst/>
              <a:ahLst/>
              <a:cxnLst/>
              <a:rect l="l" t="t" r="r" b="b"/>
              <a:pathLst>
                <a:path w="189355" h="120110" extrusionOk="0">
                  <a:moveTo>
                    <a:pt x="88279" y="0"/>
                  </a:moveTo>
                  <a:lnTo>
                    <a:pt x="109234" y="0"/>
                  </a:lnTo>
                  <a:lnTo>
                    <a:pt x="168400" y="0"/>
                  </a:lnTo>
                  <a:lnTo>
                    <a:pt x="189355" y="0"/>
                  </a:lnTo>
                  <a:lnTo>
                    <a:pt x="101121" y="120110"/>
                  </a:lnTo>
                  <a:lnTo>
                    <a:pt x="86780" y="120110"/>
                  </a:lnTo>
                  <a:lnTo>
                    <a:pt x="80166" y="120110"/>
                  </a:lnTo>
                  <a:lnTo>
                    <a:pt x="65825" y="120110"/>
                  </a:lnTo>
                  <a:lnTo>
                    <a:pt x="63318" y="120110"/>
                  </a:lnTo>
                  <a:lnTo>
                    <a:pt x="58757" y="120110"/>
                  </a:lnTo>
                  <a:lnTo>
                    <a:pt x="42363" y="120110"/>
                  </a:lnTo>
                  <a:lnTo>
                    <a:pt x="37802" y="120110"/>
                  </a:lnTo>
                  <a:lnTo>
                    <a:pt x="35295" y="120110"/>
                  </a:lnTo>
                  <a:lnTo>
                    <a:pt x="20955" y="120110"/>
                  </a:lnTo>
                  <a:lnTo>
                    <a:pt x="14340" y="120110"/>
                  </a:lnTo>
                  <a:lnTo>
                    <a:pt x="0" y="120110"/>
                  </a:lnTo>
                  <a:close/>
                </a:path>
              </a:pathLst>
            </a:custGeom>
            <a:solidFill>
              <a:srgbClr val="7F7F7F"/>
            </a:solidFill>
            <a:ln>
              <a:noFill/>
            </a:ln>
          </p:spPr>
          <p:txBody>
            <a:bodyPr spcFirstLastPara="1" wrap="square" lIns="91425" tIns="45700" rIns="91425" bIns="45700" anchor="ctr" anchorCtr="0">
              <a:noAutofit/>
            </a:bodyPr>
            <a:lstStyle/>
            <a:p>
              <a:endParaRPr sz="971" dirty="0">
                <a:solidFill>
                  <a:srgbClr val="000000"/>
                </a:solidFill>
                <a:ea typeface="Arial"/>
                <a:cs typeface="Arial"/>
                <a:sym typeface="Arial"/>
              </a:endParaRPr>
            </a:p>
          </p:txBody>
        </p:sp>
      </p:grpSp>
      <p:grpSp>
        <p:nvGrpSpPr>
          <p:cNvPr id="84" name="Google Shape;2112;p17">
            <a:extLst>
              <a:ext uri="{FF2B5EF4-FFF2-40B4-BE49-F238E27FC236}">
                <a16:creationId xmlns:a16="http://schemas.microsoft.com/office/drawing/2014/main" id="{97FDED68-897D-4E6F-BF03-39C65BD89EDD}"/>
              </a:ext>
            </a:extLst>
          </p:cNvPr>
          <p:cNvGrpSpPr/>
          <p:nvPr/>
        </p:nvGrpSpPr>
        <p:grpSpPr>
          <a:xfrm rot="5400000">
            <a:off x="9861076" y="5200203"/>
            <a:ext cx="103311" cy="160229"/>
            <a:chOff x="-615076" y="3891988"/>
            <a:chExt cx="281003" cy="355498"/>
          </a:xfrm>
        </p:grpSpPr>
        <p:sp>
          <p:nvSpPr>
            <p:cNvPr id="85" name="Google Shape;2113;p17">
              <a:extLst>
                <a:ext uri="{FF2B5EF4-FFF2-40B4-BE49-F238E27FC236}">
                  <a16:creationId xmlns:a16="http://schemas.microsoft.com/office/drawing/2014/main" id="{B6B2D29E-416B-4F99-8CE2-D2A33CA7D4E2}"/>
                </a:ext>
              </a:extLst>
            </p:cNvPr>
            <p:cNvSpPr/>
            <p:nvPr/>
          </p:nvSpPr>
          <p:spPr>
            <a:xfrm>
              <a:off x="-615076" y="3891988"/>
              <a:ext cx="281003" cy="355498"/>
            </a:xfrm>
            <a:custGeom>
              <a:avLst/>
              <a:gdLst/>
              <a:ahLst/>
              <a:cxnLst/>
              <a:rect l="l" t="t" r="r" b="b"/>
              <a:pathLst>
                <a:path w="189881" h="240219" extrusionOk="0">
                  <a:moveTo>
                    <a:pt x="0" y="0"/>
                  </a:moveTo>
                  <a:lnTo>
                    <a:pt x="14340" y="0"/>
                  </a:lnTo>
                  <a:lnTo>
                    <a:pt x="20955" y="0"/>
                  </a:lnTo>
                  <a:lnTo>
                    <a:pt x="35295" y="0"/>
                  </a:lnTo>
                  <a:lnTo>
                    <a:pt x="37802" y="0"/>
                  </a:lnTo>
                  <a:lnTo>
                    <a:pt x="42363" y="0"/>
                  </a:lnTo>
                  <a:lnTo>
                    <a:pt x="58757" y="0"/>
                  </a:lnTo>
                  <a:lnTo>
                    <a:pt x="63318" y="0"/>
                  </a:lnTo>
                  <a:lnTo>
                    <a:pt x="65825" y="0"/>
                  </a:lnTo>
                  <a:lnTo>
                    <a:pt x="80166" y="0"/>
                  </a:lnTo>
                  <a:lnTo>
                    <a:pt x="86780" y="0"/>
                  </a:lnTo>
                  <a:lnTo>
                    <a:pt x="101121" y="0"/>
                  </a:lnTo>
                  <a:lnTo>
                    <a:pt x="189881" y="119426"/>
                  </a:lnTo>
                  <a:lnTo>
                    <a:pt x="101121" y="240219"/>
                  </a:lnTo>
                  <a:lnTo>
                    <a:pt x="86780" y="240219"/>
                  </a:lnTo>
                  <a:lnTo>
                    <a:pt x="80166" y="240219"/>
                  </a:lnTo>
                  <a:lnTo>
                    <a:pt x="65825" y="240219"/>
                  </a:lnTo>
                  <a:lnTo>
                    <a:pt x="63318" y="240219"/>
                  </a:lnTo>
                  <a:lnTo>
                    <a:pt x="58757" y="240219"/>
                  </a:lnTo>
                  <a:lnTo>
                    <a:pt x="42363" y="240219"/>
                  </a:lnTo>
                  <a:lnTo>
                    <a:pt x="37802" y="240219"/>
                  </a:lnTo>
                  <a:lnTo>
                    <a:pt x="35295" y="240219"/>
                  </a:lnTo>
                  <a:lnTo>
                    <a:pt x="20955" y="240219"/>
                  </a:lnTo>
                  <a:lnTo>
                    <a:pt x="14340" y="240219"/>
                  </a:lnTo>
                  <a:lnTo>
                    <a:pt x="0" y="240219"/>
                  </a:lnTo>
                  <a:lnTo>
                    <a:pt x="88805" y="119426"/>
                  </a:lnTo>
                  <a:close/>
                </a:path>
              </a:pathLst>
            </a:custGeom>
            <a:noFill/>
            <a:ln w="12700" cap="rnd" cmpd="sng">
              <a:solidFill>
                <a:srgbClr val="DB536A"/>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71" b="0" i="0" u="none" strike="noStrike" kern="0" cap="none" spc="0" normalizeH="0" baseline="0" noProof="0" dirty="0">
                <a:ln>
                  <a:noFill/>
                </a:ln>
                <a:solidFill>
                  <a:srgbClr val="000000"/>
                </a:solidFill>
                <a:effectLst/>
                <a:uLnTx/>
                <a:uFillTx/>
                <a:ea typeface="Arial"/>
                <a:cs typeface="Arial"/>
                <a:sym typeface="Arial"/>
              </a:endParaRPr>
            </a:p>
          </p:txBody>
        </p:sp>
        <p:sp>
          <p:nvSpPr>
            <p:cNvPr id="86" name="Google Shape;2114;p17">
              <a:extLst>
                <a:ext uri="{FF2B5EF4-FFF2-40B4-BE49-F238E27FC236}">
                  <a16:creationId xmlns:a16="http://schemas.microsoft.com/office/drawing/2014/main" id="{17189B5B-07E5-4EC7-9B3E-E45D5E68F329}"/>
                </a:ext>
              </a:extLst>
            </p:cNvPr>
            <p:cNvSpPr/>
            <p:nvPr/>
          </p:nvSpPr>
          <p:spPr>
            <a:xfrm>
              <a:off x="-614813" y="4069734"/>
              <a:ext cx="280225" cy="177750"/>
            </a:xfrm>
            <a:custGeom>
              <a:avLst/>
              <a:gdLst/>
              <a:ahLst/>
              <a:cxnLst/>
              <a:rect l="l" t="t" r="r" b="b"/>
              <a:pathLst>
                <a:path w="189355" h="120110" extrusionOk="0">
                  <a:moveTo>
                    <a:pt x="88279" y="0"/>
                  </a:moveTo>
                  <a:lnTo>
                    <a:pt x="109234" y="0"/>
                  </a:lnTo>
                  <a:lnTo>
                    <a:pt x="168400" y="0"/>
                  </a:lnTo>
                  <a:lnTo>
                    <a:pt x="189355" y="0"/>
                  </a:lnTo>
                  <a:lnTo>
                    <a:pt x="101121" y="120110"/>
                  </a:lnTo>
                  <a:lnTo>
                    <a:pt x="86780" y="120110"/>
                  </a:lnTo>
                  <a:lnTo>
                    <a:pt x="80166" y="120110"/>
                  </a:lnTo>
                  <a:lnTo>
                    <a:pt x="65825" y="120110"/>
                  </a:lnTo>
                  <a:lnTo>
                    <a:pt x="63318" y="120110"/>
                  </a:lnTo>
                  <a:lnTo>
                    <a:pt x="58757" y="120110"/>
                  </a:lnTo>
                  <a:lnTo>
                    <a:pt x="42363" y="120110"/>
                  </a:lnTo>
                  <a:lnTo>
                    <a:pt x="37802" y="120110"/>
                  </a:lnTo>
                  <a:lnTo>
                    <a:pt x="35295" y="120110"/>
                  </a:lnTo>
                  <a:lnTo>
                    <a:pt x="20955" y="120110"/>
                  </a:lnTo>
                  <a:lnTo>
                    <a:pt x="14340" y="120110"/>
                  </a:lnTo>
                  <a:lnTo>
                    <a:pt x="0" y="120110"/>
                  </a:lnTo>
                  <a:close/>
                </a:path>
              </a:pathLst>
            </a:custGeom>
            <a:solidFill>
              <a:srgbClr val="DB536A"/>
            </a:solidFill>
            <a:ln>
              <a:noFill/>
            </a:ln>
          </p:spPr>
          <p:txBody>
            <a:bodyPr spcFirstLastPara="1" wrap="square" lIns="91425" tIns="45700" rIns="91425" bIns="45700" anchor="ctr"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971" b="0" i="0" u="none" strike="noStrike" kern="0" cap="none" spc="0" normalizeH="0" baseline="0" noProof="0" dirty="0">
                <a:ln>
                  <a:noFill/>
                </a:ln>
                <a:solidFill>
                  <a:srgbClr val="000000"/>
                </a:solidFill>
                <a:effectLst/>
                <a:uLnTx/>
                <a:uFillTx/>
                <a:ea typeface="Arial"/>
                <a:cs typeface="Arial"/>
                <a:sym typeface="Arial"/>
              </a:endParaRPr>
            </a:p>
          </p:txBody>
        </p:sp>
      </p:grpSp>
      <p:sp>
        <p:nvSpPr>
          <p:cNvPr id="7" name="Hexagon 6">
            <a:extLst>
              <a:ext uri="{FF2B5EF4-FFF2-40B4-BE49-F238E27FC236}">
                <a16:creationId xmlns:a16="http://schemas.microsoft.com/office/drawing/2014/main" id="{A60EE97D-BE3B-4DC3-981E-A1DB1F9275EC}"/>
              </a:ext>
            </a:extLst>
          </p:cNvPr>
          <p:cNvSpPr/>
          <p:nvPr/>
        </p:nvSpPr>
        <p:spPr>
          <a:xfrm>
            <a:off x="512022" y="1795051"/>
            <a:ext cx="941537" cy="852312"/>
          </a:xfrm>
          <a:prstGeom prst="hexagon">
            <a:avLst/>
          </a:prstGeom>
          <a:solidFill>
            <a:srgbClr val="FFFFFF"/>
          </a:solidFill>
          <a:ln w="9525" cap="flat" cmpd="sng">
            <a:solidFill>
              <a:srgbClr val="A3202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3200" b="1" kern="0" dirty="0">
                <a:solidFill>
                  <a:srgbClr val="000000"/>
                </a:solidFill>
                <a:cs typeface="Arial"/>
              </a:rPr>
              <a:t>01</a:t>
            </a:r>
          </a:p>
        </p:txBody>
      </p:sp>
      <p:sp>
        <p:nvSpPr>
          <p:cNvPr id="36" name="Hexagon 35">
            <a:extLst>
              <a:ext uri="{FF2B5EF4-FFF2-40B4-BE49-F238E27FC236}">
                <a16:creationId xmlns:a16="http://schemas.microsoft.com/office/drawing/2014/main" id="{B0B16742-3077-4A42-BC84-C7D5A226DD3E}"/>
              </a:ext>
            </a:extLst>
          </p:cNvPr>
          <p:cNvSpPr/>
          <p:nvPr/>
        </p:nvSpPr>
        <p:spPr>
          <a:xfrm>
            <a:off x="4183674" y="2088157"/>
            <a:ext cx="941537" cy="852312"/>
          </a:xfrm>
          <a:prstGeom prst="hexagon">
            <a:avLst/>
          </a:prstGeom>
          <a:solidFill>
            <a:srgbClr val="FFFFFF"/>
          </a:solidFill>
          <a:ln w="9525" cap="flat" cmpd="sng">
            <a:solidFill>
              <a:srgbClr val="00000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3200" b="1" kern="0" dirty="0">
                <a:solidFill>
                  <a:srgbClr val="000000"/>
                </a:solidFill>
                <a:cs typeface="Arial"/>
              </a:rPr>
              <a:t>02</a:t>
            </a:r>
          </a:p>
        </p:txBody>
      </p:sp>
      <p:sp>
        <p:nvSpPr>
          <p:cNvPr id="37" name="Hexagon 36">
            <a:extLst>
              <a:ext uri="{FF2B5EF4-FFF2-40B4-BE49-F238E27FC236}">
                <a16:creationId xmlns:a16="http://schemas.microsoft.com/office/drawing/2014/main" id="{A705848F-F258-4D34-8012-CA58F40F7CB5}"/>
              </a:ext>
            </a:extLst>
          </p:cNvPr>
          <p:cNvSpPr/>
          <p:nvPr/>
        </p:nvSpPr>
        <p:spPr>
          <a:xfrm>
            <a:off x="8124084" y="1795051"/>
            <a:ext cx="941537" cy="852312"/>
          </a:xfrm>
          <a:prstGeom prst="hexagon">
            <a:avLst/>
          </a:prstGeom>
          <a:solidFill>
            <a:srgbClr val="FFFFFF"/>
          </a:solidFill>
          <a:ln w="9525" cap="flat" cmpd="sng">
            <a:solidFill>
              <a:srgbClr val="DB536A"/>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3200" b="1" kern="0" dirty="0">
                <a:solidFill>
                  <a:srgbClr val="000000"/>
                </a:solidFill>
                <a:cs typeface="Arial"/>
              </a:rPr>
              <a:t>03</a:t>
            </a:r>
          </a:p>
        </p:txBody>
      </p:sp>
      <p:sp>
        <p:nvSpPr>
          <p:cNvPr id="6" name="Rectangle 5">
            <a:extLst>
              <a:ext uri="{FF2B5EF4-FFF2-40B4-BE49-F238E27FC236}">
                <a16:creationId xmlns:a16="http://schemas.microsoft.com/office/drawing/2014/main" id="{E3E24C86-FC2B-DE04-DCB3-9641DCAF799E}"/>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258390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661F32C1-7766-414C-9E69-0A2DAFF2A597}"/>
              </a:ext>
            </a:extLst>
          </p:cNvPr>
          <p:cNvGraphicFramePr>
            <a:graphicFrameLocks noChangeAspect="1"/>
          </p:cNvGraphicFramePr>
          <p:nvPr>
            <p:custDataLst>
              <p:tags r:id="rId1"/>
            </p:custDataLst>
            <p:extLst>
              <p:ext uri="{D42A27DB-BD31-4B8C-83A1-F6EECF244321}">
                <p14:modId xmlns:p14="http://schemas.microsoft.com/office/powerpoint/2010/main" val="34817923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Object 6" hidden="1">
                        <a:extLst>
                          <a:ext uri="{FF2B5EF4-FFF2-40B4-BE49-F238E27FC236}">
                            <a16:creationId xmlns:a16="http://schemas.microsoft.com/office/drawing/2014/main" id="{661F32C1-7766-414C-9E69-0A2DAFF2A5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8000AD1-E256-4B77-98B8-21D9B30A6130}"/>
              </a:ext>
            </a:extLst>
          </p:cNvPr>
          <p:cNvSpPr>
            <a:spLocks noGrp="1"/>
          </p:cNvSpPr>
          <p:nvPr>
            <p:ph type="title"/>
          </p:nvPr>
        </p:nvSpPr>
        <p:spPr/>
        <p:txBody>
          <a:bodyPr vert="horz"/>
          <a:lstStyle/>
          <a:p>
            <a:pPr algn="r" rtl="1"/>
            <a:r>
              <a:rPr lang="ar-SA" kern="1200" dirty="0">
                <a:solidFill>
                  <a:schemeClr val="tx1"/>
                </a:solidFill>
                <a:latin typeface="Georgia" panose="02040502050405020303" pitchFamily="18" charset="0"/>
                <a:ea typeface="+mj-ea"/>
                <a:cs typeface="+mj-cs"/>
              </a:rPr>
              <a:t>نفذنا أكثر من 10 مشاريع لإدارة النفايات في المنطقة على مدى السنوات الثلاث الماضية</a:t>
            </a:r>
          </a:p>
        </p:txBody>
      </p:sp>
      <p:sp>
        <p:nvSpPr>
          <p:cNvPr id="3" name="Subtitle 2">
            <a:extLst>
              <a:ext uri="{FF2B5EF4-FFF2-40B4-BE49-F238E27FC236}">
                <a16:creationId xmlns:a16="http://schemas.microsoft.com/office/drawing/2014/main" id="{DBFBD274-D209-4AEA-8C6F-D019B2EECC77}"/>
              </a:ext>
            </a:extLst>
          </p:cNvPr>
          <p:cNvSpPr>
            <a:spLocks noGrp="1"/>
          </p:cNvSpPr>
          <p:nvPr>
            <p:ph type="subTitle" idx="1"/>
          </p:nvPr>
        </p:nvSpPr>
        <p:spPr/>
        <p:txBody>
          <a:bodyPr/>
          <a:lstStyle/>
          <a:p>
            <a:pPr marL="0" lvl="0" indent="0" algn="r" rtl="1">
              <a:lnSpc>
                <a:spcPct val="100000"/>
              </a:lnSpc>
              <a:spcBef>
                <a:spcPts val="0"/>
              </a:spcBef>
              <a:spcAft>
                <a:spcPts val="0"/>
              </a:spcAft>
              <a:buClr>
                <a:schemeClr val="dk2"/>
              </a:buClr>
              <a:buSzPts val="1600"/>
              <a:buNone/>
            </a:pPr>
            <a:r>
              <a:rPr lang="ar-SA" dirty="0">
                <a:cs typeface="Arial" charset="0"/>
              </a:rPr>
              <a:t>ملخص مشاريع قطاع النفايات (في آخر 3 سنوات)</a:t>
            </a:r>
          </a:p>
        </p:txBody>
      </p:sp>
      <p:sp>
        <p:nvSpPr>
          <p:cNvPr id="4" name="Text Placeholder 3">
            <a:extLst>
              <a:ext uri="{FF2B5EF4-FFF2-40B4-BE49-F238E27FC236}">
                <a16:creationId xmlns:a16="http://schemas.microsoft.com/office/drawing/2014/main" id="{653549BD-0EEE-4DD9-B772-DA7600E8B6D9}"/>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5B74DC8-25D0-4C04-B95A-68F78D203A37}"/>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8</a:t>
            </a:r>
          </a:p>
        </p:txBody>
      </p:sp>
      <p:grpSp>
        <p:nvGrpSpPr>
          <p:cNvPr id="19" name="Group 18">
            <a:extLst>
              <a:ext uri="{FF2B5EF4-FFF2-40B4-BE49-F238E27FC236}">
                <a16:creationId xmlns:a16="http://schemas.microsoft.com/office/drawing/2014/main" id="{1AE965D2-4E43-0BB4-100E-E2D2622C17E8}"/>
              </a:ext>
            </a:extLst>
          </p:cNvPr>
          <p:cNvGrpSpPr/>
          <p:nvPr/>
        </p:nvGrpSpPr>
        <p:grpSpPr>
          <a:xfrm>
            <a:off x="446088" y="1574801"/>
            <a:ext cx="11221776" cy="401808"/>
            <a:chOff x="446088" y="1638544"/>
            <a:chExt cx="11221776" cy="332073"/>
          </a:xfrm>
        </p:grpSpPr>
        <p:sp>
          <p:nvSpPr>
            <p:cNvPr id="10" name="Google Shape;1616;p22">
              <a:extLst>
                <a:ext uri="{FF2B5EF4-FFF2-40B4-BE49-F238E27FC236}">
                  <a16:creationId xmlns:a16="http://schemas.microsoft.com/office/drawing/2014/main" id="{74BCBECE-097C-44F8-0504-5A1931E0FFDE}"/>
                </a:ext>
              </a:extLst>
            </p:cNvPr>
            <p:cNvSpPr/>
            <p:nvPr/>
          </p:nvSpPr>
          <p:spPr>
            <a:xfrm>
              <a:off x="1412807" y="1638544"/>
              <a:ext cx="4166729" cy="330058"/>
            </a:xfrm>
            <a:prstGeom prst="rect">
              <a:avLst/>
            </a:prstGeom>
            <a:solidFill>
              <a:srgbClr val="A32020"/>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Arial (Body)"/>
                  <a:cs typeface="Arial"/>
                  <a:sym typeface="Arial"/>
                </a:rPr>
                <a:t>المشروع</a:t>
              </a:r>
            </a:p>
          </p:txBody>
        </p:sp>
        <p:sp>
          <p:nvSpPr>
            <p:cNvPr id="11" name="Google Shape;1616;p22">
              <a:extLst>
                <a:ext uri="{FF2B5EF4-FFF2-40B4-BE49-F238E27FC236}">
                  <a16:creationId xmlns:a16="http://schemas.microsoft.com/office/drawing/2014/main" id="{63013DD1-05BC-384B-F178-F82032799E59}"/>
                </a:ext>
              </a:extLst>
            </p:cNvPr>
            <p:cNvSpPr/>
            <p:nvPr/>
          </p:nvSpPr>
          <p:spPr>
            <a:xfrm>
              <a:off x="10299755" y="1638544"/>
              <a:ext cx="1368109" cy="332073"/>
            </a:xfrm>
            <a:prstGeom prst="rect">
              <a:avLst/>
            </a:prstGeom>
            <a:solidFill>
              <a:srgbClr val="A32020"/>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Arial (Body)"/>
                  <a:cs typeface="Arial"/>
                  <a:sym typeface="Arial"/>
                </a:rPr>
                <a:t>تواريخ تنفيذ المشاريع</a:t>
              </a:r>
            </a:p>
          </p:txBody>
        </p:sp>
        <p:sp>
          <p:nvSpPr>
            <p:cNvPr id="12" name="Google Shape;1616;p22">
              <a:extLst>
                <a:ext uri="{FF2B5EF4-FFF2-40B4-BE49-F238E27FC236}">
                  <a16:creationId xmlns:a16="http://schemas.microsoft.com/office/drawing/2014/main" id="{FBD33E30-1B5B-8596-178D-D70B142AD7EE}"/>
                </a:ext>
              </a:extLst>
            </p:cNvPr>
            <p:cNvSpPr/>
            <p:nvPr/>
          </p:nvSpPr>
          <p:spPr>
            <a:xfrm>
              <a:off x="446088" y="1638544"/>
              <a:ext cx="859901" cy="330058"/>
            </a:xfrm>
            <a:prstGeom prst="rect">
              <a:avLst/>
            </a:prstGeom>
            <a:solidFill>
              <a:srgbClr val="A32020"/>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Arial (Body)"/>
                  <a:cs typeface="Arial"/>
                  <a:sym typeface="Arial"/>
                </a:rPr>
                <a:t>الموقع</a:t>
              </a:r>
            </a:p>
          </p:txBody>
        </p:sp>
        <p:sp>
          <p:nvSpPr>
            <p:cNvPr id="13" name="Google Shape;1616;p22">
              <a:extLst>
                <a:ext uri="{FF2B5EF4-FFF2-40B4-BE49-F238E27FC236}">
                  <a16:creationId xmlns:a16="http://schemas.microsoft.com/office/drawing/2014/main" id="{574A89CB-13AB-CD3C-FBCC-A2DE66E400B0}"/>
                </a:ext>
              </a:extLst>
            </p:cNvPr>
            <p:cNvSpPr/>
            <p:nvPr/>
          </p:nvSpPr>
          <p:spPr>
            <a:xfrm>
              <a:off x="5686354" y="1638544"/>
              <a:ext cx="3305645" cy="330058"/>
            </a:xfrm>
            <a:prstGeom prst="rect">
              <a:avLst/>
            </a:prstGeom>
            <a:solidFill>
              <a:srgbClr val="A32020"/>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Arial (Body)"/>
                  <a:cs typeface="Arial"/>
                  <a:sym typeface="Arial"/>
                </a:rPr>
                <a:t>العميل</a:t>
              </a:r>
            </a:p>
          </p:txBody>
        </p:sp>
        <p:sp>
          <p:nvSpPr>
            <p:cNvPr id="14" name="Google Shape;1616;p22">
              <a:extLst>
                <a:ext uri="{FF2B5EF4-FFF2-40B4-BE49-F238E27FC236}">
                  <a16:creationId xmlns:a16="http://schemas.microsoft.com/office/drawing/2014/main" id="{C2A7F174-AA5F-A7C5-6356-6687AAD07274}"/>
                </a:ext>
              </a:extLst>
            </p:cNvPr>
            <p:cNvSpPr/>
            <p:nvPr/>
          </p:nvSpPr>
          <p:spPr>
            <a:xfrm>
              <a:off x="9106355" y="1638544"/>
              <a:ext cx="1086583" cy="331785"/>
            </a:xfrm>
            <a:prstGeom prst="rect">
              <a:avLst/>
            </a:prstGeom>
            <a:solidFill>
              <a:srgbClr val="A32020"/>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Arial (Body)"/>
                  <a:cs typeface="Arial"/>
                  <a:sym typeface="Arial"/>
                </a:rPr>
                <a:t>القيمة (بالمليون ريال سعودي)</a:t>
              </a:r>
              <a:endParaRPr kumimoji="0" lang="en-GB" sz="1200" b="1" i="0" u="none" strike="noStrike" kern="1200" cap="none" spc="0" normalizeH="0" baseline="0" noProof="0" dirty="0">
                <a:ln>
                  <a:noFill/>
                </a:ln>
                <a:solidFill>
                  <a:srgbClr val="FFFFFF"/>
                </a:solidFill>
                <a:effectLst/>
                <a:uLnTx/>
                <a:uFillTx/>
                <a:latin typeface="Arial (Body)"/>
                <a:cs typeface="Arial"/>
                <a:sym typeface="Arial"/>
              </a:endParaRPr>
            </a:p>
          </p:txBody>
        </p:sp>
      </p:grpSp>
      <p:sp>
        <p:nvSpPr>
          <p:cNvPr id="6" name="TextBox 5">
            <a:extLst>
              <a:ext uri="{FF2B5EF4-FFF2-40B4-BE49-F238E27FC236}">
                <a16:creationId xmlns:a16="http://schemas.microsoft.com/office/drawing/2014/main" id="{29F38312-96FB-80BA-8B47-B829DB1F4B50}"/>
              </a:ext>
            </a:extLst>
          </p:cNvPr>
          <p:cNvSpPr txBox="1"/>
          <p:nvPr/>
        </p:nvSpPr>
        <p:spPr>
          <a:xfrm>
            <a:off x="724183" y="68005"/>
            <a:ext cx="6097604" cy="26161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00" b="1" strike="noStrike" kern="0" cap="none" spc="0" normalizeH="0" noProof="0" dirty="0">
                <a:ln>
                  <a:noFill/>
                </a:ln>
                <a:solidFill>
                  <a:srgbClr val="000000"/>
                </a:solidFill>
                <a:effectLst/>
                <a:uLnTx/>
                <a:uFillTx/>
                <a:ea typeface="Arial"/>
                <a:cs typeface="Arial"/>
                <a:sym typeface="Arial"/>
              </a:rPr>
              <a:t>معرفة عميقة وإلمام واسع بمنظومة إدارة النفايات في المملكة العربية السعودية</a:t>
            </a:r>
          </a:p>
        </p:txBody>
      </p:sp>
      <p:sp>
        <p:nvSpPr>
          <p:cNvPr id="8" name="Hexagon 7">
            <a:extLst>
              <a:ext uri="{FF2B5EF4-FFF2-40B4-BE49-F238E27FC236}">
                <a16:creationId xmlns:a16="http://schemas.microsoft.com/office/drawing/2014/main" id="{F07BA459-A61B-C98D-4EC7-37AE3F26543F}"/>
              </a:ext>
            </a:extLst>
          </p:cNvPr>
          <p:cNvSpPr/>
          <p:nvPr/>
        </p:nvSpPr>
        <p:spPr>
          <a:xfrm>
            <a:off x="457037" y="62258"/>
            <a:ext cx="305405" cy="251330"/>
          </a:xfrm>
          <a:prstGeom prst="hexagon">
            <a:avLst/>
          </a:prstGeom>
          <a:solidFill>
            <a:srgbClr val="FFFFFF"/>
          </a:solidFill>
          <a:ln w="9525" cap="flat" cmpd="sng">
            <a:solidFill>
              <a:srgbClr val="A3202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1200" b="1" kern="0" dirty="0">
                <a:solidFill>
                  <a:srgbClr val="000000"/>
                </a:solidFill>
                <a:cs typeface="Arial"/>
              </a:rPr>
              <a:t>01</a:t>
            </a:r>
          </a:p>
        </p:txBody>
      </p:sp>
      <p:grpSp>
        <p:nvGrpSpPr>
          <p:cNvPr id="81" name="Group 80">
            <a:extLst>
              <a:ext uri="{FF2B5EF4-FFF2-40B4-BE49-F238E27FC236}">
                <a16:creationId xmlns:a16="http://schemas.microsoft.com/office/drawing/2014/main" id="{AF15B305-6002-F4EA-F9FB-9E3FBEBB7E67}"/>
              </a:ext>
            </a:extLst>
          </p:cNvPr>
          <p:cNvGrpSpPr/>
          <p:nvPr/>
        </p:nvGrpSpPr>
        <p:grpSpPr>
          <a:xfrm>
            <a:off x="442913" y="2017265"/>
            <a:ext cx="11224951" cy="318085"/>
            <a:chOff x="442913" y="2026890"/>
            <a:chExt cx="11224951" cy="274320"/>
          </a:xfrm>
        </p:grpSpPr>
        <p:sp>
          <p:nvSpPr>
            <p:cNvPr id="9" name="Google Shape;1616;p22">
              <a:extLst>
                <a:ext uri="{FF2B5EF4-FFF2-40B4-BE49-F238E27FC236}">
                  <a16:creationId xmlns:a16="http://schemas.microsoft.com/office/drawing/2014/main" id="{43B964D7-C8BE-ABCB-0B29-22058DFAF482}"/>
                </a:ext>
              </a:extLst>
            </p:cNvPr>
            <p:cNvSpPr/>
            <p:nvPr/>
          </p:nvSpPr>
          <p:spPr>
            <a:xfrm>
              <a:off x="1412807" y="2026890"/>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استراتيجية تحول القطاع غير الرسمي في منظومة إدارة النفايات</a:t>
              </a:r>
            </a:p>
          </p:txBody>
        </p:sp>
        <p:sp>
          <p:nvSpPr>
            <p:cNvPr id="15" name="Google Shape;1616;p22">
              <a:extLst>
                <a:ext uri="{FF2B5EF4-FFF2-40B4-BE49-F238E27FC236}">
                  <a16:creationId xmlns:a16="http://schemas.microsoft.com/office/drawing/2014/main" id="{1167CD31-93DD-488F-421E-01D1A2458500}"/>
                </a:ext>
              </a:extLst>
            </p:cNvPr>
            <p:cNvSpPr/>
            <p:nvPr/>
          </p:nvSpPr>
          <p:spPr>
            <a:xfrm>
              <a:off x="10299755" y="2026890"/>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2022 - 2023</a:t>
              </a:r>
            </a:p>
          </p:txBody>
        </p:sp>
        <p:sp>
          <p:nvSpPr>
            <p:cNvPr id="16" name="Google Shape;1616;p22">
              <a:extLst>
                <a:ext uri="{FF2B5EF4-FFF2-40B4-BE49-F238E27FC236}">
                  <a16:creationId xmlns:a16="http://schemas.microsoft.com/office/drawing/2014/main" id="{545182BE-B42F-ADFA-0DB7-F7131FE79E27}"/>
                </a:ext>
              </a:extLst>
            </p:cNvPr>
            <p:cNvSpPr/>
            <p:nvPr/>
          </p:nvSpPr>
          <p:spPr>
            <a:xfrm>
              <a:off x="442913" y="2026890"/>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السعودية</a:t>
              </a:r>
            </a:p>
          </p:txBody>
        </p:sp>
        <p:sp>
          <p:nvSpPr>
            <p:cNvPr id="17" name="Google Shape;1616;p22">
              <a:extLst>
                <a:ext uri="{FF2B5EF4-FFF2-40B4-BE49-F238E27FC236}">
                  <a16:creationId xmlns:a16="http://schemas.microsoft.com/office/drawing/2014/main" id="{2F0A82BE-B8C0-444A-81E2-3F070109AB8B}"/>
                </a:ext>
              </a:extLst>
            </p:cNvPr>
            <p:cNvSpPr/>
            <p:nvPr/>
          </p:nvSpPr>
          <p:spPr>
            <a:xfrm>
              <a:off x="5686354" y="2026890"/>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latin typeface="Arial (Body)"/>
                  <a:cs typeface="Arial" charset="0"/>
                </a:rPr>
                <a:t>المركز الوطني لإدارة النفايات</a:t>
              </a:r>
            </a:p>
          </p:txBody>
        </p:sp>
        <p:sp>
          <p:nvSpPr>
            <p:cNvPr id="18" name="Google Shape;1616;p22">
              <a:extLst>
                <a:ext uri="{FF2B5EF4-FFF2-40B4-BE49-F238E27FC236}">
                  <a16:creationId xmlns:a16="http://schemas.microsoft.com/office/drawing/2014/main" id="{6A249811-B7BA-E897-CF66-6CEC505B780C}"/>
                </a:ext>
              </a:extLst>
            </p:cNvPr>
            <p:cNvSpPr/>
            <p:nvPr/>
          </p:nvSpPr>
          <p:spPr>
            <a:xfrm>
              <a:off x="9098817" y="2026890"/>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chemeClr val="tx1"/>
                  </a:solidFill>
                  <a:effectLst/>
                  <a:uLnTx/>
                  <a:uFillTx/>
                  <a:latin typeface="Arial (Body)"/>
                  <a:cs typeface="Arial"/>
                  <a:sym typeface="Arial"/>
                </a:rPr>
                <a:t>12 - 15</a:t>
              </a:r>
            </a:p>
          </p:txBody>
        </p:sp>
      </p:grpSp>
      <p:grpSp>
        <p:nvGrpSpPr>
          <p:cNvPr id="25" name="Group 24">
            <a:extLst>
              <a:ext uri="{FF2B5EF4-FFF2-40B4-BE49-F238E27FC236}">
                <a16:creationId xmlns:a16="http://schemas.microsoft.com/office/drawing/2014/main" id="{0F8D298D-41DF-FB52-632E-50D5CEF3D0CF}"/>
              </a:ext>
            </a:extLst>
          </p:cNvPr>
          <p:cNvGrpSpPr/>
          <p:nvPr/>
        </p:nvGrpSpPr>
        <p:grpSpPr>
          <a:xfrm>
            <a:off x="442913" y="3153521"/>
            <a:ext cx="11224951" cy="318085"/>
            <a:chOff x="442913" y="2350033"/>
            <a:chExt cx="11224951" cy="274320"/>
          </a:xfrm>
        </p:grpSpPr>
        <p:sp>
          <p:nvSpPr>
            <p:cNvPr id="20" name="Google Shape;1616;p22">
              <a:extLst>
                <a:ext uri="{FF2B5EF4-FFF2-40B4-BE49-F238E27FC236}">
                  <a16:creationId xmlns:a16="http://schemas.microsoft.com/office/drawing/2014/main" id="{75AE8E23-6901-1C8D-BD9B-604E1E45E197}"/>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الخطة الوطنية لإدارة النفايات</a:t>
              </a:r>
            </a:p>
          </p:txBody>
        </p:sp>
        <p:sp>
          <p:nvSpPr>
            <p:cNvPr id="21" name="Google Shape;1616;p22">
              <a:extLst>
                <a:ext uri="{FF2B5EF4-FFF2-40B4-BE49-F238E27FC236}">
                  <a16:creationId xmlns:a16="http://schemas.microsoft.com/office/drawing/2014/main" id="{4EF99755-D2D6-27EE-FBD2-3F0719685AFF}"/>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2020 - 2021</a:t>
              </a:r>
            </a:p>
          </p:txBody>
        </p:sp>
        <p:sp>
          <p:nvSpPr>
            <p:cNvPr id="22" name="Google Shape;1616;p22">
              <a:extLst>
                <a:ext uri="{FF2B5EF4-FFF2-40B4-BE49-F238E27FC236}">
                  <a16:creationId xmlns:a16="http://schemas.microsoft.com/office/drawing/2014/main" id="{CEF602FD-C60C-214B-FFAA-19057068FECF}"/>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مصر</a:t>
              </a:r>
            </a:p>
          </p:txBody>
        </p:sp>
        <p:sp>
          <p:nvSpPr>
            <p:cNvPr id="23" name="Google Shape;1616;p22">
              <a:extLst>
                <a:ext uri="{FF2B5EF4-FFF2-40B4-BE49-F238E27FC236}">
                  <a16:creationId xmlns:a16="http://schemas.microsoft.com/office/drawing/2014/main" id="{D6E2FF0C-B760-69A9-8511-9B212E63B70D}"/>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وزارة البيئة</a:t>
              </a:r>
            </a:p>
          </p:txBody>
        </p:sp>
        <p:sp>
          <p:nvSpPr>
            <p:cNvPr id="24" name="Google Shape;1616;p22">
              <a:extLst>
                <a:ext uri="{FF2B5EF4-FFF2-40B4-BE49-F238E27FC236}">
                  <a16:creationId xmlns:a16="http://schemas.microsoft.com/office/drawing/2014/main" id="{01156B82-C42F-D1D3-6556-0FE23F8D0A1E}"/>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3</a:t>
              </a:r>
              <a:r>
                <a:rPr lang="ar-SA" dirty="0">
                  <a:cs typeface="Arial" charset="0"/>
                </a:rPr>
                <a:t> </a:t>
              </a:r>
              <a:r>
                <a:rPr kumimoji="0" lang="ar-SA" sz="1200" strike="noStrike" kern="1200" cap="none" spc="0" normalizeH="0" noProof="0" dirty="0">
                  <a:ln>
                    <a:noFill/>
                  </a:ln>
                  <a:solidFill>
                    <a:schemeClr val="tx1"/>
                  </a:solidFill>
                  <a:effectLst/>
                  <a:uLnTx/>
                  <a:uFillTx/>
                  <a:latin typeface="Arial (Body)"/>
                  <a:cs typeface="Arial"/>
                  <a:sym typeface="Arial"/>
                </a:rPr>
                <a:t> - 5</a:t>
              </a:r>
            </a:p>
          </p:txBody>
        </p:sp>
      </p:grpSp>
      <p:grpSp>
        <p:nvGrpSpPr>
          <p:cNvPr id="26" name="Group 25">
            <a:extLst>
              <a:ext uri="{FF2B5EF4-FFF2-40B4-BE49-F238E27FC236}">
                <a16:creationId xmlns:a16="http://schemas.microsoft.com/office/drawing/2014/main" id="{CE131A5D-4953-3230-B277-57D1D60010F7}"/>
              </a:ext>
            </a:extLst>
          </p:cNvPr>
          <p:cNvGrpSpPr/>
          <p:nvPr/>
        </p:nvGrpSpPr>
        <p:grpSpPr>
          <a:xfrm>
            <a:off x="442913" y="3911025"/>
            <a:ext cx="11224951" cy="318085"/>
            <a:chOff x="442913" y="2350033"/>
            <a:chExt cx="11224951" cy="274320"/>
          </a:xfrm>
        </p:grpSpPr>
        <p:sp>
          <p:nvSpPr>
            <p:cNvPr id="27" name="Google Shape;1616;p22">
              <a:extLst>
                <a:ext uri="{FF2B5EF4-FFF2-40B4-BE49-F238E27FC236}">
                  <a16:creationId xmlns:a16="http://schemas.microsoft.com/office/drawing/2014/main" id="{AB5BE90B-F8B5-C42E-C94B-F630031B0041}"/>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الرؤية البيئية على مدى 20 عامًا</a:t>
              </a:r>
            </a:p>
          </p:txBody>
        </p:sp>
        <p:sp>
          <p:nvSpPr>
            <p:cNvPr id="28" name="Google Shape;1616;p22">
              <a:extLst>
                <a:ext uri="{FF2B5EF4-FFF2-40B4-BE49-F238E27FC236}">
                  <a16:creationId xmlns:a16="http://schemas.microsoft.com/office/drawing/2014/main" id="{356A88EC-A355-726D-47A0-583042DD578F}"/>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2020 - 2021</a:t>
              </a:r>
            </a:p>
          </p:txBody>
        </p:sp>
        <p:sp>
          <p:nvSpPr>
            <p:cNvPr id="29" name="Google Shape;1616;p22">
              <a:extLst>
                <a:ext uri="{FF2B5EF4-FFF2-40B4-BE49-F238E27FC236}">
                  <a16:creationId xmlns:a16="http://schemas.microsoft.com/office/drawing/2014/main" id="{03D7E988-1640-A54F-4BF1-B0A5F13B6B2F}"/>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الإمارات العربية المتحدة</a:t>
              </a:r>
            </a:p>
          </p:txBody>
        </p:sp>
        <p:sp>
          <p:nvSpPr>
            <p:cNvPr id="30" name="Google Shape;1616;p22">
              <a:extLst>
                <a:ext uri="{FF2B5EF4-FFF2-40B4-BE49-F238E27FC236}">
                  <a16:creationId xmlns:a16="http://schemas.microsoft.com/office/drawing/2014/main" id="{62D2E7AE-D843-9953-1FF2-02F1873C1A9B}"/>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وكالة البيئة</a:t>
              </a:r>
            </a:p>
          </p:txBody>
        </p:sp>
        <p:sp>
          <p:nvSpPr>
            <p:cNvPr id="31" name="Google Shape;1616;p22">
              <a:extLst>
                <a:ext uri="{FF2B5EF4-FFF2-40B4-BE49-F238E27FC236}">
                  <a16:creationId xmlns:a16="http://schemas.microsoft.com/office/drawing/2014/main" id="{39854EEA-D006-8749-21BF-6284D18E8D2D}"/>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chemeClr val="tx1"/>
                  </a:solidFill>
                  <a:effectLst/>
                  <a:uLnTx/>
                  <a:uFillTx/>
                  <a:latin typeface="Arial (Body)"/>
                  <a:cs typeface="Arial"/>
                  <a:sym typeface="Arial"/>
                </a:rPr>
                <a:t>5 - 7</a:t>
              </a:r>
            </a:p>
          </p:txBody>
        </p:sp>
      </p:grpSp>
      <p:grpSp>
        <p:nvGrpSpPr>
          <p:cNvPr id="32" name="Group 31">
            <a:extLst>
              <a:ext uri="{FF2B5EF4-FFF2-40B4-BE49-F238E27FC236}">
                <a16:creationId xmlns:a16="http://schemas.microsoft.com/office/drawing/2014/main" id="{418FE507-F828-9C4A-9AD7-70D333088D92}"/>
              </a:ext>
            </a:extLst>
          </p:cNvPr>
          <p:cNvGrpSpPr/>
          <p:nvPr/>
        </p:nvGrpSpPr>
        <p:grpSpPr>
          <a:xfrm>
            <a:off x="442913" y="3532273"/>
            <a:ext cx="11224951" cy="318085"/>
            <a:chOff x="442913" y="2350033"/>
            <a:chExt cx="11224951" cy="274320"/>
          </a:xfrm>
        </p:grpSpPr>
        <p:sp>
          <p:nvSpPr>
            <p:cNvPr id="33" name="Google Shape;1616;p22">
              <a:extLst>
                <a:ext uri="{FF2B5EF4-FFF2-40B4-BE49-F238E27FC236}">
                  <a16:creationId xmlns:a16="http://schemas.microsoft.com/office/drawing/2014/main" id="{D2BBFE77-43AB-A398-A54C-CDDE62E78607}"/>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تنفيذ الرقابة على إدارة المخلفات</a:t>
              </a:r>
            </a:p>
          </p:txBody>
        </p:sp>
        <p:sp>
          <p:nvSpPr>
            <p:cNvPr id="34" name="Google Shape;1616;p22">
              <a:extLst>
                <a:ext uri="{FF2B5EF4-FFF2-40B4-BE49-F238E27FC236}">
                  <a16:creationId xmlns:a16="http://schemas.microsoft.com/office/drawing/2014/main" id="{689B7074-9D2B-A9DC-D5B3-8FDFE40B66A0}"/>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2021</a:t>
              </a:r>
            </a:p>
          </p:txBody>
        </p:sp>
        <p:sp>
          <p:nvSpPr>
            <p:cNvPr id="35" name="Google Shape;1616;p22">
              <a:extLst>
                <a:ext uri="{FF2B5EF4-FFF2-40B4-BE49-F238E27FC236}">
                  <a16:creationId xmlns:a16="http://schemas.microsoft.com/office/drawing/2014/main" id="{D1D409DA-E887-09B6-698A-B00473EA5F20}"/>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مصر</a:t>
              </a:r>
            </a:p>
          </p:txBody>
        </p:sp>
        <p:sp>
          <p:nvSpPr>
            <p:cNvPr id="36" name="Google Shape;1616;p22">
              <a:extLst>
                <a:ext uri="{FF2B5EF4-FFF2-40B4-BE49-F238E27FC236}">
                  <a16:creationId xmlns:a16="http://schemas.microsoft.com/office/drawing/2014/main" id="{DF010189-661B-3198-3AA1-B4E311845825}"/>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وحدة حكومية مستقلة</a:t>
              </a:r>
            </a:p>
          </p:txBody>
        </p:sp>
        <p:sp>
          <p:nvSpPr>
            <p:cNvPr id="37" name="Google Shape;1616;p22">
              <a:extLst>
                <a:ext uri="{FF2B5EF4-FFF2-40B4-BE49-F238E27FC236}">
                  <a16:creationId xmlns:a16="http://schemas.microsoft.com/office/drawing/2014/main" id="{B6D2ADAE-1257-0B09-9A0D-DBB931321AD8}"/>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chemeClr val="tx1"/>
                  </a:solidFill>
                  <a:effectLst/>
                  <a:uLnTx/>
                  <a:uFillTx/>
                  <a:latin typeface="Arial (Body)"/>
                  <a:cs typeface="Arial"/>
                  <a:sym typeface="Arial"/>
                </a:rPr>
                <a:t>1 - 2</a:t>
              </a:r>
            </a:p>
          </p:txBody>
        </p:sp>
      </p:grpSp>
      <p:grpSp>
        <p:nvGrpSpPr>
          <p:cNvPr id="38" name="Group 37">
            <a:extLst>
              <a:ext uri="{FF2B5EF4-FFF2-40B4-BE49-F238E27FC236}">
                <a16:creationId xmlns:a16="http://schemas.microsoft.com/office/drawing/2014/main" id="{3D5E9BD4-EA34-6064-75F9-88E1B74FB260}"/>
              </a:ext>
            </a:extLst>
          </p:cNvPr>
          <p:cNvGrpSpPr/>
          <p:nvPr/>
        </p:nvGrpSpPr>
        <p:grpSpPr>
          <a:xfrm>
            <a:off x="442913" y="2396017"/>
            <a:ext cx="11224951" cy="318085"/>
            <a:chOff x="442913" y="2350033"/>
            <a:chExt cx="11224951" cy="274320"/>
          </a:xfrm>
        </p:grpSpPr>
        <p:sp>
          <p:nvSpPr>
            <p:cNvPr id="39" name="Google Shape;1616;p22">
              <a:extLst>
                <a:ext uri="{FF2B5EF4-FFF2-40B4-BE49-F238E27FC236}">
                  <a16:creationId xmlns:a16="http://schemas.microsoft.com/office/drawing/2014/main" id="{66394EF2-2374-87A7-3F1B-A6985F47807B}"/>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الإطار التنظيمي لإعادة تدوير الألومنيوم</a:t>
              </a:r>
            </a:p>
          </p:txBody>
        </p:sp>
        <p:sp>
          <p:nvSpPr>
            <p:cNvPr id="40" name="Google Shape;1616;p22">
              <a:extLst>
                <a:ext uri="{FF2B5EF4-FFF2-40B4-BE49-F238E27FC236}">
                  <a16:creationId xmlns:a16="http://schemas.microsoft.com/office/drawing/2014/main" id="{B446753E-D088-1EE3-9CC3-70A16EBE1967}"/>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2020 - 2021</a:t>
              </a:r>
            </a:p>
          </p:txBody>
        </p:sp>
        <p:sp>
          <p:nvSpPr>
            <p:cNvPr id="41" name="Google Shape;1616;p22">
              <a:extLst>
                <a:ext uri="{FF2B5EF4-FFF2-40B4-BE49-F238E27FC236}">
                  <a16:creationId xmlns:a16="http://schemas.microsoft.com/office/drawing/2014/main" id="{DB9CF6AF-6AC6-24EE-525B-9A16942FA57A}"/>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السعودية</a:t>
              </a:r>
            </a:p>
          </p:txBody>
        </p:sp>
        <p:sp>
          <p:nvSpPr>
            <p:cNvPr id="42" name="Google Shape;1616;p22">
              <a:extLst>
                <a:ext uri="{FF2B5EF4-FFF2-40B4-BE49-F238E27FC236}">
                  <a16:creationId xmlns:a16="http://schemas.microsoft.com/office/drawing/2014/main" id="{FF1261C9-6184-3410-54F8-6440BDD26E6F}"/>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وزارة الصناعة</a:t>
              </a:r>
            </a:p>
          </p:txBody>
        </p:sp>
        <p:sp>
          <p:nvSpPr>
            <p:cNvPr id="43" name="Google Shape;1616;p22">
              <a:extLst>
                <a:ext uri="{FF2B5EF4-FFF2-40B4-BE49-F238E27FC236}">
                  <a16:creationId xmlns:a16="http://schemas.microsoft.com/office/drawing/2014/main" id="{2A70934B-A24C-6B88-F007-3262A3F4D099}"/>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chemeClr val="tx1"/>
                  </a:solidFill>
                  <a:effectLst/>
                  <a:uLnTx/>
                  <a:uFillTx/>
                  <a:latin typeface="Arial (Body)"/>
                  <a:cs typeface="Arial"/>
                  <a:sym typeface="Arial"/>
                </a:rPr>
                <a:t>1 - 2</a:t>
              </a:r>
            </a:p>
          </p:txBody>
        </p:sp>
      </p:grpSp>
      <p:grpSp>
        <p:nvGrpSpPr>
          <p:cNvPr id="44" name="Group 43">
            <a:extLst>
              <a:ext uri="{FF2B5EF4-FFF2-40B4-BE49-F238E27FC236}">
                <a16:creationId xmlns:a16="http://schemas.microsoft.com/office/drawing/2014/main" id="{F245E430-3AED-CAD0-ED16-05C7546176A1}"/>
              </a:ext>
            </a:extLst>
          </p:cNvPr>
          <p:cNvGrpSpPr/>
          <p:nvPr/>
        </p:nvGrpSpPr>
        <p:grpSpPr>
          <a:xfrm>
            <a:off x="442913" y="2774769"/>
            <a:ext cx="11224951" cy="318085"/>
            <a:chOff x="442913" y="2350033"/>
            <a:chExt cx="11224951" cy="274320"/>
          </a:xfrm>
        </p:grpSpPr>
        <p:sp>
          <p:nvSpPr>
            <p:cNvPr id="45" name="Google Shape;1616;p22">
              <a:extLst>
                <a:ext uri="{FF2B5EF4-FFF2-40B4-BE49-F238E27FC236}">
                  <a16:creationId xmlns:a16="http://schemas.microsoft.com/office/drawing/2014/main" id="{36608058-CA0F-36FB-EF09-06B0C38F1598}"/>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الجاذبية التجارية في مجال إعادة تدوير المنتجات البلاستيكية (البولي إيثيلين تيريفثاليت)</a:t>
              </a:r>
            </a:p>
          </p:txBody>
        </p:sp>
        <p:sp>
          <p:nvSpPr>
            <p:cNvPr id="46" name="Google Shape;1616;p22">
              <a:extLst>
                <a:ext uri="{FF2B5EF4-FFF2-40B4-BE49-F238E27FC236}">
                  <a16:creationId xmlns:a16="http://schemas.microsoft.com/office/drawing/2014/main" id="{868DEBCC-D37C-16DD-24B5-AC0EE8C66B21}"/>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2020 - 2021</a:t>
              </a:r>
            </a:p>
          </p:txBody>
        </p:sp>
        <p:sp>
          <p:nvSpPr>
            <p:cNvPr id="47" name="Google Shape;1616;p22">
              <a:extLst>
                <a:ext uri="{FF2B5EF4-FFF2-40B4-BE49-F238E27FC236}">
                  <a16:creationId xmlns:a16="http://schemas.microsoft.com/office/drawing/2014/main" id="{B9E02389-4E1A-D8E3-07D5-042ACFC419BC}"/>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السعودية</a:t>
              </a:r>
            </a:p>
          </p:txBody>
        </p:sp>
        <p:sp>
          <p:nvSpPr>
            <p:cNvPr id="48" name="Google Shape;1616;p22">
              <a:extLst>
                <a:ext uri="{FF2B5EF4-FFF2-40B4-BE49-F238E27FC236}">
                  <a16:creationId xmlns:a16="http://schemas.microsoft.com/office/drawing/2014/main" id="{4B6DBB63-710A-AC3D-A204-3FAAD3E86F20}"/>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شركة مساهمة خاصة</a:t>
              </a:r>
            </a:p>
          </p:txBody>
        </p:sp>
        <p:sp>
          <p:nvSpPr>
            <p:cNvPr id="49" name="Google Shape;1616;p22">
              <a:extLst>
                <a:ext uri="{FF2B5EF4-FFF2-40B4-BE49-F238E27FC236}">
                  <a16:creationId xmlns:a16="http://schemas.microsoft.com/office/drawing/2014/main" id="{D065B508-6367-C323-EF81-7242D0900F8B}"/>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3</a:t>
              </a:r>
              <a:r>
                <a:rPr lang="ar-SA" dirty="0">
                  <a:cs typeface="Arial" charset="0"/>
                </a:rPr>
                <a:t> </a:t>
              </a:r>
              <a:r>
                <a:rPr kumimoji="0" lang="ar-SA" sz="1200" strike="noStrike" kern="1200" cap="none" spc="0" normalizeH="0" noProof="0" dirty="0">
                  <a:ln>
                    <a:noFill/>
                  </a:ln>
                  <a:solidFill>
                    <a:schemeClr val="tx1"/>
                  </a:solidFill>
                  <a:effectLst/>
                  <a:uLnTx/>
                  <a:uFillTx/>
                  <a:latin typeface="Arial (Body)"/>
                  <a:cs typeface="Arial"/>
                  <a:sym typeface="Arial"/>
                </a:rPr>
                <a:t> - 5</a:t>
              </a:r>
            </a:p>
          </p:txBody>
        </p:sp>
      </p:grpSp>
      <p:grpSp>
        <p:nvGrpSpPr>
          <p:cNvPr id="50" name="Group 49">
            <a:extLst>
              <a:ext uri="{FF2B5EF4-FFF2-40B4-BE49-F238E27FC236}">
                <a16:creationId xmlns:a16="http://schemas.microsoft.com/office/drawing/2014/main" id="{1C1F9534-A071-A6DA-6B9E-F78E0E8D8D83}"/>
              </a:ext>
            </a:extLst>
          </p:cNvPr>
          <p:cNvGrpSpPr/>
          <p:nvPr/>
        </p:nvGrpSpPr>
        <p:grpSpPr>
          <a:xfrm>
            <a:off x="442913" y="4289777"/>
            <a:ext cx="11224951" cy="318085"/>
            <a:chOff x="442913" y="2350033"/>
            <a:chExt cx="11224951" cy="274320"/>
          </a:xfrm>
        </p:grpSpPr>
        <p:sp>
          <p:nvSpPr>
            <p:cNvPr id="51" name="Google Shape;1616;p22">
              <a:extLst>
                <a:ext uri="{FF2B5EF4-FFF2-40B4-BE49-F238E27FC236}">
                  <a16:creationId xmlns:a16="http://schemas.microsoft.com/office/drawing/2014/main" id="{1CEFE1A6-C749-3973-DAEB-F8DE14290367}"/>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استراتيجية الشراكة الخاصة والنموذج التشغيلي</a:t>
              </a:r>
            </a:p>
          </p:txBody>
        </p:sp>
        <p:sp>
          <p:nvSpPr>
            <p:cNvPr id="52" name="Google Shape;1616;p22">
              <a:extLst>
                <a:ext uri="{FF2B5EF4-FFF2-40B4-BE49-F238E27FC236}">
                  <a16:creationId xmlns:a16="http://schemas.microsoft.com/office/drawing/2014/main" id="{2F22542C-8567-EA24-04D0-3AAD5451C41A}"/>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2020 - 2021</a:t>
              </a:r>
            </a:p>
          </p:txBody>
        </p:sp>
        <p:sp>
          <p:nvSpPr>
            <p:cNvPr id="53" name="Google Shape;1616;p22">
              <a:extLst>
                <a:ext uri="{FF2B5EF4-FFF2-40B4-BE49-F238E27FC236}">
                  <a16:creationId xmlns:a16="http://schemas.microsoft.com/office/drawing/2014/main" id="{8AD45F21-B7DE-7053-31BC-D8E27E37C0CB}"/>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الإمارات العربية المتحدة</a:t>
              </a:r>
            </a:p>
          </p:txBody>
        </p:sp>
        <p:sp>
          <p:nvSpPr>
            <p:cNvPr id="54" name="Google Shape;1616;p22">
              <a:extLst>
                <a:ext uri="{FF2B5EF4-FFF2-40B4-BE49-F238E27FC236}">
                  <a16:creationId xmlns:a16="http://schemas.microsoft.com/office/drawing/2014/main" id="{59E5C6B4-E1E8-300B-ECB6-9A1008BE595D}"/>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غرين سيتي</a:t>
              </a:r>
            </a:p>
          </p:txBody>
        </p:sp>
        <p:sp>
          <p:nvSpPr>
            <p:cNvPr id="55" name="Google Shape;1616;p22">
              <a:extLst>
                <a:ext uri="{FF2B5EF4-FFF2-40B4-BE49-F238E27FC236}">
                  <a16:creationId xmlns:a16="http://schemas.microsoft.com/office/drawing/2014/main" id="{5472FEE2-FEA8-3551-674A-D25130C074D4}"/>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3</a:t>
              </a:r>
              <a:r>
                <a:rPr lang="ar-SA" dirty="0">
                  <a:cs typeface="Arial" charset="0"/>
                </a:rPr>
                <a:t> </a:t>
              </a:r>
              <a:r>
                <a:rPr kumimoji="0" lang="ar-SA" sz="1200" strike="noStrike" kern="1200" cap="none" spc="0" normalizeH="0" noProof="0" dirty="0">
                  <a:ln>
                    <a:noFill/>
                  </a:ln>
                  <a:solidFill>
                    <a:schemeClr val="tx1"/>
                  </a:solidFill>
                  <a:effectLst/>
                  <a:uLnTx/>
                  <a:uFillTx/>
                  <a:latin typeface="Arial (Body)"/>
                  <a:cs typeface="Arial"/>
                  <a:sym typeface="Arial"/>
                </a:rPr>
                <a:t> - 5</a:t>
              </a:r>
            </a:p>
          </p:txBody>
        </p:sp>
      </p:grpSp>
      <p:grpSp>
        <p:nvGrpSpPr>
          <p:cNvPr id="56" name="Group 55">
            <a:extLst>
              <a:ext uri="{FF2B5EF4-FFF2-40B4-BE49-F238E27FC236}">
                <a16:creationId xmlns:a16="http://schemas.microsoft.com/office/drawing/2014/main" id="{E47E1812-7B87-1E00-1EDE-46B53E97C3BA}"/>
              </a:ext>
            </a:extLst>
          </p:cNvPr>
          <p:cNvGrpSpPr/>
          <p:nvPr/>
        </p:nvGrpSpPr>
        <p:grpSpPr>
          <a:xfrm>
            <a:off x="442913" y="4668529"/>
            <a:ext cx="11224951" cy="318085"/>
            <a:chOff x="442913" y="2350033"/>
            <a:chExt cx="11224951" cy="274320"/>
          </a:xfrm>
        </p:grpSpPr>
        <p:sp>
          <p:nvSpPr>
            <p:cNvPr id="57" name="Google Shape;1616;p22">
              <a:extLst>
                <a:ext uri="{FF2B5EF4-FFF2-40B4-BE49-F238E27FC236}">
                  <a16:creationId xmlns:a16="http://schemas.microsoft.com/office/drawing/2014/main" id="{1DBFD4FD-9447-9C1A-3906-E2C113E87446}"/>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رؤية وخارطة طريق إدارة النفايات الصلبة</a:t>
              </a:r>
            </a:p>
          </p:txBody>
        </p:sp>
        <p:sp>
          <p:nvSpPr>
            <p:cNvPr id="58" name="Google Shape;1616;p22">
              <a:extLst>
                <a:ext uri="{FF2B5EF4-FFF2-40B4-BE49-F238E27FC236}">
                  <a16:creationId xmlns:a16="http://schemas.microsoft.com/office/drawing/2014/main" id="{0952B55F-0567-E4DD-E853-EF0DAB4EEE3A}"/>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a:t>
              </a:r>
            </a:p>
          </p:txBody>
        </p:sp>
        <p:sp>
          <p:nvSpPr>
            <p:cNvPr id="59" name="Google Shape;1616;p22">
              <a:extLst>
                <a:ext uri="{FF2B5EF4-FFF2-40B4-BE49-F238E27FC236}">
                  <a16:creationId xmlns:a16="http://schemas.microsoft.com/office/drawing/2014/main" id="{C94F2D09-3A62-C988-7310-4C720B931292}"/>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لبنان</a:t>
              </a:r>
            </a:p>
          </p:txBody>
        </p:sp>
        <p:sp>
          <p:nvSpPr>
            <p:cNvPr id="60" name="Google Shape;1616;p22">
              <a:extLst>
                <a:ext uri="{FF2B5EF4-FFF2-40B4-BE49-F238E27FC236}">
                  <a16:creationId xmlns:a16="http://schemas.microsoft.com/office/drawing/2014/main" id="{BBA89687-679E-9CC2-069E-3918231A0935}"/>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وزارة البيئة</a:t>
              </a:r>
            </a:p>
          </p:txBody>
        </p:sp>
        <p:sp>
          <p:nvSpPr>
            <p:cNvPr id="61" name="Google Shape;1616;p22">
              <a:extLst>
                <a:ext uri="{FF2B5EF4-FFF2-40B4-BE49-F238E27FC236}">
                  <a16:creationId xmlns:a16="http://schemas.microsoft.com/office/drawing/2014/main" id="{54F658FF-7D6A-0698-DF68-09EB80E71479}"/>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1 - 2</a:t>
              </a:r>
            </a:p>
          </p:txBody>
        </p:sp>
      </p:grpSp>
      <p:grpSp>
        <p:nvGrpSpPr>
          <p:cNvPr id="62" name="Group 61">
            <a:extLst>
              <a:ext uri="{FF2B5EF4-FFF2-40B4-BE49-F238E27FC236}">
                <a16:creationId xmlns:a16="http://schemas.microsoft.com/office/drawing/2014/main" id="{98BB0B56-CCD2-4F7F-B268-4ECA236299ED}"/>
              </a:ext>
            </a:extLst>
          </p:cNvPr>
          <p:cNvGrpSpPr/>
          <p:nvPr/>
        </p:nvGrpSpPr>
        <p:grpSpPr>
          <a:xfrm>
            <a:off x="442913" y="5047281"/>
            <a:ext cx="11224951" cy="318085"/>
            <a:chOff x="442913" y="2350033"/>
            <a:chExt cx="11224951" cy="274320"/>
          </a:xfrm>
        </p:grpSpPr>
        <p:sp>
          <p:nvSpPr>
            <p:cNvPr id="63" name="Google Shape;1616;p22">
              <a:extLst>
                <a:ext uri="{FF2B5EF4-FFF2-40B4-BE49-F238E27FC236}">
                  <a16:creationId xmlns:a16="http://schemas.microsoft.com/office/drawing/2014/main" id="{FBCC1BC7-2CF6-AE14-9974-47B5839E83AE}"/>
                </a:ext>
              </a:extLst>
            </p:cNvPr>
            <p:cNvSpPr/>
            <p:nvPr/>
          </p:nvSpPr>
          <p:spPr>
            <a:xfrm>
              <a:off x="1412807" y="2350033"/>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تطوير سياسة إعادة التدوير كجزء من خطة استراتيجية خمسية</a:t>
              </a:r>
            </a:p>
          </p:txBody>
        </p:sp>
        <p:sp>
          <p:nvSpPr>
            <p:cNvPr id="64" name="Google Shape;1616;p22">
              <a:extLst>
                <a:ext uri="{FF2B5EF4-FFF2-40B4-BE49-F238E27FC236}">
                  <a16:creationId xmlns:a16="http://schemas.microsoft.com/office/drawing/2014/main" id="{4DAD1F35-86B1-B979-939D-B0FA3881FB8B}"/>
                </a:ext>
              </a:extLst>
            </p:cNvPr>
            <p:cNvSpPr/>
            <p:nvPr/>
          </p:nvSpPr>
          <p:spPr>
            <a:xfrm>
              <a:off x="10299755" y="2350033"/>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a:t>
              </a:r>
            </a:p>
          </p:txBody>
        </p:sp>
        <p:sp>
          <p:nvSpPr>
            <p:cNvPr id="65" name="Google Shape;1616;p22">
              <a:extLst>
                <a:ext uri="{FF2B5EF4-FFF2-40B4-BE49-F238E27FC236}">
                  <a16:creationId xmlns:a16="http://schemas.microsoft.com/office/drawing/2014/main" id="{3F5D5C41-CA4D-A7FA-C87D-2813238CA0F8}"/>
                </a:ext>
              </a:extLst>
            </p:cNvPr>
            <p:cNvSpPr/>
            <p:nvPr/>
          </p:nvSpPr>
          <p:spPr>
            <a:xfrm>
              <a:off x="442913" y="2350033"/>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منطقة الشرق الأوسط وشمال أفريقيا</a:t>
              </a:r>
            </a:p>
          </p:txBody>
        </p:sp>
        <p:sp>
          <p:nvSpPr>
            <p:cNvPr id="66" name="Google Shape;1616;p22">
              <a:extLst>
                <a:ext uri="{FF2B5EF4-FFF2-40B4-BE49-F238E27FC236}">
                  <a16:creationId xmlns:a16="http://schemas.microsoft.com/office/drawing/2014/main" id="{D16E0544-D563-EBDA-0322-006CF3463B35}"/>
                </a:ext>
              </a:extLst>
            </p:cNvPr>
            <p:cNvSpPr/>
            <p:nvPr/>
          </p:nvSpPr>
          <p:spPr>
            <a:xfrm>
              <a:off x="5686354" y="2350033"/>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جهة حكومية</a:t>
              </a:r>
            </a:p>
          </p:txBody>
        </p:sp>
        <p:sp>
          <p:nvSpPr>
            <p:cNvPr id="67" name="Google Shape;1616;p22">
              <a:extLst>
                <a:ext uri="{FF2B5EF4-FFF2-40B4-BE49-F238E27FC236}">
                  <a16:creationId xmlns:a16="http://schemas.microsoft.com/office/drawing/2014/main" id="{004E83A4-9305-D5D8-6F60-15CDE706721D}"/>
                </a:ext>
              </a:extLst>
            </p:cNvPr>
            <p:cNvSpPr/>
            <p:nvPr/>
          </p:nvSpPr>
          <p:spPr>
            <a:xfrm>
              <a:off x="9098817" y="2350033"/>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3 - 5</a:t>
              </a:r>
            </a:p>
          </p:txBody>
        </p:sp>
      </p:grpSp>
      <p:grpSp>
        <p:nvGrpSpPr>
          <p:cNvPr id="74" name="Group 73">
            <a:extLst>
              <a:ext uri="{FF2B5EF4-FFF2-40B4-BE49-F238E27FC236}">
                <a16:creationId xmlns:a16="http://schemas.microsoft.com/office/drawing/2014/main" id="{A57D3771-89C8-488B-2714-E7ABAE546959}"/>
              </a:ext>
            </a:extLst>
          </p:cNvPr>
          <p:cNvGrpSpPr/>
          <p:nvPr/>
        </p:nvGrpSpPr>
        <p:grpSpPr>
          <a:xfrm>
            <a:off x="442913" y="5426033"/>
            <a:ext cx="11224951" cy="318085"/>
            <a:chOff x="442913" y="4989629"/>
            <a:chExt cx="11224951" cy="274320"/>
          </a:xfrm>
        </p:grpSpPr>
        <p:sp>
          <p:nvSpPr>
            <p:cNvPr id="69" name="Google Shape;1616;p22">
              <a:extLst>
                <a:ext uri="{FF2B5EF4-FFF2-40B4-BE49-F238E27FC236}">
                  <a16:creationId xmlns:a16="http://schemas.microsoft.com/office/drawing/2014/main" id="{199AEE88-FD84-BAD5-3C3B-6FF9C6CBDC7F}"/>
                </a:ext>
              </a:extLst>
            </p:cNvPr>
            <p:cNvSpPr/>
            <p:nvPr/>
          </p:nvSpPr>
          <p:spPr>
            <a:xfrm>
              <a:off x="1412807" y="4989629"/>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non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سياسات النفايات وإعادة التدوير - رؤية بيئية طويلة الأمد</a:t>
              </a:r>
            </a:p>
          </p:txBody>
        </p:sp>
        <p:sp>
          <p:nvSpPr>
            <p:cNvPr id="70" name="Google Shape;1616;p22">
              <a:extLst>
                <a:ext uri="{FF2B5EF4-FFF2-40B4-BE49-F238E27FC236}">
                  <a16:creationId xmlns:a16="http://schemas.microsoft.com/office/drawing/2014/main" id="{484F7C84-6376-9E7F-23F2-4DAE7676745F}"/>
                </a:ext>
              </a:extLst>
            </p:cNvPr>
            <p:cNvSpPr/>
            <p:nvPr/>
          </p:nvSpPr>
          <p:spPr>
            <a:xfrm>
              <a:off x="10299755" y="4989629"/>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a:t>
              </a:r>
            </a:p>
          </p:txBody>
        </p:sp>
        <p:sp>
          <p:nvSpPr>
            <p:cNvPr id="71" name="Google Shape;1616;p22">
              <a:extLst>
                <a:ext uri="{FF2B5EF4-FFF2-40B4-BE49-F238E27FC236}">
                  <a16:creationId xmlns:a16="http://schemas.microsoft.com/office/drawing/2014/main" id="{2FE2822C-5412-B61D-352A-7A191190B5BD}"/>
                </a:ext>
              </a:extLst>
            </p:cNvPr>
            <p:cNvSpPr/>
            <p:nvPr/>
          </p:nvSpPr>
          <p:spPr>
            <a:xfrm>
              <a:off x="442913" y="4989629"/>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منطقة الشرق الأوسط وشمال أفريقيا</a:t>
              </a:r>
            </a:p>
          </p:txBody>
        </p:sp>
        <p:sp>
          <p:nvSpPr>
            <p:cNvPr id="72" name="Google Shape;1616;p22">
              <a:extLst>
                <a:ext uri="{FF2B5EF4-FFF2-40B4-BE49-F238E27FC236}">
                  <a16:creationId xmlns:a16="http://schemas.microsoft.com/office/drawing/2014/main" id="{B5D70B3B-CD60-0485-602C-EF00D38FF33B}"/>
                </a:ext>
              </a:extLst>
            </p:cNvPr>
            <p:cNvSpPr/>
            <p:nvPr/>
          </p:nvSpPr>
          <p:spPr>
            <a:xfrm>
              <a:off x="5686354" y="4989629"/>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جهة حكومية</a:t>
              </a:r>
            </a:p>
          </p:txBody>
        </p:sp>
        <p:sp>
          <p:nvSpPr>
            <p:cNvPr id="73" name="Google Shape;1616;p22">
              <a:extLst>
                <a:ext uri="{FF2B5EF4-FFF2-40B4-BE49-F238E27FC236}">
                  <a16:creationId xmlns:a16="http://schemas.microsoft.com/office/drawing/2014/main" id="{B3758E0A-1789-9743-7F9D-0161C3789021}"/>
                </a:ext>
              </a:extLst>
            </p:cNvPr>
            <p:cNvSpPr/>
            <p:nvPr/>
          </p:nvSpPr>
          <p:spPr>
            <a:xfrm>
              <a:off x="9098817" y="4989629"/>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3 - 5</a:t>
              </a:r>
            </a:p>
          </p:txBody>
        </p:sp>
      </p:grpSp>
      <p:grpSp>
        <p:nvGrpSpPr>
          <p:cNvPr id="75" name="Group 74">
            <a:extLst>
              <a:ext uri="{FF2B5EF4-FFF2-40B4-BE49-F238E27FC236}">
                <a16:creationId xmlns:a16="http://schemas.microsoft.com/office/drawing/2014/main" id="{25DBD1F3-3E8B-7630-8021-18D3699A6DBA}"/>
              </a:ext>
            </a:extLst>
          </p:cNvPr>
          <p:cNvGrpSpPr/>
          <p:nvPr/>
        </p:nvGrpSpPr>
        <p:grpSpPr>
          <a:xfrm>
            <a:off x="442913" y="5804785"/>
            <a:ext cx="11224951" cy="318085"/>
            <a:chOff x="442913" y="4989629"/>
            <a:chExt cx="11224951" cy="274320"/>
          </a:xfrm>
        </p:grpSpPr>
        <p:sp>
          <p:nvSpPr>
            <p:cNvPr id="76" name="Google Shape;1616;p22">
              <a:extLst>
                <a:ext uri="{FF2B5EF4-FFF2-40B4-BE49-F238E27FC236}">
                  <a16:creationId xmlns:a16="http://schemas.microsoft.com/office/drawing/2014/main" id="{5433F472-FF6D-EF09-0949-61B3462C97FE}"/>
                </a:ext>
              </a:extLst>
            </p:cNvPr>
            <p:cNvSpPr/>
            <p:nvPr/>
          </p:nvSpPr>
          <p:spPr>
            <a:xfrm>
              <a:off x="1412807" y="4989629"/>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non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تقييم سيناريو إعادة تدوير النفايات من الناحية الاستراتيجية</a:t>
              </a:r>
            </a:p>
          </p:txBody>
        </p:sp>
        <p:sp>
          <p:nvSpPr>
            <p:cNvPr id="77" name="Google Shape;1616;p22">
              <a:extLst>
                <a:ext uri="{FF2B5EF4-FFF2-40B4-BE49-F238E27FC236}">
                  <a16:creationId xmlns:a16="http://schemas.microsoft.com/office/drawing/2014/main" id="{51FBBFB3-334C-461B-5DA9-78F96500A6A8}"/>
                </a:ext>
              </a:extLst>
            </p:cNvPr>
            <p:cNvSpPr/>
            <p:nvPr/>
          </p:nvSpPr>
          <p:spPr>
            <a:xfrm>
              <a:off x="10299755" y="4989629"/>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2020</a:t>
              </a:r>
            </a:p>
          </p:txBody>
        </p:sp>
        <p:sp>
          <p:nvSpPr>
            <p:cNvPr id="78" name="Google Shape;1616;p22">
              <a:extLst>
                <a:ext uri="{FF2B5EF4-FFF2-40B4-BE49-F238E27FC236}">
                  <a16:creationId xmlns:a16="http://schemas.microsoft.com/office/drawing/2014/main" id="{FCBCFCD0-6522-4189-2EA9-8A139884FB6B}"/>
                </a:ext>
              </a:extLst>
            </p:cNvPr>
            <p:cNvSpPr/>
            <p:nvPr/>
          </p:nvSpPr>
          <p:spPr>
            <a:xfrm>
              <a:off x="442913" y="4989629"/>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منطقة الشرق الأوسط وشمال أفريقيا</a:t>
              </a:r>
            </a:p>
          </p:txBody>
        </p:sp>
        <p:sp>
          <p:nvSpPr>
            <p:cNvPr id="79" name="Google Shape;1616;p22">
              <a:extLst>
                <a:ext uri="{FF2B5EF4-FFF2-40B4-BE49-F238E27FC236}">
                  <a16:creationId xmlns:a16="http://schemas.microsoft.com/office/drawing/2014/main" id="{8C3340CF-60B9-054A-1D54-735C3A4C52C0}"/>
                </a:ext>
              </a:extLst>
            </p:cNvPr>
            <p:cNvSpPr/>
            <p:nvPr/>
          </p:nvSpPr>
          <p:spPr>
            <a:xfrm>
              <a:off x="5686354" y="4989629"/>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200" strike="noStrike" kern="1200" cap="none" spc="0" normalizeH="0" noProof="0" dirty="0">
                  <a:ln>
                    <a:noFill/>
                  </a:ln>
                  <a:solidFill>
                    <a:srgbClr val="000000"/>
                  </a:solidFill>
                  <a:effectLst/>
                  <a:uLnTx/>
                  <a:uFillTx/>
                  <a:latin typeface="Arial (Body)"/>
                  <a:cs typeface="Arial"/>
                  <a:sym typeface="Arial"/>
                </a:rPr>
                <a:t>شركة إدارة نفايات</a:t>
              </a:r>
            </a:p>
          </p:txBody>
        </p:sp>
        <p:sp>
          <p:nvSpPr>
            <p:cNvPr id="80" name="Google Shape;1616;p22">
              <a:extLst>
                <a:ext uri="{FF2B5EF4-FFF2-40B4-BE49-F238E27FC236}">
                  <a16:creationId xmlns:a16="http://schemas.microsoft.com/office/drawing/2014/main" id="{D280BA93-DBDE-821A-F655-01602A82F657}"/>
                </a:ext>
              </a:extLst>
            </p:cNvPr>
            <p:cNvSpPr/>
            <p:nvPr/>
          </p:nvSpPr>
          <p:spPr>
            <a:xfrm>
              <a:off x="9098817" y="4989629"/>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lang="ar-SA" sz="1200" dirty="0">
                  <a:solidFill>
                    <a:schemeClr val="tx1"/>
                  </a:solidFill>
                  <a:latin typeface="Arial (Body)"/>
                  <a:cs typeface="Arial" charset="0"/>
                </a:rPr>
                <a:t>1 - 2</a:t>
              </a:r>
            </a:p>
          </p:txBody>
        </p:sp>
      </p:grpSp>
      <p:grpSp>
        <p:nvGrpSpPr>
          <p:cNvPr id="83" name="Group 82">
            <a:extLst>
              <a:ext uri="{FF2B5EF4-FFF2-40B4-BE49-F238E27FC236}">
                <a16:creationId xmlns:a16="http://schemas.microsoft.com/office/drawing/2014/main" id="{B8DE6D49-B6F2-99C8-8DA6-0FEFA921E220}"/>
              </a:ext>
            </a:extLst>
          </p:cNvPr>
          <p:cNvGrpSpPr/>
          <p:nvPr/>
        </p:nvGrpSpPr>
        <p:grpSpPr>
          <a:xfrm>
            <a:off x="442913" y="6183539"/>
            <a:ext cx="11224951" cy="318085"/>
            <a:chOff x="442913" y="4989629"/>
            <a:chExt cx="11224951" cy="274320"/>
          </a:xfrm>
        </p:grpSpPr>
        <p:sp>
          <p:nvSpPr>
            <p:cNvPr id="84" name="Google Shape;1616;p22">
              <a:extLst>
                <a:ext uri="{FF2B5EF4-FFF2-40B4-BE49-F238E27FC236}">
                  <a16:creationId xmlns:a16="http://schemas.microsoft.com/office/drawing/2014/main" id="{F8473674-482B-1D97-AF06-952CA7F91844}"/>
                </a:ext>
              </a:extLst>
            </p:cNvPr>
            <p:cNvSpPr/>
            <p:nvPr/>
          </p:nvSpPr>
          <p:spPr>
            <a:xfrm>
              <a:off x="1412807" y="4989629"/>
              <a:ext cx="4166729"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non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b="1" strike="noStrike" kern="1200" cap="none" spc="0" normalizeH="0" noProof="0" dirty="0">
                  <a:ln>
                    <a:noFill/>
                  </a:ln>
                  <a:solidFill>
                    <a:srgbClr val="000000"/>
                  </a:solidFill>
                  <a:effectLst/>
                  <a:uLnTx/>
                  <a:uFillTx/>
                  <a:latin typeface="Arial (Body)"/>
                  <a:cs typeface="Arial"/>
                  <a:sym typeface="Arial"/>
                </a:rPr>
                <a:t>…</a:t>
              </a:r>
            </a:p>
          </p:txBody>
        </p:sp>
        <p:sp>
          <p:nvSpPr>
            <p:cNvPr id="85" name="Google Shape;1616;p22">
              <a:extLst>
                <a:ext uri="{FF2B5EF4-FFF2-40B4-BE49-F238E27FC236}">
                  <a16:creationId xmlns:a16="http://schemas.microsoft.com/office/drawing/2014/main" id="{745190E4-68B3-6EB4-64D1-B7AE02E076ED}"/>
                </a:ext>
              </a:extLst>
            </p:cNvPr>
            <p:cNvSpPr/>
            <p:nvPr/>
          </p:nvSpPr>
          <p:spPr>
            <a:xfrm>
              <a:off x="10299755" y="4989629"/>
              <a:ext cx="1368109"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b="1" strike="noStrike" kern="1200" cap="none" spc="0" normalizeH="0" noProof="0" dirty="0">
                  <a:ln>
                    <a:noFill/>
                  </a:ln>
                  <a:solidFill>
                    <a:srgbClr val="000000"/>
                  </a:solidFill>
                  <a:effectLst/>
                  <a:uLnTx/>
                  <a:uFillTx/>
                  <a:latin typeface="Arial (Body)"/>
                  <a:cs typeface="Arial"/>
                  <a:sym typeface="Arial"/>
                </a:rPr>
                <a:t>…</a:t>
              </a:r>
            </a:p>
          </p:txBody>
        </p:sp>
        <p:sp>
          <p:nvSpPr>
            <p:cNvPr id="86" name="Google Shape;1616;p22">
              <a:extLst>
                <a:ext uri="{FF2B5EF4-FFF2-40B4-BE49-F238E27FC236}">
                  <a16:creationId xmlns:a16="http://schemas.microsoft.com/office/drawing/2014/main" id="{F287BEE8-CF4D-8782-1C03-62AFDE2D768C}"/>
                </a:ext>
              </a:extLst>
            </p:cNvPr>
            <p:cNvSpPr/>
            <p:nvPr/>
          </p:nvSpPr>
          <p:spPr>
            <a:xfrm>
              <a:off x="442913" y="4989629"/>
              <a:ext cx="859901"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b="1" strike="noStrike" kern="1200" cap="none" spc="0" normalizeH="0" noProof="0" dirty="0">
                  <a:ln>
                    <a:noFill/>
                  </a:ln>
                  <a:solidFill>
                    <a:srgbClr val="000000"/>
                  </a:solidFill>
                  <a:effectLst/>
                  <a:uLnTx/>
                  <a:uFillTx/>
                  <a:latin typeface="Arial (Body)"/>
                  <a:cs typeface="Arial"/>
                  <a:sym typeface="Arial"/>
                </a:rPr>
                <a:t>…</a:t>
              </a:r>
            </a:p>
          </p:txBody>
        </p:sp>
        <p:sp>
          <p:nvSpPr>
            <p:cNvPr id="87" name="Google Shape;1616;p22">
              <a:extLst>
                <a:ext uri="{FF2B5EF4-FFF2-40B4-BE49-F238E27FC236}">
                  <a16:creationId xmlns:a16="http://schemas.microsoft.com/office/drawing/2014/main" id="{83A8081A-3394-1D66-C8D3-1523E2ADFC65}"/>
                </a:ext>
              </a:extLst>
            </p:cNvPr>
            <p:cNvSpPr/>
            <p:nvPr/>
          </p:nvSpPr>
          <p:spPr>
            <a:xfrm>
              <a:off x="5686354" y="4989629"/>
              <a:ext cx="3304613" cy="274320"/>
            </a:xfrm>
            <a:prstGeom prst="rect">
              <a:avLst/>
            </a:prstGeom>
            <a:solidFill>
              <a:schemeClr val="bg1">
                <a:lumMod val="95000"/>
              </a:schemeClr>
            </a:solidFill>
            <a:ln w="9525" cap="flat" cmpd="sng">
              <a:solidFill>
                <a:schemeClr val="bg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b="1" strike="noStrike" kern="1200" cap="none" spc="0" normalizeH="0" noProof="0" dirty="0">
                  <a:ln>
                    <a:noFill/>
                  </a:ln>
                  <a:solidFill>
                    <a:srgbClr val="000000"/>
                  </a:solidFill>
                  <a:effectLst/>
                  <a:uLnTx/>
                  <a:uFillTx/>
                  <a:latin typeface="Arial (Body)"/>
                  <a:cs typeface="Arial"/>
                  <a:sym typeface="Arial"/>
                </a:rPr>
                <a:t>…</a:t>
              </a:r>
            </a:p>
          </p:txBody>
        </p:sp>
        <p:sp>
          <p:nvSpPr>
            <p:cNvPr id="88" name="Google Shape;1616;p22">
              <a:extLst>
                <a:ext uri="{FF2B5EF4-FFF2-40B4-BE49-F238E27FC236}">
                  <a16:creationId xmlns:a16="http://schemas.microsoft.com/office/drawing/2014/main" id="{FF0580D8-DD7F-23EC-BD41-6C1C13051BA9}"/>
                </a:ext>
              </a:extLst>
            </p:cNvPr>
            <p:cNvSpPr/>
            <p:nvPr/>
          </p:nvSpPr>
          <p:spPr>
            <a:xfrm>
              <a:off x="9098817" y="4989629"/>
              <a:ext cx="1094122" cy="274320"/>
            </a:xfrm>
            <a:prstGeom prst="rect">
              <a:avLst/>
            </a:prstGeom>
            <a:solidFill>
              <a:schemeClr val="bg1">
                <a:lumMod val="95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b="1" strike="noStrike" kern="1200" cap="none" spc="0" normalizeH="0" noProof="0" dirty="0">
                  <a:ln>
                    <a:noFill/>
                  </a:ln>
                  <a:solidFill>
                    <a:srgbClr val="000000"/>
                  </a:solidFill>
                  <a:effectLst/>
                  <a:uLnTx/>
                  <a:uFillTx/>
                  <a:latin typeface="Arial (Body)"/>
                  <a:cs typeface="Arial"/>
                  <a:sym typeface="Arial"/>
                </a:rPr>
                <a:t>…</a:t>
              </a:r>
            </a:p>
          </p:txBody>
        </p:sp>
      </p:grpSp>
      <p:sp>
        <p:nvSpPr>
          <p:cNvPr id="68" name="Rectangle 67">
            <a:extLst>
              <a:ext uri="{FF2B5EF4-FFF2-40B4-BE49-F238E27FC236}">
                <a16:creationId xmlns:a16="http://schemas.microsoft.com/office/drawing/2014/main" id="{848916D3-2DB9-1ADE-BD43-B9D1E500776B}"/>
              </a:ext>
            </a:extLst>
          </p:cNvPr>
          <p:cNvSpPr/>
          <p:nvPr/>
        </p:nvSpPr>
        <p:spPr>
          <a:xfrm>
            <a:off x="4265768"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372114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0BE756B8-4F1E-1441-F96A-14FD6E1A309B}"/>
              </a:ext>
            </a:extLst>
          </p:cNvPr>
          <p:cNvGraphicFramePr>
            <a:graphicFrameLocks noChangeAspect="1"/>
          </p:cNvGraphicFramePr>
          <p:nvPr>
            <p:custDataLst>
              <p:tags r:id="rId1"/>
            </p:custDataLst>
            <p:extLst>
              <p:ext uri="{D42A27DB-BD31-4B8C-83A1-F6EECF244321}">
                <p14:modId xmlns:p14="http://schemas.microsoft.com/office/powerpoint/2010/main" val="1853270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itle 9">
            <a:extLst>
              <a:ext uri="{FF2B5EF4-FFF2-40B4-BE49-F238E27FC236}">
                <a16:creationId xmlns:a16="http://schemas.microsoft.com/office/drawing/2014/main" id="{5222DBB3-5D9D-4FEB-829B-5323A6C28BCE}"/>
              </a:ext>
            </a:extLst>
          </p:cNvPr>
          <p:cNvSpPr>
            <a:spLocks noGrp="1"/>
          </p:cNvSpPr>
          <p:nvPr>
            <p:ph type="title"/>
          </p:nvPr>
        </p:nvSpPr>
        <p:spPr/>
        <p:txBody>
          <a:bodyPr vert="horz"/>
          <a:lstStyle/>
          <a:p>
            <a:pPr algn="r" rtl="1"/>
            <a:r>
              <a:rPr lang="ar-SA" sz="3000" dirty="0">
                <a:cs typeface="Arial" charset="0"/>
              </a:rPr>
              <a:t>وكذلك عملنا مع وزارة البيئة والمياه والزراعة ونفذنا العديد من المشاريع والمبادرات والبرامج بنظام البناء والتشغيل ونقل الملكية وبنظام مكتب إدارة المشاريع منذ عام 2016</a:t>
            </a:r>
          </a:p>
        </p:txBody>
      </p:sp>
      <p:sp>
        <p:nvSpPr>
          <p:cNvPr id="11" name="Subtitle 10">
            <a:extLst>
              <a:ext uri="{FF2B5EF4-FFF2-40B4-BE49-F238E27FC236}">
                <a16:creationId xmlns:a16="http://schemas.microsoft.com/office/drawing/2014/main" id="{FEFF6342-7B17-D0CA-EEDD-2D1A1CF88B01}"/>
              </a:ext>
            </a:extLst>
          </p:cNvPr>
          <p:cNvSpPr>
            <a:spLocks noGrp="1"/>
          </p:cNvSpPr>
          <p:nvPr>
            <p:ph type="subTitle" idx="1"/>
          </p:nvPr>
        </p:nvSpPr>
        <p:spPr/>
        <p:txBody>
          <a:bodyPr/>
          <a:lstStyle/>
          <a:p>
            <a:pPr algn="r" rtl="1"/>
            <a:r>
              <a:rPr lang="ar-SA" dirty="0">
                <a:cs typeface="Arial" charset="0"/>
              </a:rPr>
              <a:t>مشاريع إستراتيجي أند مع وزارة البيئة والمياه والزراعة</a:t>
            </a:r>
          </a:p>
        </p:txBody>
      </p:sp>
      <p:sp>
        <p:nvSpPr>
          <p:cNvPr id="12" name="Text Placeholder 11">
            <a:extLst>
              <a:ext uri="{FF2B5EF4-FFF2-40B4-BE49-F238E27FC236}">
                <a16:creationId xmlns:a16="http://schemas.microsoft.com/office/drawing/2014/main" id="{C7F6798C-1475-B4B3-AF45-EF577C0563ED}"/>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9" name="Slide Number Placeholder 8">
            <a:extLst>
              <a:ext uri="{FF2B5EF4-FFF2-40B4-BE49-F238E27FC236}">
                <a16:creationId xmlns:a16="http://schemas.microsoft.com/office/drawing/2014/main" id="{394E5B5C-6B6F-26C2-6FF2-F9F7E49AD274}"/>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9</a:t>
            </a:r>
          </a:p>
        </p:txBody>
      </p:sp>
      <p:sp>
        <p:nvSpPr>
          <p:cNvPr id="23" name="Parallelogram 22">
            <a:extLst>
              <a:ext uri="{FF2B5EF4-FFF2-40B4-BE49-F238E27FC236}">
                <a16:creationId xmlns:a16="http://schemas.microsoft.com/office/drawing/2014/main" id="{3787733C-FFFD-F893-9434-C7D065B4AB38}"/>
              </a:ext>
            </a:extLst>
          </p:cNvPr>
          <p:cNvSpPr/>
          <p:nvPr/>
        </p:nvSpPr>
        <p:spPr bwMode="ltGray">
          <a:xfrm rot="5400000">
            <a:off x="4125426" y="3779961"/>
            <a:ext cx="1267354" cy="426889"/>
          </a:xfrm>
          <a:prstGeom prst="parallelogram">
            <a:avLst>
              <a:gd name="adj" fmla="val 112950"/>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4" name="Parallelogram 23">
            <a:extLst>
              <a:ext uri="{FF2B5EF4-FFF2-40B4-BE49-F238E27FC236}">
                <a16:creationId xmlns:a16="http://schemas.microsoft.com/office/drawing/2014/main" id="{D5C66E80-D6E9-2B5D-6D8F-44749CCADED2}"/>
              </a:ext>
            </a:extLst>
          </p:cNvPr>
          <p:cNvSpPr/>
          <p:nvPr/>
        </p:nvSpPr>
        <p:spPr bwMode="ltGray">
          <a:xfrm rot="5400000">
            <a:off x="2038714" y="3832717"/>
            <a:ext cx="1267354" cy="426889"/>
          </a:xfrm>
          <a:prstGeom prst="parallelogram">
            <a:avLst>
              <a:gd name="adj" fmla="val 112950"/>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5" name="Parallelogram 24">
            <a:extLst>
              <a:ext uri="{FF2B5EF4-FFF2-40B4-BE49-F238E27FC236}">
                <a16:creationId xmlns:a16="http://schemas.microsoft.com/office/drawing/2014/main" id="{8B7BC19A-DF99-16A7-6BD1-6C0844336997}"/>
              </a:ext>
            </a:extLst>
          </p:cNvPr>
          <p:cNvSpPr/>
          <p:nvPr/>
        </p:nvSpPr>
        <p:spPr bwMode="ltGray">
          <a:xfrm rot="5400000">
            <a:off x="6212138" y="3864175"/>
            <a:ext cx="1267354" cy="426889"/>
          </a:xfrm>
          <a:prstGeom prst="parallelogram">
            <a:avLst>
              <a:gd name="adj" fmla="val 112950"/>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6" name="Parallelogram 25">
            <a:extLst>
              <a:ext uri="{FF2B5EF4-FFF2-40B4-BE49-F238E27FC236}">
                <a16:creationId xmlns:a16="http://schemas.microsoft.com/office/drawing/2014/main" id="{B4E1BD11-E80B-D277-7F5D-52476E0A13AA}"/>
              </a:ext>
            </a:extLst>
          </p:cNvPr>
          <p:cNvSpPr/>
          <p:nvPr/>
        </p:nvSpPr>
        <p:spPr bwMode="ltGray">
          <a:xfrm rot="5400000">
            <a:off x="8298850" y="3779961"/>
            <a:ext cx="1267354" cy="426889"/>
          </a:xfrm>
          <a:prstGeom prst="parallelogram">
            <a:avLst>
              <a:gd name="adj" fmla="val 112950"/>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7" name="Rectangle 26">
            <a:extLst>
              <a:ext uri="{FF2B5EF4-FFF2-40B4-BE49-F238E27FC236}">
                <a16:creationId xmlns:a16="http://schemas.microsoft.com/office/drawing/2014/main" id="{ECC0AB97-88E8-B5A0-1574-4DB2ABDC985C}"/>
              </a:ext>
            </a:extLst>
          </p:cNvPr>
          <p:cNvSpPr/>
          <p:nvPr/>
        </p:nvSpPr>
        <p:spPr bwMode="ltGray">
          <a:xfrm>
            <a:off x="2892786" y="3359727"/>
            <a:ext cx="1645920" cy="1267354"/>
          </a:xfrm>
          <a:prstGeom prst="rect">
            <a:avLst/>
          </a:prstGeom>
          <a:solidFill>
            <a:srgbClr val="F8DDE1">
              <a:alpha val="67843"/>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8" name="Rectangle 27">
            <a:extLst>
              <a:ext uri="{FF2B5EF4-FFF2-40B4-BE49-F238E27FC236}">
                <a16:creationId xmlns:a16="http://schemas.microsoft.com/office/drawing/2014/main" id="{84C9F648-A7AA-1B23-C7D9-8813875D3FB6}"/>
              </a:ext>
            </a:extLst>
          </p:cNvPr>
          <p:cNvSpPr/>
          <p:nvPr/>
        </p:nvSpPr>
        <p:spPr bwMode="ltGray">
          <a:xfrm>
            <a:off x="4979498" y="3359727"/>
            <a:ext cx="1645920" cy="1267354"/>
          </a:xfrm>
          <a:prstGeom prst="rect">
            <a:avLst/>
          </a:prstGeom>
          <a:solidFill>
            <a:srgbClr val="F8DDE1">
              <a:alpha val="67843"/>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29" name="Rectangle 28">
            <a:extLst>
              <a:ext uri="{FF2B5EF4-FFF2-40B4-BE49-F238E27FC236}">
                <a16:creationId xmlns:a16="http://schemas.microsoft.com/office/drawing/2014/main" id="{55174D34-07E5-7BC5-333C-9669AB3E9910}"/>
              </a:ext>
            </a:extLst>
          </p:cNvPr>
          <p:cNvSpPr/>
          <p:nvPr/>
        </p:nvSpPr>
        <p:spPr bwMode="ltGray">
          <a:xfrm>
            <a:off x="7066210" y="3359726"/>
            <a:ext cx="1645920" cy="1267354"/>
          </a:xfrm>
          <a:prstGeom prst="rect">
            <a:avLst/>
          </a:prstGeom>
          <a:solidFill>
            <a:srgbClr val="F8DDE1">
              <a:alpha val="67843"/>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30" name="Rectangle 29">
            <a:extLst>
              <a:ext uri="{FF2B5EF4-FFF2-40B4-BE49-F238E27FC236}">
                <a16:creationId xmlns:a16="http://schemas.microsoft.com/office/drawing/2014/main" id="{A54A415C-020D-F1E6-B677-10EF888487A6}"/>
              </a:ext>
            </a:extLst>
          </p:cNvPr>
          <p:cNvSpPr/>
          <p:nvPr/>
        </p:nvSpPr>
        <p:spPr bwMode="ltGray">
          <a:xfrm>
            <a:off x="9152922" y="3359727"/>
            <a:ext cx="1645920" cy="1267354"/>
          </a:xfrm>
          <a:prstGeom prst="rect">
            <a:avLst/>
          </a:prstGeom>
          <a:solidFill>
            <a:srgbClr val="F8DDE1">
              <a:alpha val="67843"/>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31" name="Chevron 5">
            <a:extLst>
              <a:ext uri="{FF2B5EF4-FFF2-40B4-BE49-F238E27FC236}">
                <a16:creationId xmlns:a16="http://schemas.microsoft.com/office/drawing/2014/main" id="{84FD82F1-510F-D7F9-D819-577C47ABC82A}"/>
              </a:ext>
            </a:extLst>
          </p:cNvPr>
          <p:cNvSpPr/>
          <p:nvPr/>
        </p:nvSpPr>
        <p:spPr bwMode="ltGray">
          <a:xfrm rot="16200000">
            <a:off x="995357" y="3170444"/>
            <a:ext cx="1267354" cy="1645920"/>
          </a:xfrm>
          <a:custGeom>
            <a:avLst/>
            <a:gdLst>
              <a:gd name="connsiteX0" fmla="*/ 0 w 2191870"/>
              <a:gd name="connsiteY0" fmla="*/ 0 h 1080000"/>
              <a:gd name="connsiteX1" fmla="*/ 1807800 w 2191870"/>
              <a:gd name="connsiteY1" fmla="*/ 0 h 1080000"/>
              <a:gd name="connsiteX2" fmla="*/ 2191870 w 2191870"/>
              <a:gd name="connsiteY2" fmla="*/ 540000 h 1080000"/>
              <a:gd name="connsiteX3" fmla="*/ 1807800 w 2191870"/>
              <a:gd name="connsiteY3" fmla="*/ 1080000 h 1080000"/>
              <a:gd name="connsiteX4" fmla="*/ 0 w 2191870"/>
              <a:gd name="connsiteY4" fmla="*/ 1080000 h 1080000"/>
              <a:gd name="connsiteX5" fmla="*/ 384070 w 2191870"/>
              <a:gd name="connsiteY5" fmla="*/ 540000 h 1080000"/>
              <a:gd name="connsiteX6" fmla="*/ 0 w 2191870"/>
              <a:gd name="connsiteY6" fmla="*/ 0 h 1080000"/>
              <a:gd name="connsiteX0" fmla="*/ 0 w 1807800"/>
              <a:gd name="connsiteY0" fmla="*/ 0 h 1080000"/>
              <a:gd name="connsiteX1" fmla="*/ 1807800 w 1807800"/>
              <a:gd name="connsiteY1" fmla="*/ 0 h 1080000"/>
              <a:gd name="connsiteX2" fmla="*/ 1807800 w 1807800"/>
              <a:gd name="connsiteY2" fmla="*/ 1080000 h 1080000"/>
              <a:gd name="connsiteX3" fmla="*/ 0 w 1807800"/>
              <a:gd name="connsiteY3" fmla="*/ 1080000 h 1080000"/>
              <a:gd name="connsiteX4" fmla="*/ 384070 w 1807800"/>
              <a:gd name="connsiteY4" fmla="*/ 540000 h 1080000"/>
              <a:gd name="connsiteX5" fmla="*/ 0 w 1807800"/>
              <a:gd name="connsiteY5" fmla="*/ 0 h 10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7800" h="1080000">
                <a:moveTo>
                  <a:pt x="0" y="0"/>
                </a:moveTo>
                <a:lnTo>
                  <a:pt x="1807800" y="0"/>
                </a:lnTo>
                <a:lnTo>
                  <a:pt x="1807800" y="1080000"/>
                </a:lnTo>
                <a:lnTo>
                  <a:pt x="0" y="1080000"/>
                </a:lnTo>
                <a:lnTo>
                  <a:pt x="384070" y="540000"/>
                </a:lnTo>
                <a:lnTo>
                  <a:pt x="0" y="0"/>
                </a:lnTo>
                <a:close/>
              </a:path>
            </a:pathLst>
          </a:custGeom>
          <a:solidFill>
            <a:srgbClr val="F8DDE1">
              <a:alpha val="67843"/>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32" name="Isosceles Triangle 31">
            <a:extLst>
              <a:ext uri="{FF2B5EF4-FFF2-40B4-BE49-F238E27FC236}">
                <a16:creationId xmlns:a16="http://schemas.microsoft.com/office/drawing/2014/main" id="{B6856679-97E0-48D6-5AD1-0A861A43B0FF}"/>
              </a:ext>
            </a:extLst>
          </p:cNvPr>
          <p:cNvSpPr/>
          <p:nvPr/>
        </p:nvSpPr>
        <p:spPr bwMode="ltGray">
          <a:xfrm rot="5400000">
            <a:off x="10563504" y="3624377"/>
            <a:ext cx="1267354" cy="738054"/>
          </a:xfrm>
          <a:prstGeom prst="triangle">
            <a:avLst/>
          </a:prstGeom>
          <a:solidFill>
            <a:schemeClr val="accent2">
              <a:lumMod val="60000"/>
              <a:lumOff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200" b="0" i="0" u="none" strike="noStrike" kern="0" cap="none" spc="0" normalizeH="0" baseline="0" noProof="0" dirty="0">
              <a:ln>
                <a:noFill/>
              </a:ln>
              <a:solidFill>
                <a:srgbClr val="FFFFFF"/>
              </a:solidFill>
              <a:effectLst/>
              <a:uLnTx/>
              <a:uFillTx/>
              <a:latin typeface="Sakkal Majalla" panose="02000000000000000000" pitchFamily="2" charset="-78"/>
              <a:ea typeface="GE Dinar One" pitchFamily="18" charset="-78"/>
              <a:cs typeface="Sakkal Majalla" panose="02000000000000000000" pitchFamily="2" charset="-78"/>
              <a:sym typeface="Arial"/>
            </a:endParaRPr>
          </a:p>
        </p:txBody>
      </p:sp>
      <p:sp>
        <p:nvSpPr>
          <p:cNvPr id="33" name="Rectangle 32">
            <a:extLst>
              <a:ext uri="{FF2B5EF4-FFF2-40B4-BE49-F238E27FC236}">
                <a16:creationId xmlns:a16="http://schemas.microsoft.com/office/drawing/2014/main" id="{3E9C16ED-1934-8714-9A50-3B61BD056C8C}"/>
              </a:ext>
            </a:extLst>
          </p:cNvPr>
          <p:cNvSpPr/>
          <p:nvPr/>
        </p:nvSpPr>
        <p:spPr>
          <a:xfrm flipH="1">
            <a:off x="1891832" y="5007935"/>
            <a:ext cx="3657600" cy="118872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ts val="1600"/>
              </a:lnSpc>
              <a:spcBef>
                <a:spcPts val="0"/>
              </a:spcBef>
              <a:spcAft>
                <a:spcPts val="600"/>
              </a:spcAft>
              <a:buClr>
                <a:srgbClr val="000000"/>
              </a:buClr>
              <a:buSzTx/>
              <a:buFontTx/>
              <a:buNone/>
              <a:tabLst/>
              <a:defRPr/>
            </a:pP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قام فريقنا بدعم مكتب إدارة المشاريع في الهيئة من خلال </a:t>
            </a:r>
            <a:r>
              <a:rPr kumimoji="0" lang="ar-SA" sz="105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الحصول على اعتماد 17 مبادرة </a:t>
            </a: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ضمن برنامج التحول الوطني الأول وإعداد دراسات الحالة والخطة المالية لهذه المبادرات</a:t>
            </a:r>
          </a:p>
        </p:txBody>
      </p:sp>
      <p:sp>
        <p:nvSpPr>
          <p:cNvPr id="34" name="Rectangle 33">
            <a:extLst>
              <a:ext uri="{FF2B5EF4-FFF2-40B4-BE49-F238E27FC236}">
                <a16:creationId xmlns:a16="http://schemas.microsoft.com/office/drawing/2014/main" id="{372B5C5F-B844-092E-3CFC-BD819A954888}"/>
              </a:ext>
            </a:extLst>
          </p:cNvPr>
          <p:cNvSpPr/>
          <p:nvPr/>
        </p:nvSpPr>
        <p:spPr>
          <a:xfrm flipH="1">
            <a:off x="6200139" y="5007935"/>
            <a:ext cx="3657600" cy="118872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ts val="1600"/>
              </a:lnSpc>
              <a:spcBef>
                <a:spcPts val="0"/>
              </a:spcBef>
              <a:spcAft>
                <a:spcPts val="600"/>
              </a:spcAft>
              <a:buClrTx/>
              <a:buSzTx/>
              <a:buFontTx/>
              <a:buNone/>
              <a:tabLst/>
              <a:defRPr/>
            </a:pPr>
            <a:r>
              <a:rPr kumimoji="0" lang="ar-SA" sz="100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قدمنا الدعم الاستشاري لمدة 5 أشهر لمكتب إدارة المشاريع في الهيئة، حيث تولى فريقنا مهام نقل المعرفة وتدريب كوادر الهيئة في مكتب إدارة المشاريع ومتابعة دعم إجراءات تمويل المبادرات.</a:t>
            </a:r>
          </a:p>
        </p:txBody>
      </p:sp>
      <p:cxnSp>
        <p:nvCxnSpPr>
          <p:cNvPr id="35" name="Straight Connector 34">
            <a:extLst>
              <a:ext uri="{FF2B5EF4-FFF2-40B4-BE49-F238E27FC236}">
                <a16:creationId xmlns:a16="http://schemas.microsoft.com/office/drawing/2014/main" id="{CC563DDA-EDBA-E970-C7AF-7BC449C1953C}"/>
              </a:ext>
            </a:extLst>
          </p:cNvPr>
          <p:cNvCxnSpPr>
            <a:cxnSpLocks/>
            <a:stCxn id="29" idx="2"/>
            <a:endCxn id="34" idx="0"/>
          </p:cNvCxnSpPr>
          <p:nvPr/>
        </p:nvCxnSpPr>
        <p:spPr>
          <a:xfrm>
            <a:off x="7889170" y="4627080"/>
            <a:ext cx="139769" cy="380855"/>
          </a:xfrm>
          <a:prstGeom prst="line">
            <a:avLst/>
          </a:prstGeom>
          <a:ln w="19050">
            <a:solidFill>
              <a:srgbClr val="223F24"/>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0A799E3-7600-D149-38F2-15F7E9523005}"/>
              </a:ext>
            </a:extLst>
          </p:cNvPr>
          <p:cNvCxnSpPr>
            <a:cxnSpLocks/>
            <a:stCxn id="27" idx="2"/>
            <a:endCxn id="33" idx="0"/>
          </p:cNvCxnSpPr>
          <p:nvPr/>
        </p:nvCxnSpPr>
        <p:spPr>
          <a:xfrm>
            <a:off x="3715746" y="4627081"/>
            <a:ext cx="4886" cy="380854"/>
          </a:xfrm>
          <a:prstGeom prst="line">
            <a:avLst/>
          </a:prstGeom>
          <a:ln w="19050">
            <a:solidFill>
              <a:srgbClr val="223F24"/>
            </a:solidFill>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328ACC4-FBCA-4EC7-8A9F-F97D022048D3}"/>
              </a:ext>
            </a:extLst>
          </p:cNvPr>
          <p:cNvCxnSpPr>
            <a:cxnSpLocks/>
            <a:stCxn id="41" idx="2"/>
          </p:cNvCxnSpPr>
          <p:nvPr/>
        </p:nvCxnSpPr>
        <p:spPr>
          <a:xfrm flipH="1">
            <a:off x="1629035" y="3023852"/>
            <a:ext cx="642678" cy="335874"/>
          </a:xfrm>
          <a:prstGeom prst="line">
            <a:avLst/>
          </a:prstGeom>
          <a:ln w="19050">
            <a:solidFill>
              <a:srgbClr val="223F24"/>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55F7895-7BBB-4DFE-DAB4-252546FBA0A2}"/>
              </a:ext>
            </a:extLst>
          </p:cNvPr>
          <p:cNvCxnSpPr>
            <a:cxnSpLocks/>
            <a:stCxn id="40" idx="2"/>
            <a:endCxn id="28" idx="0"/>
          </p:cNvCxnSpPr>
          <p:nvPr/>
        </p:nvCxnSpPr>
        <p:spPr>
          <a:xfrm flipH="1">
            <a:off x="5802458" y="3023852"/>
            <a:ext cx="293543" cy="335875"/>
          </a:xfrm>
          <a:prstGeom prst="line">
            <a:avLst/>
          </a:prstGeom>
          <a:ln w="19050">
            <a:solidFill>
              <a:srgbClr val="223F24"/>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9E404826-0000-CC83-4350-0D93E87783D0}"/>
              </a:ext>
            </a:extLst>
          </p:cNvPr>
          <p:cNvCxnSpPr>
            <a:cxnSpLocks/>
            <a:stCxn id="42" idx="2"/>
            <a:endCxn id="30" idx="0"/>
          </p:cNvCxnSpPr>
          <p:nvPr/>
        </p:nvCxnSpPr>
        <p:spPr>
          <a:xfrm>
            <a:off x="9920288" y="3023852"/>
            <a:ext cx="55594" cy="335875"/>
          </a:xfrm>
          <a:prstGeom prst="line">
            <a:avLst/>
          </a:prstGeom>
          <a:ln w="19050">
            <a:solidFill>
              <a:srgbClr val="223F24"/>
            </a:solidFill>
            <a:prstDash val="dash"/>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6E331F8D-FC4D-BE1C-CBE4-CC84454E565B}"/>
              </a:ext>
            </a:extLst>
          </p:cNvPr>
          <p:cNvSpPr/>
          <p:nvPr/>
        </p:nvSpPr>
        <p:spPr>
          <a:xfrm flipH="1">
            <a:off x="4267201" y="1835132"/>
            <a:ext cx="3657600" cy="118872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ts val="1600"/>
              </a:lnSpc>
              <a:spcBef>
                <a:spcPts val="0"/>
              </a:spcBef>
              <a:spcAft>
                <a:spcPts val="0"/>
              </a:spcAft>
              <a:buClrTx/>
              <a:buSzTx/>
              <a:buFontTx/>
              <a:buNone/>
              <a:tabLst/>
              <a:defRPr/>
            </a:pP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قدمت بي دبليو سي </a:t>
            </a:r>
            <a:r>
              <a:rPr kumimoji="0" lang="ar-SA" sz="105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الدعم الاستشاري والتشغيلي</a:t>
            </a: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لمكتب إدارة المشاريع في الهيئة وساهمت في </a:t>
            </a:r>
            <a:r>
              <a:rPr kumimoji="0" lang="ar-SA" sz="105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اعتماد مبادرات الهيئة.</a:t>
            </a:r>
            <a:r>
              <a:rPr lang="ar-SA" dirty="0">
                <a:cs typeface="Arial" charset="0"/>
              </a:rPr>
              <a:t> </a:t>
            </a: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كما قدم فريقنا الدعم اللازم لتحقيق متطلبات الدعم المالي</a:t>
            </a:r>
          </a:p>
        </p:txBody>
      </p:sp>
      <p:sp>
        <p:nvSpPr>
          <p:cNvPr id="41" name="Rectangle 40">
            <a:extLst>
              <a:ext uri="{FF2B5EF4-FFF2-40B4-BE49-F238E27FC236}">
                <a16:creationId xmlns:a16="http://schemas.microsoft.com/office/drawing/2014/main" id="{469141AA-E442-2A11-2977-A53765C178C3}"/>
              </a:ext>
            </a:extLst>
          </p:cNvPr>
          <p:cNvSpPr/>
          <p:nvPr/>
        </p:nvSpPr>
        <p:spPr>
          <a:xfrm flipH="1">
            <a:off x="442913" y="1835132"/>
            <a:ext cx="3657600" cy="118872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ts val="1600"/>
              </a:lnSpc>
              <a:spcBef>
                <a:spcPts val="0"/>
              </a:spcBef>
              <a:spcAft>
                <a:spcPts val="200"/>
              </a:spcAft>
              <a:buClrTx/>
              <a:buSzTx/>
              <a:buFontTx/>
              <a:buNone/>
              <a:tabLst/>
              <a:defRPr/>
            </a:pP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تاريخنا في العمل معكم يمتد منذ انطلاقة</a:t>
            </a:r>
            <a:r>
              <a:rPr kumimoji="0" lang="ar-SA" sz="105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برنامج التحول الوطني</a:t>
            </a:r>
            <a:r>
              <a:rPr kumimoji="0" lang="ar-SA" sz="105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وكنا شركاء معًا في </a:t>
            </a:r>
            <a:r>
              <a:rPr kumimoji="0" lang="ar-SA" sz="105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مبادرات التخطيط وتطوير مستهدفات هذه المبادرات والعمل معكم لإقرار هذه المبادرات واعتمادها رسميًا</a:t>
            </a:r>
          </a:p>
        </p:txBody>
      </p:sp>
      <p:sp>
        <p:nvSpPr>
          <p:cNvPr id="42" name="Rectangle 41">
            <a:extLst>
              <a:ext uri="{FF2B5EF4-FFF2-40B4-BE49-F238E27FC236}">
                <a16:creationId xmlns:a16="http://schemas.microsoft.com/office/drawing/2014/main" id="{6F48909A-24C2-8F23-4D9F-BFF91C6FCB6A}"/>
              </a:ext>
            </a:extLst>
          </p:cNvPr>
          <p:cNvSpPr/>
          <p:nvPr/>
        </p:nvSpPr>
        <p:spPr>
          <a:xfrm flipH="1">
            <a:off x="8091488" y="1835132"/>
            <a:ext cx="3657600" cy="118872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ts val="1600"/>
              </a:lnSpc>
              <a:spcBef>
                <a:spcPts val="0"/>
              </a:spcBef>
              <a:spcAft>
                <a:spcPts val="0"/>
              </a:spcAft>
              <a:buClr>
                <a:srgbClr val="000000"/>
              </a:buClr>
              <a:buSzTx/>
              <a:buFontTx/>
              <a:buNone/>
              <a:tabLst/>
              <a:defRPr/>
            </a:pPr>
            <a:r>
              <a:rPr kumimoji="0" lang="ar-SA" sz="100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قدمنا</a:t>
            </a:r>
            <a:r>
              <a:rPr kumimoji="0" lang="ar-SA" sz="100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الدعم الاستشاري لمدة 14 شهرًا</a:t>
            </a:r>
            <a:r>
              <a:rPr kumimoji="0" lang="ar-SA" sz="100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إلى مكتب إدارة المشاريع في الهيئة العامة للأرصاد وحماية البيئة، واشتمل نطاق العمل آنذاك على </a:t>
            </a:r>
            <a:r>
              <a:rPr kumimoji="0" lang="ar-SA" sz="1000" b="1"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تأسيس وتشغيل مكتب إدارة المشاريع</a:t>
            </a:r>
            <a:r>
              <a:rPr kumimoji="0" lang="ar-SA" sz="1000" strike="noStrike" kern="0" cap="none" spc="0" normalizeH="0" noProof="0" dirty="0">
                <a:ln>
                  <a:noFill/>
                </a:ln>
                <a:solidFill>
                  <a:schemeClr val="tx1"/>
                </a:solidFill>
                <a:effectLst/>
                <a:uLnTx/>
                <a:uFillTx/>
                <a:latin typeface="Arial Body"/>
                <a:ea typeface="GE Dinar One" pitchFamily="18" charset="-78"/>
                <a:cs typeface="Sakkal Majalla" panose="02000000000000000000" pitchFamily="2" charset="-78"/>
                <a:sym typeface="Arial"/>
              </a:rPr>
              <a:t>، بالإضافة إلى تقديم الدعم في مشروع تحويل الهيئة إلى مركزين جديدين هما (المركز الوطني للرقابة على الالتزام البيئي والمركز الوطني للأرصاد)</a:t>
            </a:r>
          </a:p>
        </p:txBody>
      </p:sp>
      <p:pic>
        <p:nvPicPr>
          <p:cNvPr id="43" name="Picture 4" descr="وزارة الاقتصاد و التخطيط | وزارة الاقتصاد والتخطيط">
            <a:extLst>
              <a:ext uri="{FF2B5EF4-FFF2-40B4-BE49-F238E27FC236}">
                <a16:creationId xmlns:a16="http://schemas.microsoft.com/office/drawing/2014/main" id="{5C8F5EBB-46C7-19E2-6EB1-0AC6859A9AE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81473" y="3927185"/>
            <a:ext cx="695122" cy="45406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وزارة البيئة والمياه والزراعة (السعودية) - ويكيبيديا">
            <a:extLst>
              <a:ext uri="{FF2B5EF4-FFF2-40B4-BE49-F238E27FC236}">
                <a16:creationId xmlns:a16="http://schemas.microsoft.com/office/drawing/2014/main" id="{25CF0763-6D7F-AE52-3EC6-7BDB7CD90809}"/>
              </a:ext>
            </a:extLst>
          </p:cNvPr>
          <p:cNvPicPr>
            <a:picLocks noChangeAspect="1" noChangeArrowheads="1"/>
          </p:cNvPicPr>
          <p:nvPr/>
        </p:nvPicPr>
        <p:blipFill>
          <a:blip r:embed="rId6">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233645" y="3433096"/>
            <a:ext cx="790779" cy="523159"/>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الأرصاد : تمديد العمل بالتصاريح والتراخيص البيئية | صحيفة الاقتصادية">
            <a:extLst>
              <a:ext uri="{FF2B5EF4-FFF2-40B4-BE49-F238E27FC236}">
                <a16:creationId xmlns:a16="http://schemas.microsoft.com/office/drawing/2014/main" id="{F8D67CF6-82A0-5843-586E-7112A05BEAB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14768" y="3946409"/>
            <a:ext cx="601957" cy="57613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6" descr="وزارة البيئة والمياه والزراعة (السعودية) - ويكيبيديا">
            <a:extLst>
              <a:ext uri="{FF2B5EF4-FFF2-40B4-BE49-F238E27FC236}">
                <a16:creationId xmlns:a16="http://schemas.microsoft.com/office/drawing/2014/main" id="{D2CE2808-A3F7-1423-9BAF-2CE98F850E6B}"/>
              </a:ext>
            </a:extLst>
          </p:cNvPr>
          <p:cNvPicPr>
            <a:picLocks noChangeAspect="1" noChangeArrowheads="1"/>
          </p:cNvPicPr>
          <p:nvPr/>
        </p:nvPicPr>
        <p:blipFill>
          <a:blip r:embed="rId6">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3324095" y="3433096"/>
            <a:ext cx="783302" cy="52224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8" descr="الأرصاد : تمديد العمل بالتصاريح والتراخيص البيئية | صحيفة الاقتصادية">
            <a:extLst>
              <a:ext uri="{FF2B5EF4-FFF2-40B4-BE49-F238E27FC236}">
                <a16:creationId xmlns:a16="http://schemas.microsoft.com/office/drawing/2014/main" id="{96B1F6CF-CC40-269B-47A9-8B5A3C6A0D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91718" y="3578980"/>
            <a:ext cx="821480" cy="82884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8" descr="الأرصاد : تمديد العمل بالتصاريح والتراخيص البيئية | صحيفة الاقتصادية">
            <a:extLst>
              <a:ext uri="{FF2B5EF4-FFF2-40B4-BE49-F238E27FC236}">
                <a16:creationId xmlns:a16="http://schemas.microsoft.com/office/drawing/2014/main" id="{68452FAB-E61E-73E6-7BD0-E9024F6856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2228" y="3568613"/>
            <a:ext cx="793885" cy="84958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8" descr="الأرصاد : تمديد العمل بالتصاريح والتراخيص البيئية | صحيفة الاقتصادية">
            <a:extLst>
              <a:ext uri="{FF2B5EF4-FFF2-40B4-BE49-F238E27FC236}">
                <a16:creationId xmlns:a16="http://schemas.microsoft.com/office/drawing/2014/main" id="{12EF9EA3-D0BE-E88E-B997-49D9E776F7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60914" y="3433096"/>
            <a:ext cx="629937" cy="644523"/>
          </a:xfrm>
          <a:prstGeom prst="rect">
            <a:avLst/>
          </a:prstGeom>
          <a:noFill/>
          <a:extLst>
            <a:ext uri="{909E8E84-426E-40DD-AFC4-6F175D3DCCD1}">
              <a14:hiddenFill xmlns:a14="http://schemas.microsoft.com/office/drawing/2010/main">
                <a:solidFill>
                  <a:srgbClr val="FFFFFF"/>
                </a:solidFill>
              </a14:hiddenFill>
            </a:ext>
          </a:extLst>
        </p:spPr>
      </p:pic>
      <p:sp>
        <p:nvSpPr>
          <p:cNvPr id="50" name="Rectangle 10">
            <a:extLst>
              <a:ext uri="{FF2B5EF4-FFF2-40B4-BE49-F238E27FC236}">
                <a16:creationId xmlns:a16="http://schemas.microsoft.com/office/drawing/2014/main" id="{7E9BC99D-9C79-8BDD-46B5-D83D7E72FC82}"/>
              </a:ext>
            </a:extLst>
          </p:cNvPr>
          <p:cNvSpPr>
            <a:spLocks noChangeArrowheads="1"/>
          </p:cNvSpPr>
          <p:nvPr/>
        </p:nvSpPr>
        <p:spPr bwMode="auto">
          <a:xfrm flipH="1">
            <a:off x="1748896" y="1648847"/>
            <a:ext cx="1045634" cy="18466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682749" rtl="1" eaLnBrk="0" fontAlgn="auto" latinLnBrk="0" hangingPunct="0">
              <a:lnSpc>
                <a:spcPct val="100000"/>
              </a:lnSpc>
              <a:spcBef>
                <a:spcPts val="0"/>
              </a:spcBef>
              <a:spcAft>
                <a:spcPts val="171"/>
              </a:spcAft>
              <a:buClr>
                <a:srgbClr val="000000"/>
              </a:buClr>
              <a:buSzTx/>
              <a:buFont typeface="Arial"/>
              <a:buNone/>
              <a:tabLst/>
              <a:defRPr/>
            </a:pPr>
            <a:r>
              <a:rPr kumimoji="0" lang="ar-SA" sz="1200" b="1" strike="noStrike" kern="0" cap="none" spc="0" normalizeH="0" noProof="0" dirty="0">
                <a:ln>
                  <a:noFill/>
                </a:ln>
                <a:solidFill>
                  <a:srgbClr val="464646"/>
                </a:solidFill>
                <a:effectLst/>
                <a:uLnTx/>
                <a:uFillTx/>
                <a:latin typeface="+mn-lt"/>
                <a:ea typeface="+mn-ea"/>
                <a:cs typeface="Sakkal Majalla" panose="02000000000000000000" pitchFamily="2" charset="-78"/>
                <a:sym typeface="Arial"/>
              </a:rPr>
              <a:t>2016</a:t>
            </a:r>
          </a:p>
        </p:txBody>
      </p:sp>
      <p:sp>
        <p:nvSpPr>
          <p:cNvPr id="51" name="Rectangle 10">
            <a:extLst>
              <a:ext uri="{FF2B5EF4-FFF2-40B4-BE49-F238E27FC236}">
                <a16:creationId xmlns:a16="http://schemas.microsoft.com/office/drawing/2014/main" id="{6A05BD75-46BB-1F20-0126-E2A8F9136590}"/>
              </a:ext>
            </a:extLst>
          </p:cNvPr>
          <p:cNvSpPr>
            <a:spLocks noChangeArrowheads="1"/>
          </p:cNvSpPr>
          <p:nvPr/>
        </p:nvSpPr>
        <p:spPr bwMode="auto">
          <a:xfrm flipH="1">
            <a:off x="3197815" y="6214441"/>
            <a:ext cx="1045634" cy="18466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682749" rtl="1" eaLnBrk="0" fontAlgn="auto" latinLnBrk="0" hangingPunct="0">
              <a:lnSpc>
                <a:spcPct val="100000"/>
              </a:lnSpc>
              <a:spcBef>
                <a:spcPts val="0"/>
              </a:spcBef>
              <a:spcAft>
                <a:spcPts val="171"/>
              </a:spcAft>
              <a:buClr>
                <a:srgbClr val="000000"/>
              </a:buClr>
              <a:buSzTx/>
              <a:buFont typeface="Arial"/>
              <a:buNone/>
              <a:tabLst/>
              <a:defRPr/>
            </a:pPr>
            <a:r>
              <a:rPr kumimoji="0" lang="ar-SA" sz="1200" b="1" strike="noStrike" kern="0" cap="none" spc="0" normalizeH="0" noProof="0" dirty="0">
                <a:ln>
                  <a:noFill/>
                </a:ln>
                <a:solidFill>
                  <a:srgbClr val="464646"/>
                </a:solidFill>
                <a:effectLst/>
                <a:uLnTx/>
                <a:uFillTx/>
                <a:latin typeface="+mn-lt"/>
                <a:ea typeface="+mn-ea"/>
                <a:cs typeface="Sakkal Majalla" panose="02000000000000000000" pitchFamily="2" charset="-78"/>
                <a:sym typeface="Arial"/>
              </a:rPr>
              <a:t>2017</a:t>
            </a:r>
          </a:p>
        </p:txBody>
      </p:sp>
      <p:sp>
        <p:nvSpPr>
          <p:cNvPr id="52" name="Rectangle 10">
            <a:extLst>
              <a:ext uri="{FF2B5EF4-FFF2-40B4-BE49-F238E27FC236}">
                <a16:creationId xmlns:a16="http://schemas.microsoft.com/office/drawing/2014/main" id="{F930CF46-BEAF-71E6-C366-CE51428119C4}"/>
              </a:ext>
            </a:extLst>
          </p:cNvPr>
          <p:cNvSpPr>
            <a:spLocks noChangeArrowheads="1"/>
          </p:cNvSpPr>
          <p:nvPr/>
        </p:nvSpPr>
        <p:spPr bwMode="auto">
          <a:xfrm flipH="1">
            <a:off x="5573184" y="1648847"/>
            <a:ext cx="1045634" cy="18466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682749" rtl="1" eaLnBrk="0" fontAlgn="auto" latinLnBrk="0" hangingPunct="0">
              <a:lnSpc>
                <a:spcPct val="100000"/>
              </a:lnSpc>
              <a:spcBef>
                <a:spcPts val="0"/>
              </a:spcBef>
              <a:spcAft>
                <a:spcPts val="171"/>
              </a:spcAft>
              <a:buClr>
                <a:srgbClr val="000000"/>
              </a:buClr>
              <a:buSzTx/>
              <a:buFont typeface="Arial"/>
              <a:buNone/>
              <a:tabLst/>
              <a:defRPr/>
            </a:pPr>
            <a:r>
              <a:rPr kumimoji="0" lang="ar-SA" sz="1200" b="1" strike="noStrike" kern="0" cap="none" spc="0" normalizeH="0" noProof="0" dirty="0">
                <a:ln>
                  <a:noFill/>
                </a:ln>
                <a:solidFill>
                  <a:srgbClr val="464646"/>
                </a:solidFill>
                <a:effectLst/>
                <a:uLnTx/>
                <a:uFillTx/>
                <a:latin typeface="+mn-lt"/>
                <a:ea typeface="+mn-ea"/>
                <a:cs typeface="Sakkal Majalla" panose="02000000000000000000" pitchFamily="2" charset="-78"/>
                <a:sym typeface="Arial"/>
              </a:rPr>
              <a:t>2018</a:t>
            </a:r>
          </a:p>
        </p:txBody>
      </p:sp>
      <p:sp>
        <p:nvSpPr>
          <p:cNvPr id="53" name="Rectangle 10">
            <a:extLst>
              <a:ext uri="{FF2B5EF4-FFF2-40B4-BE49-F238E27FC236}">
                <a16:creationId xmlns:a16="http://schemas.microsoft.com/office/drawing/2014/main" id="{EE468043-8D42-36A1-5E4B-849AAD152B8C}"/>
              </a:ext>
            </a:extLst>
          </p:cNvPr>
          <p:cNvSpPr>
            <a:spLocks noChangeArrowheads="1"/>
          </p:cNvSpPr>
          <p:nvPr/>
        </p:nvSpPr>
        <p:spPr bwMode="auto">
          <a:xfrm flipH="1">
            <a:off x="9397471" y="1648847"/>
            <a:ext cx="1045634" cy="18466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682749" rtl="1" eaLnBrk="0" fontAlgn="auto" latinLnBrk="0" hangingPunct="0">
              <a:lnSpc>
                <a:spcPct val="100000"/>
              </a:lnSpc>
              <a:spcBef>
                <a:spcPts val="0"/>
              </a:spcBef>
              <a:spcAft>
                <a:spcPts val="171"/>
              </a:spcAft>
              <a:buClr>
                <a:srgbClr val="000000"/>
              </a:buClr>
              <a:buSzTx/>
              <a:buFont typeface="Arial"/>
              <a:buNone/>
              <a:tabLst/>
              <a:defRPr/>
            </a:pPr>
            <a:r>
              <a:rPr kumimoji="0" lang="ar-SA" sz="1200" strike="noStrike" kern="0" cap="none" spc="0" normalizeH="0" noProof="0" dirty="0">
                <a:ln>
                  <a:noFill/>
                </a:ln>
                <a:solidFill>
                  <a:srgbClr val="464646"/>
                </a:solidFill>
                <a:effectLst/>
                <a:uLnTx/>
                <a:uFillTx/>
                <a:latin typeface="+mn-lt"/>
                <a:ea typeface="+mn-ea"/>
                <a:cs typeface="Sakkal Majalla" panose="02000000000000000000" pitchFamily="2" charset="-78"/>
                <a:sym typeface="Arial"/>
              </a:rPr>
              <a:t>2020</a:t>
            </a:r>
          </a:p>
        </p:txBody>
      </p:sp>
      <p:sp>
        <p:nvSpPr>
          <p:cNvPr id="54" name="Rectangle 10">
            <a:extLst>
              <a:ext uri="{FF2B5EF4-FFF2-40B4-BE49-F238E27FC236}">
                <a16:creationId xmlns:a16="http://schemas.microsoft.com/office/drawing/2014/main" id="{D8729C59-74D1-71BC-5B3A-E27F34398CDA}"/>
              </a:ext>
            </a:extLst>
          </p:cNvPr>
          <p:cNvSpPr>
            <a:spLocks noChangeArrowheads="1"/>
          </p:cNvSpPr>
          <p:nvPr/>
        </p:nvSpPr>
        <p:spPr bwMode="auto">
          <a:xfrm flipH="1">
            <a:off x="7506122" y="6214441"/>
            <a:ext cx="1045634" cy="18466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ctr" defTabSz="682749" rtl="1" eaLnBrk="0" fontAlgn="auto" latinLnBrk="0" hangingPunct="0">
              <a:lnSpc>
                <a:spcPct val="100000"/>
              </a:lnSpc>
              <a:spcBef>
                <a:spcPts val="0"/>
              </a:spcBef>
              <a:spcAft>
                <a:spcPts val="171"/>
              </a:spcAft>
              <a:buClr>
                <a:srgbClr val="000000"/>
              </a:buClr>
              <a:buSzTx/>
              <a:buFont typeface="Arial"/>
              <a:buNone/>
              <a:tabLst/>
              <a:defRPr/>
            </a:pPr>
            <a:r>
              <a:rPr kumimoji="0" lang="ar-SA" sz="1200" b="1" strike="noStrike" kern="0" cap="none" spc="0" normalizeH="0" noProof="0" dirty="0">
                <a:ln>
                  <a:noFill/>
                </a:ln>
                <a:solidFill>
                  <a:srgbClr val="464646"/>
                </a:solidFill>
                <a:effectLst/>
                <a:uLnTx/>
                <a:uFillTx/>
                <a:latin typeface="+mn-lt"/>
                <a:ea typeface="+mn-ea"/>
                <a:cs typeface="Sakkal Majalla" panose="02000000000000000000" pitchFamily="2" charset="-78"/>
                <a:sym typeface="Arial"/>
              </a:rPr>
              <a:t>2019</a:t>
            </a:r>
          </a:p>
        </p:txBody>
      </p:sp>
      <p:pic>
        <p:nvPicPr>
          <p:cNvPr id="55" name="Picture 47">
            <a:extLst>
              <a:ext uri="{FF2B5EF4-FFF2-40B4-BE49-F238E27FC236}">
                <a16:creationId xmlns:a16="http://schemas.microsoft.com/office/drawing/2014/main" id="{145F4AA7-779C-2266-FC44-9E48700A65C2}"/>
              </a:ext>
            </a:extLst>
          </p:cNvPr>
          <p:cNvPicPr preferRelativeResize="0">
            <a:picLocks noChangeArrowheads="1"/>
          </p:cNvPicPr>
          <p:nvPr/>
        </p:nvPicPr>
        <p:blipFill rotWithShape="1">
          <a:blip r:embed="rId8">
            <a:extLst>
              <a:ext uri="{28A0092B-C50C-407E-A947-70E740481C1C}">
                <a14:useLocalDpi xmlns:a14="http://schemas.microsoft.com/office/drawing/2010/main" val="0"/>
              </a:ext>
            </a:extLst>
          </a:blip>
          <a:srcRect/>
          <a:stretch/>
        </p:blipFill>
        <p:spPr bwMode="auto">
          <a:xfrm flipH="1">
            <a:off x="9528842" y="4171081"/>
            <a:ext cx="383829" cy="35146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381" descr="المركز الوطني للرقابة على الالتزام البيئي - ويكيبيديا">
            <a:extLst>
              <a:ext uri="{FF2B5EF4-FFF2-40B4-BE49-F238E27FC236}">
                <a16:creationId xmlns:a16="http://schemas.microsoft.com/office/drawing/2014/main" id="{01CB4F4C-FA14-2FD4-5A3D-26315191A381}"/>
              </a:ext>
            </a:extLst>
          </p:cNvPr>
          <p:cNvPicPr>
            <a:picLocks noChangeAspect="1" noChangeArrowheads="1"/>
          </p:cNvPicPr>
          <p:nvPr/>
        </p:nvPicPr>
        <p:blipFill rotWithShape="1">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l="23062" r="16701" b="22735"/>
          <a:stretch/>
        </p:blipFill>
        <p:spPr bwMode="auto">
          <a:xfrm>
            <a:off x="10035544" y="4171210"/>
            <a:ext cx="440207" cy="382621"/>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B9208F9C-8A3D-B50A-9F3C-2C007392B9AB}"/>
              </a:ext>
            </a:extLst>
          </p:cNvPr>
          <p:cNvSpPr txBox="1"/>
          <p:nvPr/>
        </p:nvSpPr>
        <p:spPr>
          <a:xfrm>
            <a:off x="724183" y="78891"/>
            <a:ext cx="6097604" cy="26161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00" strike="noStrike" kern="0" cap="none" spc="0" normalizeH="0" noProof="0" dirty="0">
                <a:ln>
                  <a:noFill/>
                </a:ln>
                <a:solidFill>
                  <a:srgbClr val="000000"/>
                </a:solidFill>
                <a:effectLst/>
                <a:uLnTx/>
                <a:uFillTx/>
                <a:ea typeface="Arial"/>
                <a:cs typeface="Arial"/>
                <a:sym typeface="Arial"/>
              </a:rPr>
              <a:t>سجل حافل في تنفيذ البرامج بنظام البناء والتشغيل والنقل في المملكة العربية السعودية</a:t>
            </a:r>
          </a:p>
        </p:txBody>
      </p:sp>
      <p:sp>
        <p:nvSpPr>
          <p:cNvPr id="58" name="Hexagon 57">
            <a:extLst>
              <a:ext uri="{FF2B5EF4-FFF2-40B4-BE49-F238E27FC236}">
                <a16:creationId xmlns:a16="http://schemas.microsoft.com/office/drawing/2014/main" id="{F8AA416B-865B-5451-2A70-6B30FDBBE80D}"/>
              </a:ext>
            </a:extLst>
          </p:cNvPr>
          <p:cNvSpPr/>
          <p:nvPr/>
        </p:nvSpPr>
        <p:spPr>
          <a:xfrm>
            <a:off x="457037" y="62258"/>
            <a:ext cx="305405" cy="251330"/>
          </a:xfrm>
          <a:prstGeom prst="hexagon">
            <a:avLst/>
          </a:prstGeom>
          <a:solidFill>
            <a:srgbClr val="FFFFFF"/>
          </a:solidFill>
          <a:ln w="9525" cap="flat" cmpd="sng">
            <a:solidFill>
              <a:srgbClr val="A3202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1200" b="1" kern="0" dirty="0">
                <a:solidFill>
                  <a:srgbClr val="000000"/>
                </a:solidFill>
                <a:cs typeface="Arial"/>
              </a:rPr>
              <a:t>02</a:t>
            </a:r>
          </a:p>
        </p:txBody>
      </p:sp>
      <p:sp>
        <p:nvSpPr>
          <p:cNvPr id="59" name="Rectangle 58">
            <a:extLst>
              <a:ext uri="{FF2B5EF4-FFF2-40B4-BE49-F238E27FC236}">
                <a16:creationId xmlns:a16="http://schemas.microsoft.com/office/drawing/2014/main" id="{5F2641F6-9059-A0EA-5B2A-61E650D5B126}"/>
              </a:ext>
            </a:extLst>
          </p:cNvPr>
          <p:cNvSpPr/>
          <p:nvPr/>
        </p:nvSpPr>
        <p:spPr>
          <a:xfrm>
            <a:off x="4381872" y="2926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1012970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2FB8099-2C3F-0436-7CAE-5593C014E6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2FB8099-2C3F-0436-7CAE-5593C014E6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9" name="Google Shape;1236;p170">
            <a:extLst>
              <a:ext uri="{FF2B5EF4-FFF2-40B4-BE49-F238E27FC236}">
                <a16:creationId xmlns:a16="http://schemas.microsoft.com/office/drawing/2014/main" id="{EC1F2D4A-AC4E-D218-19EA-AB9B418DBD5A}"/>
              </a:ext>
            </a:extLst>
          </p:cNvPr>
          <p:cNvSpPr/>
          <p:nvPr/>
        </p:nvSpPr>
        <p:spPr>
          <a:xfrm rot="2700000">
            <a:off x="-288834" y="2311921"/>
            <a:ext cx="3356389" cy="3346105"/>
          </a:xfrm>
          <a:custGeom>
            <a:avLst/>
            <a:gdLst/>
            <a:ahLst/>
            <a:cxnLst/>
            <a:rect l="l" t="t" r="r" b="b"/>
            <a:pathLst>
              <a:path w="3257071" h="3247091" extrusionOk="0">
                <a:moveTo>
                  <a:pt x="9980" y="0"/>
                </a:moveTo>
                <a:lnTo>
                  <a:pt x="3257071" y="0"/>
                </a:lnTo>
                <a:lnTo>
                  <a:pt x="3257071" y="3247091"/>
                </a:lnTo>
                <a:lnTo>
                  <a:pt x="1355121" y="3233778"/>
                </a:lnTo>
                <a:lnTo>
                  <a:pt x="0" y="1884046"/>
                </a:lnTo>
                <a:cubicBezTo>
                  <a:pt x="4225" y="1255133"/>
                  <a:pt x="5755" y="628913"/>
                  <a:pt x="9980" y="0"/>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 typeface="Arial"/>
              <a:buNone/>
              <a:tabLst/>
              <a:defRPr/>
            </a:pPr>
            <a:endParaRPr kumimoji="0" lang="en-US" sz="1600" b="0" i="0" u="none" strike="noStrike" kern="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594564FE-8E40-CB1C-1530-3563CB5DE061}"/>
              </a:ext>
            </a:extLst>
          </p:cNvPr>
          <p:cNvSpPr>
            <a:spLocks noGrp="1"/>
          </p:cNvSpPr>
          <p:nvPr>
            <p:ph type="title"/>
          </p:nvPr>
        </p:nvSpPr>
        <p:spPr/>
        <p:txBody>
          <a:bodyPr vert="horz"/>
          <a:lstStyle/>
          <a:p>
            <a:pPr algn="r" rtl="1"/>
            <a:r>
              <a:rPr lang="ar-SA" dirty="0">
                <a:sym typeface="Arial" panose="020B0604020202020204" pitchFamily="34" charset="0"/>
              </a:rPr>
              <a:t>من خلال تعاوننا مع شركة بي دبليو سي، سنقدم خدمات شاملة للمركز بدءًا من وضع الاستراتيجية وحتى التنفيذ</a:t>
            </a:r>
          </a:p>
        </p:txBody>
      </p:sp>
      <p:sp>
        <p:nvSpPr>
          <p:cNvPr id="3" name="Subtitle 2">
            <a:extLst>
              <a:ext uri="{FF2B5EF4-FFF2-40B4-BE49-F238E27FC236}">
                <a16:creationId xmlns:a16="http://schemas.microsoft.com/office/drawing/2014/main" id="{B135350E-FE67-9DA8-BE96-764E7C1EBAE6}"/>
              </a:ext>
            </a:extLst>
          </p:cNvPr>
          <p:cNvSpPr>
            <a:spLocks noGrp="1"/>
          </p:cNvSpPr>
          <p:nvPr>
            <p:ph type="subTitle" idx="13"/>
          </p:nvPr>
        </p:nvSpPr>
        <p:spPr/>
        <p:txBody>
          <a:bodyPr/>
          <a:lstStyle/>
          <a:p>
            <a:pPr algn="r" rtl="1"/>
            <a:r>
              <a:rPr lang="ar-SA" dirty="0">
                <a:cs typeface="Arial" charset="0"/>
              </a:rPr>
              <a:t>مركز الخدمات الشاملة التابع لشركة إستراتيجي أند وبي دبليو سي</a:t>
            </a:r>
          </a:p>
        </p:txBody>
      </p:sp>
      <p:sp>
        <p:nvSpPr>
          <p:cNvPr id="4" name="Text Placeholder 3">
            <a:extLst>
              <a:ext uri="{FF2B5EF4-FFF2-40B4-BE49-F238E27FC236}">
                <a16:creationId xmlns:a16="http://schemas.microsoft.com/office/drawing/2014/main" id="{60D827A2-BDFE-DA8B-1203-20912FCA9CBC}"/>
              </a:ext>
            </a:extLst>
          </p:cNvPr>
          <p:cNvSpPr>
            <a:spLocks noGrp="1"/>
          </p:cNvSpPr>
          <p:nvPr>
            <p:ph type="body" sz="quarter" idx="17"/>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754A97EA-579D-E8CD-C361-F82819521644}"/>
              </a:ext>
            </a:extLst>
          </p:cNvPr>
          <p:cNvSpPr>
            <a:spLocks noGrp="1"/>
          </p:cNvSpPr>
          <p:nvPr>
            <p:ph type="sldNum" sz="quarter" idx="18"/>
          </p:nvPr>
        </p:nvSpPr>
        <p:spPr/>
        <p:txBody>
          <a:bodyPr/>
          <a:lstStyle/>
          <a:p>
            <a:pPr algn="r" rtl="1">
              <a:defRPr/>
            </a:pPr>
            <a:r>
              <a:rPr lang="ar-SA" dirty="0">
                <a:cs typeface="Arial" charset="0"/>
              </a:rPr>
              <a:t>10</a:t>
            </a:r>
          </a:p>
        </p:txBody>
      </p:sp>
      <p:cxnSp>
        <p:nvCxnSpPr>
          <p:cNvPr id="9" name="Google Shape;1216;p170">
            <a:extLst>
              <a:ext uri="{FF2B5EF4-FFF2-40B4-BE49-F238E27FC236}">
                <a16:creationId xmlns:a16="http://schemas.microsoft.com/office/drawing/2014/main" id="{38D3C8BF-0973-4C8D-23D3-8A2D83C776C2}"/>
              </a:ext>
            </a:extLst>
          </p:cNvPr>
          <p:cNvCxnSpPr/>
          <p:nvPr/>
        </p:nvCxnSpPr>
        <p:spPr>
          <a:xfrm>
            <a:off x="5428470" y="2990914"/>
            <a:ext cx="350374" cy="0"/>
          </a:xfrm>
          <a:prstGeom prst="straightConnector1">
            <a:avLst/>
          </a:prstGeom>
          <a:noFill/>
          <a:ln w="28575" cap="rnd" cmpd="sng">
            <a:solidFill>
              <a:schemeClr val="dk2"/>
            </a:solidFill>
            <a:prstDash val="dot"/>
            <a:miter lim="800000"/>
            <a:headEnd type="none" w="sm" len="sm"/>
            <a:tailEnd type="none" w="sm" len="sm"/>
          </a:ln>
        </p:spPr>
      </p:cxnSp>
      <p:cxnSp>
        <p:nvCxnSpPr>
          <p:cNvPr id="10" name="Google Shape;1217;p170">
            <a:extLst>
              <a:ext uri="{FF2B5EF4-FFF2-40B4-BE49-F238E27FC236}">
                <a16:creationId xmlns:a16="http://schemas.microsoft.com/office/drawing/2014/main" id="{13667E88-A970-DF1D-FF7E-058FAB4D13C1}"/>
              </a:ext>
            </a:extLst>
          </p:cNvPr>
          <p:cNvCxnSpPr/>
          <p:nvPr/>
        </p:nvCxnSpPr>
        <p:spPr>
          <a:xfrm>
            <a:off x="5428470" y="4995863"/>
            <a:ext cx="350374" cy="0"/>
          </a:xfrm>
          <a:prstGeom prst="straightConnector1">
            <a:avLst/>
          </a:prstGeom>
          <a:noFill/>
          <a:ln w="28575" cap="rnd" cmpd="sng">
            <a:solidFill>
              <a:schemeClr val="accent4"/>
            </a:solidFill>
            <a:prstDash val="dot"/>
            <a:miter lim="800000"/>
            <a:headEnd type="none" w="sm" len="sm"/>
            <a:tailEnd type="none" w="sm" len="sm"/>
          </a:ln>
        </p:spPr>
      </p:cxnSp>
      <p:sp>
        <p:nvSpPr>
          <p:cNvPr id="11" name="Google Shape;1218;p170">
            <a:extLst>
              <a:ext uri="{FF2B5EF4-FFF2-40B4-BE49-F238E27FC236}">
                <a16:creationId xmlns:a16="http://schemas.microsoft.com/office/drawing/2014/main" id="{99C27D19-8ED0-5BEC-554C-3FE00487CBA3}"/>
              </a:ext>
            </a:extLst>
          </p:cNvPr>
          <p:cNvSpPr/>
          <p:nvPr/>
        </p:nvSpPr>
        <p:spPr>
          <a:xfrm>
            <a:off x="3076430" y="3784600"/>
            <a:ext cx="2413000" cy="2424113"/>
          </a:xfrm>
          <a:custGeom>
            <a:avLst/>
            <a:gdLst/>
            <a:ahLst/>
            <a:cxnLst/>
            <a:rect l="l" t="t" r="r" b="b"/>
            <a:pathLst>
              <a:path w="1520" h="1527" extrusionOk="0">
                <a:moveTo>
                  <a:pt x="760" y="0"/>
                </a:moveTo>
                <a:lnTo>
                  <a:pt x="0" y="754"/>
                </a:lnTo>
                <a:lnTo>
                  <a:pt x="760" y="1527"/>
                </a:lnTo>
                <a:lnTo>
                  <a:pt x="1520" y="763"/>
                </a:lnTo>
                <a:lnTo>
                  <a:pt x="76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2" name="Google Shape;1219;p170">
            <a:extLst>
              <a:ext uri="{FF2B5EF4-FFF2-40B4-BE49-F238E27FC236}">
                <a16:creationId xmlns:a16="http://schemas.microsoft.com/office/drawing/2014/main" id="{EBD2BB75-779F-B5C5-4F33-63D817732862}"/>
              </a:ext>
            </a:extLst>
          </p:cNvPr>
          <p:cNvSpPr/>
          <p:nvPr/>
        </p:nvSpPr>
        <p:spPr>
          <a:xfrm>
            <a:off x="3131103" y="1904029"/>
            <a:ext cx="2293495" cy="2424113"/>
          </a:xfrm>
          <a:custGeom>
            <a:avLst/>
            <a:gdLst/>
            <a:ahLst/>
            <a:cxnLst/>
            <a:rect l="l" t="t" r="r" b="b"/>
            <a:pathLst>
              <a:path w="1520" h="1527" extrusionOk="0">
                <a:moveTo>
                  <a:pt x="760" y="0"/>
                </a:moveTo>
                <a:lnTo>
                  <a:pt x="0" y="754"/>
                </a:lnTo>
                <a:lnTo>
                  <a:pt x="760" y="1527"/>
                </a:lnTo>
                <a:lnTo>
                  <a:pt x="1520" y="764"/>
                </a:lnTo>
                <a:lnTo>
                  <a:pt x="760" y="0"/>
                </a:lnTo>
                <a:close/>
              </a:path>
            </a:pathLst>
          </a:custGeom>
          <a:solidFill>
            <a:srgbClr val="FFFFF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3" name="Google Shape;1220;p170">
            <a:extLst>
              <a:ext uri="{FF2B5EF4-FFF2-40B4-BE49-F238E27FC236}">
                <a16:creationId xmlns:a16="http://schemas.microsoft.com/office/drawing/2014/main" id="{7CCBA5B6-D1C3-98AE-45EB-2E8409D0E970}"/>
              </a:ext>
            </a:extLst>
          </p:cNvPr>
          <p:cNvSpPr/>
          <p:nvPr/>
        </p:nvSpPr>
        <p:spPr>
          <a:xfrm>
            <a:off x="3076430" y="1788224"/>
            <a:ext cx="2413000" cy="2424113"/>
          </a:xfrm>
          <a:custGeom>
            <a:avLst/>
            <a:gdLst/>
            <a:ahLst/>
            <a:cxnLst/>
            <a:rect l="l" t="t" r="r" b="b"/>
            <a:pathLst>
              <a:path w="1520" h="1527" extrusionOk="0">
                <a:moveTo>
                  <a:pt x="760" y="0"/>
                </a:moveTo>
                <a:lnTo>
                  <a:pt x="0" y="754"/>
                </a:lnTo>
                <a:lnTo>
                  <a:pt x="760" y="1527"/>
                </a:lnTo>
                <a:lnTo>
                  <a:pt x="1520" y="764"/>
                </a:lnTo>
                <a:lnTo>
                  <a:pt x="760" y="0"/>
                </a:lnTo>
                <a:close/>
              </a:path>
            </a:pathLst>
          </a:custGeom>
          <a:solidFill>
            <a:srgbClr val="F4C9C9"/>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4" name="Google Shape;1221;p170">
            <a:extLst>
              <a:ext uri="{FF2B5EF4-FFF2-40B4-BE49-F238E27FC236}">
                <a16:creationId xmlns:a16="http://schemas.microsoft.com/office/drawing/2014/main" id="{403BB72E-DEA8-AA9C-D951-63791D1054A7}"/>
              </a:ext>
            </a:extLst>
          </p:cNvPr>
          <p:cNvSpPr/>
          <p:nvPr/>
        </p:nvSpPr>
        <p:spPr>
          <a:xfrm>
            <a:off x="6466121" y="1741488"/>
            <a:ext cx="5289314" cy="4476429"/>
          </a:xfrm>
          <a:custGeom>
            <a:avLst/>
            <a:gdLst/>
            <a:ahLst/>
            <a:cxnLst/>
            <a:rect l="l" t="t" r="r" b="b"/>
            <a:pathLst>
              <a:path w="1591" h="1841" extrusionOk="0">
                <a:moveTo>
                  <a:pt x="0" y="1840"/>
                </a:moveTo>
                <a:lnTo>
                  <a:pt x="1590" y="1840"/>
                </a:lnTo>
                <a:lnTo>
                  <a:pt x="1590" y="0"/>
                </a:lnTo>
                <a:lnTo>
                  <a:pt x="0" y="0"/>
                </a:lnTo>
                <a:lnTo>
                  <a:pt x="0" y="1840"/>
                </a:lnTo>
              </a:path>
            </a:pathLst>
          </a:custGeom>
          <a:solidFill>
            <a:srgbClr val="F2F2F2"/>
          </a:solidFill>
          <a:ln>
            <a:noFill/>
          </a:ln>
        </p:spPr>
        <p:txBody>
          <a:bodyPr spcFirstLastPara="1" wrap="square" lIns="180000" tIns="45700" rIns="91425" bIns="45700" anchor="ctr" anchorCtr="0">
            <a:noAutofit/>
          </a:bodyPr>
          <a:lstStyle/>
          <a:p>
            <a:pPr marL="1431925" marR="0" lvl="0" indent="-22225" algn="l" defTabSz="914400" rtl="0" eaLnBrk="1" fontAlgn="auto" latinLnBrk="0" hangingPunct="1">
              <a:lnSpc>
                <a:spcPct val="107000"/>
              </a:lnSpc>
              <a:spcBef>
                <a:spcPts val="0"/>
              </a:spcBef>
              <a:spcAft>
                <a:spcPts val="0"/>
              </a:spcAft>
              <a:buClr>
                <a:srgbClr val="000000"/>
              </a:buClr>
              <a:buSzPts val="1400"/>
              <a:buFont typeface="Arial"/>
              <a:buNone/>
              <a:tabLst/>
              <a:defRPr/>
            </a:pPr>
            <a:endParaRPr kumimoji="0" lang="en-US" sz="14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pic>
        <p:nvPicPr>
          <p:cNvPr id="15" name="Google Shape;1224;p170">
            <a:extLst>
              <a:ext uri="{FF2B5EF4-FFF2-40B4-BE49-F238E27FC236}">
                <a16:creationId xmlns:a16="http://schemas.microsoft.com/office/drawing/2014/main" id="{6F6E34AF-A49F-9FA9-4D14-674FA8445812}"/>
              </a:ext>
            </a:extLst>
          </p:cNvPr>
          <p:cNvPicPr preferRelativeResize="0"/>
          <p:nvPr/>
        </p:nvPicPr>
        <p:blipFill rotWithShape="1">
          <a:blip r:embed="rId5">
            <a:alphaModFix/>
          </a:blip>
          <a:srcRect/>
          <a:stretch/>
        </p:blipFill>
        <p:spPr>
          <a:xfrm>
            <a:off x="3284394" y="2717054"/>
            <a:ext cx="1997074" cy="533940"/>
          </a:xfrm>
          <a:prstGeom prst="rect">
            <a:avLst/>
          </a:prstGeom>
          <a:noFill/>
          <a:ln>
            <a:noFill/>
          </a:ln>
        </p:spPr>
      </p:pic>
      <p:sp>
        <p:nvSpPr>
          <p:cNvPr id="16" name="Google Shape;1225;p170">
            <a:extLst>
              <a:ext uri="{FF2B5EF4-FFF2-40B4-BE49-F238E27FC236}">
                <a16:creationId xmlns:a16="http://schemas.microsoft.com/office/drawing/2014/main" id="{818B48B1-A12F-23BB-D0FA-D06183637836}"/>
              </a:ext>
            </a:extLst>
          </p:cNvPr>
          <p:cNvSpPr/>
          <p:nvPr/>
        </p:nvSpPr>
        <p:spPr>
          <a:xfrm>
            <a:off x="3796100" y="4625501"/>
            <a:ext cx="973660" cy="742310"/>
          </a:xfrm>
          <a:custGeom>
            <a:avLst/>
            <a:gdLst/>
            <a:ahLst/>
            <a:cxnLst/>
            <a:rect l="l" t="t" r="r" b="b"/>
            <a:pathLst>
              <a:path w="938" h="712" extrusionOk="0">
                <a:moveTo>
                  <a:pt x="149" y="452"/>
                </a:moveTo>
                <a:cubicBezTo>
                  <a:pt x="132" y="452"/>
                  <a:pt x="121" y="456"/>
                  <a:pt x="88" y="475"/>
                </a:cubicBezTo>
                <a:cubicBezTo>
                  <a:pt x="88" y="451"/>
                  <a:pt x="88" y="451"/>
                  <a:pt x="88" y="451"/>
                </a:cubicBezTo>
                <a:cubicBezTo>
                  <a:pt x="70" y="451"/>
                  <a:pt x="70" y="451"/>
                  <a:pt x="70" y="451"/>
                </a:cubicBezTo>
                <a:cubicBezTo>
                  <a:pt x="0" y="473"/>
                  <a:pt x="0" y="473"/>
                  <a:pt x="0" y="473"/>
                </a:cubicBezTo>
                <a:cubicBezTo>
                  <a:pt x="0" y="490"/>
                  <a:pt x="0" y="490"/>
                  <a:pt x="0" y="490"/>
                </a:cubicBezTo>
                <a:cubicBezTo>
                  <a:pt x="29" y="490"/>
                  <a:pt x="29" y="490"/>
                  <a:pt x="29" y="490"/>
                </a:cubicBezTo>
                <a:cubicBezTo>
                  <a:pt x="29" y="689"/>
                  <a:pt x="29" y="689"/>
                  <a:pt x="29" y="689"/>
                </a:cubicBezTo>
                <a:cubicBezTo>
                  <a:pt x="3" y="696"/>
                  <a:pt x="3" y="696"/>
                  <a:pt x="3" y="696"/>
                </a:cubicBezTo>
                <a:cubicBezTo>
                  <a:pt x="3" y="712"/>
                  <a:pt x="3" y="712"/>
                  <a:pt x="3" y="712"/>
                </a:cubicBezTo>
                <a:cubicBezTo>
                  <a:pt x="117" y="712"/>
                  <a:pt x="117" y="712"/>
                  <a:pt x="117" y="712"/>
                </a:cubicBezTo>
                <a:cubicBezTo>
                  <a:pt x="117" y="696"/>
                  <a:pt x="117" y="696"/>
                  <a:pt x="117" y="696"/>
                </a:cubicBezTo>
                <a:cubicBezTo>
                  <a:pt x="88" y="689"/>
                  <a:pt x="88" y="689"/>
                  <a:pt x="88" y="689"/>
                </a:cubicBezTo>
                <a:cubicBezTo>
                  <a:pt x="88" y="631"/>
                  <a:pt x="88" y="631"/>
                  <a:pt x="88" y="631"/>
                </a:cubicBezTo>
                <a:cubicBezTo>
                  <a:pt x="100" y="633"/>
                  <a:pt x="111" y="633"/>
                  <a:pt x="118" y="633"/>
                </a:cubicBezTo>
                <a:cubicBezTo>
                  <a:pt x="178" y="633"/>
                  <a:pt x="216" y="595"/>
                  <a:pt x="216" y="537"/>
                </a:cubicBezTo>
                <a:cubicBezTo>
                  <a:pt x="216" y="488"/>
                  <a:pt x="188" y="452"/>
                  <a:pt x="149" y="452"/>
                </a:cubicBezTo>
                <a:close/>
                <a:moveTo>
                  <a:pt x="98" y="611"/>
                </a:moveTo>
                <a:cubicBezTo>
                  <a:pt x="95" y="611"/>
                  <a:pt x="93" y="611"/>
                  <a:pt x="88" y="611"/>
                </a:cubicBezTo>
                <a:cubicBezTo>
                  <a:pt x="88" y="492"/>
                  <a:pt x="88" y="492"/>
                  <a:pt x="88" y="492"/>
                </a:cubicBezTo>
                <a:cubicBezTo>
                  <a:pt x="98" y="490"/>
                  <a:pt x="104" y="490"/>
                  <a:pt x="108" y="490"/>
                </a:cubicBezTo>
                <a:cubicBezTo>
                  <a:pt x="138" y="490"/>
                  <a:pt x="154" y="509"/>
                  <a:pt x="154" y="546"/>
                </a:cubicBezTo>
                <a:cubicBezTo>
                  <a:pt x="154" y="589"/>
                  <a:pt x="134" y="611"/>
                  <a:pt x="98" y="611"/>
                </a:cubicBezTo>
                <a:close/>
                <a:moveTo>
                  <a:pt x="523" y="481"/>
                </a:moveTo>
                <a:cubicBezTo>
                  <a:pt x="523" y="498"/>
                  <a:pt x="513" y="512"/>
                  <a:pt x="486" y="546"/>
                </a:cubicBezTo>
                <a:cubicBezTo>
                  <a:pt x="418" y="633"/>
                  <a:pt x="418" y="633"/>
                  <a:pt x="418" y="633"/>
                </a:cubicBezTo>
                <a:cubicBezTo>
                  <a:pt x="369" y="633"/>
                  <a:pt x="369" y="633"/>
                  <a:pt x="369" y="633"/>
                </a:cubicBezTo>
                <a:cubicBezTo>
                  <a:pt x="369" y="523"/>
                  <a:pt x="369" y="523"/>
                  <a:pt x="369" y="523"/>
                </a:cubicBezTo>
                <a:cubicBezTo>
                  <a:pt x="302" y="633"/>
                  <a:pt x="302" y="633"/>
                  <a:pt x="302" y="633"/>
                </a:cubicBezTo>
                <a:cubicBezTo>
                  <a:pt x="257" y="633"/>
                  <a:pt x="257" y="633"/>
                  <a:pt x="257" y="633"/>
                </a:cubicBezTo>
                <a:cubicBezTo>
                  <a:pt x="257" y="491"/>
                  <a:pt x="257" y="491"/>
                  <a:pt x="257" y="491"/>
                </a:cubicBezTo>
                <a:cubicBezTo>
                  <a:pt x="222" y="487"/>
                  <a:pt x="222" y="487"/>
                  <a:pt x="222" y="487"/>
                </a:cubicBezTo>
                <a:cubicBezTo>
                  <a:pt x="222" y="471"/>
                  <a:pt x="222" y="471"/>
                  <a:pt x="222" y="471"/>
                </a:cubicBezTo>
                <a:cubicBezTo>
                  <a:pt x="286" y="455"/>
                  <a:pt x="286" y="455"/>
                  <a:pt x="286" y="455"/>
                </a:cubicBezTo>
                <a:cubicBezTo>
                  <a:pt x="310" y="455"/>
                  <a:pt x="310" y="455"/>
                  <a:pt x="310" y="455"/>
                </a:cubicBezTo>
                <a:cubicBezTo>
                  <a:pt x="310" y="572"/>
                  <a:pt x="310" y="572"/>
                  <a:pt x="310" y="572"/>
                </a:cubicBezTo>
                <a:cubicBezTo>
                  <a:pt x="380" y="455"/>
                  <a:pt x="380" y="455"/>
                  <a:pt x="380" y="455"/>
                </a:cubicBezTo>
                <a:cubicBezTo>
                  <a:pt x="422" y="455"/>
                  <a:pt x="422" y="455"/>
                  <a:pt x="422" y="455"/>
                </a:cubicBezTo>
                <a:cubicBezTo>
                  <a:pt x="422" y="590"/>
                  <a:pt x="422" y="590"/>
                  <a:pt x="422" y="590"/>
                </a:cubicBezTo>
                <a:cubicBezTo>
                  <a:pt x="467" y="531"/>
                  <a:pt x="467" y="531"/>
                  <a:pt x="467" y="531"/>
                </a:cubicBezTo>
                <a:cubicBezTo>
                  <a:pt x="467" y="461"/>
                  <a:pt x="467" y="461"/>
                  <a:pt x="467" y="461"/>
                </a:cubicBezTo>
                <a:cubicBezTo>
                  <a:pt x="471" y="456"/>
                  <a:pt x="481" y="451"/>
                  <a:pt x="492" y="451"/>
                </a:cubicBezTo>
                <a:cubicBezTo>
                  <a:pt x="510" y="451"/>
                  <a:pt x="523" y="464"/>
                  <a:pt x="523" y="481"/>
                </a:cubicBezTo>
                <a:close/>
                <a:moveTo>
                  <a:pt x="642" y="603"/>
                </a:moveTo>
                <a:cubicBezTo>
                  <a:pt x="656" y="603"/>
                  <a:pt x="670" y="598"/>
                  <a:pt x="698" y="584"/>
                </a:cubicBezTo>
                <a:cubicBezTo>
                  <a:pt x="698" y="616"/>
                  <a:pt x="698" y="616"/>
                  <a:pt x="698" y="616"/>
                </a:cubicBezTo>
                <a:cubicBezTo>
                  <a:pt x="664" y="631"/>
                  <a:pt x="644" y="636"/>
                  <a:pt x="617" y="636"/>
                </a:cubicBezTo>
                <a:cubicBezTo>
                  <a:pt x="588" y="636"/>
                  <a:pt x="567" y="628"/>
                  <a:pt x="551" y="611"/>
                </a:cubicBezTo>
                <a:cubicBezTo>
                  <a:pt x="533" y="594"/>
                  <a:pt x="525" y="571"/>
                  <a:pt x="525" y="546"/>
                </a:cubicBezTo>
                <a:cubicBezTo>
                  <a:pt x="525" y="489"/>
                  <a:pt x="566" y="451"/>
                  <a:pt x="628" y="451"/>
                </a:cubicBezTo>
                <a:cubicBezTo>
                  <a:pt x="668" y="451"/>
                  <a:pt x="696" y="469"/>
                  <a:pt x="696" y="497"/>
                </a:cubicBezTo>
                <a:cubicBezTo>
                  <a:pt x="696" y="514"/>
                  <a:pt x="683" y="526"/>
                  <a:pt x="664" y="526"/>
                </a:cubicBezTo>
                <a:cubicBezTo>
                  <a:pt x="654" y="526"/>
                  <a:pt x="646" y="524"/>
                  <a:pt x="635" y="518"/>
                </a:cubicBezTo>
                <a:cubicBezTo>
                  <a:pt x="635" y="470"/>
                  <a:pt x="635" y="470"/>
                  <a:pt x="635" y="470"/>
                </a:cubicBezTo>
                <a:cubicBezTo>
                  <a:pt x="605" y="475"/>
                  <a:pt x="590" y="497"/>
                  <a:pt x="590" y="537"/>
                </a:cubicBezTo>
                <a:cubicBezTo>
                  <a:pt x="590" y="576"/>
                  <a:pt x="610" y="603"/>
                  <a:pt x="642" y="603"/>
                </a:cubicBezTo>
                <a:close/>
                <a:moveTo>
                  <a:pt x="894" y="218"/>
                </a:moveTo>
                <a:cubicBezTo>
                  <a:pt x="894" y="87"/>
                  <a:pt x="894" y="87"/>
                  <a:pt x="894" y="87"/>
                </a:cubicBezTo>
                <a:cubicBezTo>
                  <a:pt x="806" y="87"/>
                  <a:pt x="806" y="87"/>
                  <a:pt x="806" y="87"/>
                </a:cubicBezTo>
                <a:cubicBezTo>
                  <a:pt x="806" y="34"/>
                  <a:pt x="806" y="34"/>
                  <a:pt x="806" y="34"/>
                </a:cubicBezTo>
                <a:cubicBezTo>
                  <a:pt x="771" y="34"/>
                  <a:pt x="771" y="34"/>
                  <a:pt x="771" y="34"/>
                </a:cubicBezTo>
                <a:cubicBezTo>
                  <a:pt x="771" y="0"/>
                  <a:pt x="771" y="0"/>
                  <a:pt x="771" y="0"/>
                </a:cubicBezTo>
                <a:cubicBezTo>
                  <a:pt x="597" y="0"/>
                  <a:pt x="597" y="0"/>
                  <a:pt x="597" y="0"/>
                </a:cubicBezTo>
                <a:cubicBezTo>
                  <a:pt x="597" y="34"/>
                  <a:pt x="597" y="34"/>
                  <a:pt x="597" y="34"/>
                </a:cubicBezTo>
                <a:cubicBezTo>
                  <a:pt x="597" y="87"/>
                  <a:pt x="597" y="87"/>
                  <a:pt x="597" y="87"/>
                </a:cubicBezTo>
                <a:cubicBezTo>
                  <a:pt x="597" y="175"/>
                  <a:pt x="597" y="175"/>
                  <a:pt x="597" y="175"/>
                </a:cubicBezTo>
                <a:cubicBezTo>
                  <a:pt x="597" y="218"/>
                  <a:pt x="597" y="218"/>
                  <a:pt x="597" y="218"/>
                </a:cubicBezTo>
                <a:cubicBezTo>
                  <a:pt x="597" y="306"/>
                  <a:pt x="597" y="306"/>
                  <a:pt x="597" y="306"/>
                </a:cubicBezTo>
                <a:cubicBezTo>
                  <a:pt x="706" y="306"/>
                  <a:pt x="706" y="306"/>
                  <a:pt x="706" y="306"/>
                </a:cubicBezTo>
                <a:cubicBezTo>
                  <a:pt x="771" y="306"/>
                  <a:pt x="771" y="306"/>
                  <a:pt x="771" y="306"/>
                </a:cubicBezTo>
                <a:cubicBezTo>
                  <a:pt x="806" y="306"/>
                  <a:pt x="806" y="306"/>
                  <a:pt x="806" y="306"/>
                </a:cubicBezTo>
                <a:cubicBezTo>
                  <a:pt x="894" y="306"/>
                  <a:pt x="894" y="306"/>
                  <a:pt x="894" y="306"/>
                </a:cubicBezTo>
                <a:cubicBezTo>
                  <a:pt x="938" y="306"/>
                  <a:pt x="938" y="306"/>
                  <a:pt x="938" y="306"/>
                </a:cubicBezTo>
                <a:cubicBezTo>
                  <a:pt x="938" y="218"/>
                  <a:pt x="938" y="218"/>
                  <a:pt x="938" y="218"/>
                </a:cubicBezTo>
                <a:lnTo>
                  <a:pt x="894" y="218"/>
                </a:lnTo>
                <a:close/>
                <a:moveTo>
                  <a:pt x="697" y="297"/>
                </a:moveTo>
                <a:cubicBezTo>
                  <a:pt x="606" y="297"/>
                  <a:pt x="606" y="297"/>
                  <a:pt x="606" y="297"/>
                </a:cubicBezTo>
                <a:cubicBezTo>
                  <a:pt x="606" y="227"/>
                  <a:pt x="606" y="227"/>
                  <a:pt x="606" y="227"/>
                </a:cubicBezTo>
                <a:cubicBezTo>
                  <a:pt x="697" y="227"/>
                  <a:pt x="697" y="227"/>
                  <a:pt x="697" y="227"/>
                </a:cubicBezTo>
                <a:lnTo>
                  <a:pt x="697" y="297"/>
                </a:lnTo>
                <a:close/>
                <a:moveTo>
                  <a:pt x="697" y="218"/>
                </a:moveTo>
                <a:cubicBezTo>
                  <a:pt x="606" y="218"/>
                  <a:pt x="606" y="218"/>
                  <a:pt x="606" y="218"/>
                </a:cubicBezTo>
                <a:cubicBezTo>
                  <a:pt x="606" y="183"/>
                  <a:pt x="606" y="183"/>
                  <a:pt x="606" y="183"/>
                </a:cubicBezTo>
                <a:cubicBezTo>
                  <a:pt x="697" y="183"/>
                  <a:pt x="697" y="183"/>
                  <a:pt x="697" y="183"/>
                </a:cubicBezTo>
                <a:lnTo>
                  <a:pt x="697" y="218"/>
                </a:lnTo>
                <a:close/>
                <a:moveTo>
                  <a:pt x="763" y="297"/>
                </a:moveTo>
                <a:cubicBezTo>
                  <a:pt x="706" y="297"/>
                  <a:pt x="706" y="297"/>
                  <a:pt x="706" y="297"/>
                </a:cubicBezTo>
                <a:cubicBezTo>
                  <a:pt x="706" y="227"/>
                  <a:pt x="706" y="227"/>
                  <a:pt x="706" y="227"/>
                </a:cubicBezTo>
                <a:cubicBezTo>
                  <a:pt x="763" y="227"/>
                  <a:pt x="763" y="227"/>
                  <a:pt x="763" y="227"/>
                </a:cubicBezTo>
                <a:lnTo>
                  <a:pt x="763" y="297"/>
                </a:lnTo>
                <a:close/>
                <a:moveTo>
                  <a:pt x="763" y="218"/>
                </a:moveTo>
                <a:cubicBezTo>
                  <a:pt x="706" y="218"/>
                  <a:pt x="706" y="218"/>
                  <a:pt x="706" y="218"/>
                </a:cubicBezTo>
                <a:cubicBezTo>
                  <a:pt x="706" y="175"/>
                  <a:pt x="706" y="175"/>
                  <a:pt x="706" y="175"/>
                </a:cubicBezTo>
                <a:cubicBezTo>
                  <a:pt x="606" y="175"/>
                  <a:pt x="606" y="175"/>
                  <a:pt x="606" y="175"/>
                </a:cubicBezTo>
                <a:cubicBezTo>
                  <a:pt x="606" y="96"/>
                  <a:pt x="606" y="96"/>
                  <a:pt x="606" y="96"/>
                </a:cubicBezTo>
                <a:cubicBezTo>
                  <a:pt x="763" y="96"/>
                  <a:pt x="763" y="96"/>
                  <a:pt x="763" y="96"/>
                </a:cubicBezTo>
                <a:lnTo>
                  <a:pt x="763" y="218"/>
                </a:lnTo>
                <a:close/>
                <a:moveTo>
                  <a:pt x="763" y="87"/>
                </a:moveTo>
                <a:cubicBezTo>
                  <a:pt x="606" y="87"/>
                  <a:pt x="606" y="87"/>
                  <a:pt x="606" y="87"/>
                </a:cubicBezTo>
                <a:cubicBezTo>
                  <a:pt x="606" y="43"/>
                  <a:pt x="606" y="43"/>
                  <a:pt x="606" y="43"/>
                </a:cubicBezTo>
                <a:cubicBezTo>
                  <a:pt x="763" y="43"/>
                  <a:pt x="763" y="43"/>
                  <a:pt x="763" y="43"/>
                </a:cubicBezTo>
                <a:lnTo>
                  <a:pt x="763" y="87"/>
                </a:lnTo>
                <a:close/>
                <a:moveTo>
                  <a:pt x="763" y="34"/>
                </a:moveTo>
                <a:cubicBezTo>
                  <a:pt x="606" y="34"/>
                  <a:pt x="606" y="34"/>
                  <a:pt x="606" y="34"/>
                </a:cubicBezTo>
                <a:cubicBezTo>
                  <a:pt x="606" y="9"/>
                  <a:pt x="606" y="9"/>
                  <a:pt x="606" y="9"/>
                </a:cubicBezTo>
                <a:cubicBezTo>
                  <a:pt x="763" y="9"/>
                  <a:pt x="763" y="9"/>
                  <a:pt x="763" y="9"/>
                </a:cubicBezTo>
                <a:lnTo>
                  <a:pt x="763" y="34"/>
                </a:lnTo>
                <a:close/>
                <a:moveTo>
                  <a:pt x="797" y="297"/>
                </a:moveTo>
                <a:cubicBezTo>
                  <a:pt x="771" y="297"/>
                  <a:pt x="771" y="297"/>
                  <a:pt x="771" y="297"/>
                </a:cubicBezTo>
                <a:cubicBezTo>
                  <a:pt x="771" y="227"/>
                  <a:pt x="771" y="227"/>
                  <a:pt x="771" y="227"/>
                </a:cubicBezTo>
                <a:cubicBezTo>
                  <a:pt x="797" y="227"/>
                  <a:pt x="797" y="227"/>
                  <a:pt x="797" y="227"/>
                </a:cubicBezTo>
                <a:lnTo>
                  <a:pt x="797" y="297"/>
                </a:lnTo>
                <a:close/>
                <a:moveTo>
                  <a:pt x="797" y="218"/>
                </a:moveTo>
                <a:cubicBezTo>
                  <a:pt x="771" y="218"/>
                  <a:pt x="771" y="218"/>
                  <a:pt x="771" y="218"/>
                </a:cubicBezTo>
                <a:cubicBezTo>
                  <a:pt x="771" y="96"/>
                  <a:pt x="771" y="96"/>
                  <a:pt x="771" y="96"/>
                </a:cubicBezTo>
                <a:cubicBezTo>
                  <a:pt x="797" y="96"/>
                  <a:pt x="797" y="96"/>
                  <a:pt x="797" y="96"/>
                </a:cubicBezTo>
                <a:lnTo>
                  <a:pt x="797" y="218"/>
                </a:lnTo>
                <a:close/>
                <a:moveTo>
                  <a:pt x="797" y="87"/>
                </a:moveTo>
                <a:cubicBezTo>
                  <a:pt x="771" y="87"/>
                  <a:pt x="771" y="87"/>
                  <a:pt x="771" y="87"/>
                </a:cubicBezTo>
                <a:cubicBezTo>
                  <a:pt x="771" y="43"/>
                  <a:pt x="771" y="43"/>
                  <a:pt x="771" y="43"/>
                </a:cubicBezTo>
                <a:cubicBezTo>
                  <a:pt x="797" y="43"/>
                  <a:pt x="797" y="43"/>
                  <a:pt x="797" y="43"/>
                </a:cubicBezTo>
                <a:lnTo>
                  <a:pt x="797" y="87"/>
                </a:lnTo>
                <a:close/>
                <a:moveTo>
                  <a:pt x="806" y="218"/>
                </a:moveTo>
                <a:cubicBezTo>
                  <a:pt x="806" y="96"/>
                  <a:pt x="806" y="96"/>
                  <a:pt x="806" y="96"/>
                </a:cubicBezTo>
                <a:cubicBezTo>
                  <a:pt x="885" y="96"/>
                  <a:pt x="885" y="96"/>
                  <a:pt x="885" y="96"/>
                </a:cubicBezTo>
                <a:cubicBezTo>
                  <a:pt x="885" y="218"/>
                  <a:pt x="885" y="218"/>
                  <a:pt x="885" y="218"/>
                </a:cubicBezTo>
                <a:lnTo>
                  <a:pt x="806" y="218"/>
                </a:lnTo>
                <a:close/>
                <a:moveTo>
                  <a:pt x="885" y="297"/>
                </a:moveTo>
                <a:cubicBezTo>
                  <a:pt x="806" y="297"/>
                  <a:pt x="806" y="297"/>
                  <a:pt x="806" y="297"/>
                </a:cubicBezTo>
                <a:cubicBezTo>
                  <a:pt x="806" y="227"/>
                  <a:pt x="806" y="227"/>
                  <a:pt x="806" y="227"/>
                </a:cubicBezTo>
                <a:cubicBezTo>
                  <a:pt x="885" y="227"/>
                  <a:pt x="885" y="227"/>
                  <a:pt x="885" y="227"/>
                </a:cubicBezTo>
                <a:lnTo>
                  <a:pt x="885" y="297"/>
                </a:lnTo>
                <a:close/>
                <a:moveTo>
                  <a:pt x="930" y="297"/>
                </a:moveTo>
                <a:cubicBezTo>
                  <a:pt x="894" y="297"/>
                  <a:pt x="894" y="297"/>
                  <a:pt x="894" y="297"/>
                </a:cubicBezTo>
                <a:cubicBezTo>
                  <a:pt x="894" y="227"/>
                  <a:pt x="894" y="227"/>
                  <a:pt x="894" y="227"/>
                </a:cubicBezTo>
                <a:cubicBezTo>
                  <a:pt x="930" y="227"/>
                  <a:pt x="930" y="227"/>
                  <a:pt x="930" y="227"/>
                </a:cubicBezTo>
                <a:lnTo>
                  <a:pt x="930" y="297"/>
                </a:lnTo>
                <a:close/>
                <a:moveTo>
                  <a:pt x="422" y="306"/>
                </a:moveTo>
                <a:cubicBezTo>
                  <a:pt x="597" y="306"/>
                  <a:pt x="597" y="306"/>
                  <a:pt x="597" y="306"/>
                </a:cubicBezTo>
                <a:cubicBezTo>
                  <a:pt x="597" y="349"/>
                  <a:pt x="597" y="349"/>
                  <a:pt x="597" y="349"/>
                </a:cubicBezTo>
                <a:cubicBezTo>
                  <a:pt x="422" y="349"/>
                  <a:pt x="422" y="349"/>
                  <a:pt x="422" y="349"/>
                </a:cubicBezTo>
                <a:lnTo>
                  <a:pt x="422" y="306"/>
                </a:lnTo>
                <a:close/>
              </a:path>
            </a:pathLst>
          </a:custGeom>
          <a:solidFill>
            <a:schemeClr val="dk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7" name="Google Shape;1226;p170">
            <a:extLst>
              <a:ext uri="{FF2B5EF4-FFF2-40B4-BE49-F238E27FC236}">
                <a16:creationId xmlns:a16="http://schemas.microsoft.com/office/drawing/2014/main" id="{7B08F5F3-95A7-1544-3DA9-0EA8D0E65912}"/>
              </a:ext>
            </a:extLst>
          </p:cNvPr>
          <p:cNvSpPr/>
          <p:nvPr/>
        </p:nvSpPr>
        <p:spPr>
          <a:xfrm>
            <a:off x="6445801" y="1733550"/>
            <a:ext cx="2223364" cy="4460876"/>
          </a:xfrm>
          <a:custGeom>
            <a:avLst/>
            <a:gdLst/>
            <a:ahLst/>
            <a:cxnLst/>
            <a:rect l="l" t="t" r="r" b="b"/>
            <a:pathLst>
              <a:path w="314" h="630" extrusionOk="0">
                <a:moveTo>
                  <a:pt x="2" y="630"/>
                </a:moveTo>
                <a:lnTo>
                  <a:pt x="314" y="318"/>
                </a:lnTo>
                <a:lnTo>
                  <a:pt x="0" y="0"/>
                </a:lnTo>
              </a:path>
            </a:pathLst>
          </a:custGeom>
          <a:solidFill>
            <a:schemeClr val="lt1"/>
          </a:solidFill>
          <a:ln w="14275" cap="flat" cmpd="sng">
            <a:solidFill>
              <a:srgbClr val="C7C7C7"/>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8" name="Google Shape;1227;p170">
            <a:extLst>
              <a:ext uri="{FF2B5EF4-FFF2-40B4-BE49-F238E27FC236}">
                <a16:creationId xmlns:a16="http://schemas.microsoft.com/office/drawing/2014/main" id="{2B1E3E00-F6B0-E11C-98E1-3A216D0A904A}"/>
              </a:ext>
            </a:extLst>
          </p:cNvPr>
          <p:cNvSpPr/>
          <p:nvPr/>
        </p:nvSpPr>
        <p:spPr>
          <a:xfrm>
            <a:off x="8032501" y="3479829"/>
            <a:ext cx="498475" cy="1000125"/>
          </a:xfrm>
          <a:custGeom>
            <a:avLst/>
            <a:gdLst/>
            <a:ahLst/>
            <a:cxnLst/>
            <a:rect l="l" t="t" r="r" b="b"/>
            <a:pathLst>
              <a:path w="314" h="630" extrusionOk="0">
                <a:moveTo>
                  <a:pt x="2" y="630"/>
                </a:moveTo>
                <a:lnTo>
                  <a:pt x="314" y="318"/>
                </a:lnTo>
                <a:lnTo>
                  <a:pt x="0" y="0"/>
                </a:lnTo>
              </a:path>
            </a:pathLst>
          </a:custGeom>
          <a:noFill/>
          <a:ln w="142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19" name="Google Shape;1228;p170">
            <a:extLst>
              <a:ext uri="{FF2B5EF4-FFF2-40B4-BE49-F238E27FC236}">
                <a16:creationId xmlns:a16="http://schemas.microsoft.com/office/drawing/2014/main" id="{888B90EF-0A19-5BC9-3B1F-CD29226C4D8F}"/>
              </a:ext>
            </a:extLst>
          </p:cNvPr>
          <p:cNvSpPr/>
          <p:nvPr/>
        </p:nvSpPr>
        <p:spPr>
          <a:xfrm>
            <a:off x="5800616" y="4442658"/>
            <a:ext cx="2166516" cy="1107996"/>
          </a:xfrm>
          <a:prstGeom prst="rect">
            <a:avLst/>
          </a:prstGeom>
          <a:noFill/>
          <a:ln>
            <a:noFill/>
          </a:ln>
        </p:spPr>
        <p:txBody>
          <a:bodyPr spcFirstLastPara="1" wrap="square" lIns="36000" tIns="0" rIns="0" bIns="0" anchor="ctr" anchorCtr="0">
            <a:spAutoFit/>
          </a:bodyPr>
          <a:lstStyle/>
          <a:p>
            <a:pPr marL="0" marR="0" lvl="0" indent="0" algn="r" defTabSz="914400" rtl="1" eaLnBrk="1" fontAlgn="auto" latinLnBrk="0" hangingPunct="1">
              <a:lnSpc>
                <a:spcPct val="120000"/>
              </a:lnSpc>
              <a:spcBef>
                <a:spcPts val="0"/>
              </a:spcBef>
              <a:spcAft>
                <a:spcPts val="0"/>
              </a:spcAft>
              <a:buClr>
                <a:srgbClr val="7D7D7D"/>
              </a:buClr>
              <a:buSzPts val="1200"/>
              <a:buFont typeface="Arial"/>
              <a:buNone/>
              <a:tabLst/>
              <a:defRPr/>
            </a:pPr>
            <a:r>
              <a:rPr lang="ar-SA" sz="1200" b="1" kern="0" dirty="0">
                <a:solidFill>
                  <a:srgbClr val="7D7D7D"/>
                </a:solidFill>
                <a:latin typeface="Arial" panose="020B0604020202020204" pitchFamily="34" charset="0"/>
                <a:cs typeface="Arial" panose="020B0604020202020204" pitchFamily="34" charset="0"/>
                <a:sym typeface="Arial" panose="020B0604020202020204" pitchFamily="34" charset="0"/>
              </a:rPr>
              <a:t>العمليات التشغيلية، استشارات الاستثمار،</a:t>
            </a:r>
            <a:r>
              <a:rPr lang="ar-SA" dirty="0">
                <a:cs typeface="Arial" charset="0"/>
              </a:rPr>
              <a:t> </a:t>
            </a:r>
            <a:br>
              <a:rPr lang="en-US" sz="1200" b="1" kern="0" dirty="0">
                <a:solidFill>
                  <a:srgbClr val="7D7D7D"/>
                </a:solidFill>
                <a:latin typeface="Arial" panose="020B0604020202020204" pitchFamily="34" charset="0"/>
                <a:cs typeface="Arial" panose="020B0604020202020204" pitchFamily="34" charset="0"/>
                <a:sym typeface="Arial" panose="020B0604020202020204" pitchFamily="34" charset="0"/>
              </a:rPr>
            </a:br>
            <a:endParaRPr lang="en-US" sz="1200" b="1" kern="0" dirty="0">
              <a:solidFill>
                <a:srgbClr val="7D7D7D"/>
              </a:solidFill>
              <a:latin typeface="Arial" panose="020B0604020202020204" pitchFamily="34" charset="0"/>
              <a:cs typeface="Arial" panose="020B0604020202020204" pitchFamily="34" charset="0"/>
              <a:sym typeface="Arial" panose="020B0604020202020204" pitchFamily="34" charset="0"/>
            </a:endParaRPr>
          </a:p>
          <a:p>
            <a:pPr marL="0" marR="0" lvl="0" indent="0" algn="r" defTabSz="914400" rtl="1" eaLnBrk="1" fontAlgn="auto" latinLnBrk="0" hangingPunct="1">
              <a:lnSpc>
                <a:spcPct val="120000"/>
              </a:lnSpc>
              <a:spcBef>
                <a:spcPts val="0"/>
              </a:spcBef>
              <a:spcAft>
                <a:spcPts val="0"/>
              </a:spcAft>
              <a:buClr>
                <a:srgbClr val="7D7D7D"/>
              </a:buClr>
              <a:buSzPts val="1200"/>
              <a:buFont typeface="Arial"/>
              <a:buNone/>
              <a:tabLst/>
              <a:defRPr/>
            </a:pPr>
            <a:r>
              <a:rPr kumimoji="0" lang="ar-SA" sz="1200" b="1" strike="noStrike" kern="0" cap="none" spc="0" normalizeH="0" noProof="0" dirty="0">
                <a:ln>
                  <a:noFill/>
                </a:ln>
                <a:solidFill>
                  <a:srgbClr val="7D7D7D"/>
                </a:solidFill>
                <a:effectLst/>
                <a:uLnTx/>
                <a:uFillTx/>
                <a:latin typeface="Arial" panose="020B0604020202020204" pitchFamily="34" charset="0"/>
                <a:ea typeface="+mn-ea"/>
                <a:cs typeface="Arial" panose="020B0604020202020204" pitchFamily="34" charset="0"/>
                <a:sym typeface="Arial" panose="020B0604020202020204" pitchFamily="34" charset="0"/>
              </a:rPr>
              <a:t>أهمية الجودة وتطوير القدرات</a:t>
            </a:r>
            <a:r>
              <a:rPr lang="ar-SA" dirty="0">
                <a:cs typeface="Arial" charset="0"/>
              </a:rPr>
              <a:t> </a:t>
            </a:r>
            <a:br>
              <a:rPr kumimoji="0" lang="en-US" sz="1200" b="1" i="0" u="none" strike="noStrike" kern="0" cap="none" spc="0" normalizeH="0" baseline="0" noProof="0" dirty="0">
                <a:ln>
                  <a:noFill/>
                </a:ln>
                <a:solidFill>
                  <a:srgbClr val="7D7D7D"/>
                </a:solidFill>
                <a:effectLst/>
                <a:uLnTx/>
                <a:uFillTx/>
                <a:latin typeface="Arial" panose="020B0604020202020204" pitchFamily="34" charset="0"/>
                <a:ea typeface="+mn-ea"/>
                <a:cs typeface="Arial" panose="020B0604020202020204" pitchFamily="34" charset="0"/>
                <a:sym typeface="Arial" panose="020B0604020202020204" pitchFamily="34" charset="0"/>
              </a:rPr>
            </a:br>
            <a:endParaRPr kumimoji="0" lang="en-US" sz="1200" b="1" i="0" u="none" strike="noStrike" kern="0" cap="none" spc="0" normalizeH="0" baseline="0" noProof="0" dirty="0">
              <a:ln>
                <a:noFill/>
              </a:ln>
              <a:solidFill>
                <a:srgbClr val="7D7D7D"/>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Google Shape;1229;p170">
            <a:extLst>
              <a:ext uri="{FF2B5EF4-FFF2-40B4-BE49-F238E27FC236}">
                <a16:creationId xmlns:a16="http://schemas.microsoft.com/office/drawing/2014/main" id="{4F0E5CD8-871A-7A9F-C3E4-D2734B7C2504}"/>
              </a:ext>
            </a:extLst>
          </p:cNvPr>
          <p:cNvSpPr/>
          <p:nvPr/>
        </p:nvSpPr>
        <p:spPr>
          <a:xfrm>
            <a:off x="5778844" y="2436123"/>
            <a:ext cx="2166516" cy="1107996"/>
          </a:xfrm>
          <a:prstGeom prst="rect">
            <a:avLst/>
          </a:prstGeom>
          <a:noFill/>
          <a:ln>
            <a:noFill/>
          </a:ln>
        </p:spPr>
        <p:txBody>
          <a:bodyPr spcFirstLastPara="1" wrap="square" lIns="36000" tIns="0" rIns="0" bIns="0" anchor="ctr" anchorCtr="0">
            <a:spAutoFit/>
          </a:bodyPr>
          <a:lstStyle/>
          <a:p>
            <a:pPr marL="0" marR="0" lvl="0" indent="0" algn="r" defTabSz="914400" rtl="1" eaLnBrk="1" fontAlgn="auto" latinLnBrk="0" hangingPunct="1">
              <a:lnSpc>
                <a:spcPct val="120000"/>
              </a:lnSpc>
              <a:spcBef>
                <a:spcPts val="0"/>
              </a:spcBef>
              <a:spcAft>
                <a:spcPts val="0"/>
              </a:spcAft>
              <a:buClr>
                <a:srgbClr val="000000"/>
              </a:buClr>
              <a:buSzPts val="1200"/>
              <a:buFont typeface="Arial"/>
              <a:buNone/>
              <a:tabLst/>
              <a:defRPr/>
            </a:pPr>
            <a:r>
              <a:rPr kumimoji="0" lang="ar-SA" sz="1200" b="1" strike="noStrike" kern="0" cap="none" spc="0" normalizeH="0" noProof="0" dirty="0">
                <a:ln>
                  <a:noFill/>
                </a:ln>
                <a:solidFill>
                  <a:srgbClr val="A32020"/>
                </a:solidFill>
                <a:effectLst/>
                <a:uLnTx/>
                <a:uFillTx/>
                <a:latin typeface="Arial" panose="020B0604020202020204" pitchFamily="34" charset="0"/>
                <a:ea typeface="+mn-ea"/>
                <a:cs typeface="Arial" panose="020B0604020202020204" pitchFamily="34" charset="0"/>
                <a:sym typeface="Arial" panose="020B0604020202020204" pitchFamily="34" charset="0"/>
              </a:rPr>
              <a:t>النموذج العالمي للاستراتيجية،</a:t>
            </a:r>
          </a:p>
          <a:p>
            <a:pPr marL="0" marR="0" lvl="0" indent="0" algn="r" defTabSz="914400" rtl="1" eaLnBrk="1" fontAlgn="auto" latinLnBrk="0" hangingPunct="1">
              <a:lnSpc>
                <a:spcPct val="120000"/>
              </a:lnSpc>
              <a:spcBef>
                <a:spcPts val="0"/>
              </a:spcBef>
              <a:spcAft>
                <a:spcPts val="0"/>
              </a:spcAft>
              <a:buClr>
                <a:srgbClr val="000000"/>
              </a:buClr>
              <a:buSzPts val="1200"/>
              <a:buFont typeface="Arial"/>
              <a:buNone/>
              <a:tabLst/>
              <a:defRPr/>
            </a:pPr>
            <a:r>
              <a:rPr kumimoji="0" lang="ar-SA" sz="1200" b="1" strike="noStrike" kern="0" cap="none" spc="0" normalizeH="0" noProof="0" dirty="0">
                <a:ln>
                  <a:noFill/>
                </a:ln>
                <a:solidFill>
                  <a:srgbClr val="A32020"/>
                </a:solidFill>
                <a:effectLst/>
                <a:uLnTx/>
                <a:uFillTx/>
                <a:latin typeface="Arial" panose="020B0604020202020204" pitchFamily="34" charset="0"/>
                <a:ea typeface="+mn-ea"/>
                <a:cs typeface="Arial" panose="020B0604020202020204" pitchFamily="34" charset="0"/>
                <a:sym typeface="Arial" panose="020B0604020202020204" pitchFamily="34" charset="0"/>
              </a:rPr>
              <a:t>نموذج الاستراتيجية،</a:t>
            </a:r>
          </a:p>
          <a:p>
            <a:pPr marL="0" marR="0" lvl="0" indent="0" algn="r" defTabSz="914400" rtl="1" eaLnBrk="1" fontAlgn="auto" latinLnBrk="0" hangingPunct="1">
              <a:lnSpc>
                <a:spcPct val="120000"/>
              </a:lnSpc>
              <a:spcBef>
                <a:spcPts val="0"/>
              </a:spcBef>
              <a:spcAft>
                <a:spcPts val="0"/>
              </a:spcAft>
              <a:buClr>
                <a:srgbClr val="000000"/>
              </a:buClr>
              <a:buSzPts val="1200"/>
              <a:buFont typeface="Arial"/>
              <a:buNone/>
              <a:tabLst/>
              <a:defRPr/>
            </a:pPr>
            <a:r>
              <a:rPr kumimoji="0" lang="ar-SA" sz="1200" b="1" strike="noStrike" kern="0" cap="none" spc="0" normalizeH="0" noProof="0" dirty="0">
                <a:ln>
                  <a:noFill/>
                </a:ln>
                <a:solidFill>
                  <a:srgbClr val="A32020"/>
                </a:solidFill>
                <a:effectLst/>
                <a:uLnTx/>
                <a:uFillTx/>
                <a:latin typeface="Arial" panose="020B0604020202020204" pitchFamily="34" charset="0"/>
                <a:ea typeface="+mn-ea"/>
                <a:cs typeface="Arial" panose="020B0604020202020204" pitchFamily="34" charset="0"/>
                <a:sym typeface="Arial" panose="020B0604020202020204" pitchFamily="34" charset="0"/>
              </a:rPr>
              <a:t>قيادة الفكر الرائد واستشراف المستقبل،</a:t>
            </a:r>
          </a:p>
          <a:p>
            <a:pPr marL="0" marR="0" lvl="0" indent="0" algn="r" defTabSz="914400" rtl="1" eaLnBrk="1" fontAlgn="auto" latinLnBrk="0" hangingPunct="1">
              <a:lnSpc>
                <a:spcPct val="120000"/>
              </a:lnSpc>
              <a:spcBef>
                <a:spcPts val="0"/>
              </a:spcBef>
              <a:spcAft>
                <a:spcPts val="0"/>
              </a:spcAft>
              <a:buClr>
                <a:srgbClr val="000000"/>
              </a:buClr>
              <a:buSzPts val="1200"/>
              <a:buFont typeface="Arial"/>
              <a:buNone/>
              <a:tabLst/>
              <a:defRPr/>
            </a:pPr>
            <a:r>
              <a:rPr kumimoji="0" lang="ar-SA" sz="1200" b="1" strike="noStrike" kern="0" cap="none" spc="0" normalizeH="0" noProof="0" dirty="0">
                <a:ln>
                  <a:noFill/>
                </a:ln>
                <a:solidFill>
                  <a:srgbClr val="A32020"/>
                </a:solidFill>
                <a:effectLst/>
                <a:uLnTx/>
                <a:uFillTx/>
                <a:latin typeface="Arial" panose="020B0604020202020204" pitchFamily="34" charset="0"/>
                <a:ea typeface="+mn-ea"/>
                <a:cs typeface="Arial" panose="020B0604020202020204" pitchFamily="34" charset="0"/>
                <a:sym typeface="Arial" panose="020B0604020202020204" pitchFamily="34" charset="0"/>
              </a:rPr>
              <a:t>تحديد قدرات المنظمة على تحقيق مكانة تنافسية في السوق</a:t>
            </a:r>
          </a:p>
        </p:txBody>
      </p:sp>
      <p:grpSp>
        <p:nvGrpSpPr>
          <p:cNvPr id="21" name="Google Shape;1230;p170">
            <a:extLst>
              <a:ext uri="{FF2B5EF4-FFF2-40B4-BE49-F238E27FC236}">
                <a16:creationId xmlns:a16="http://schemas.microsoft.com/office/drawing/2014/main" id="{FDCB2DB4-50E3-A1DC-CC3E-B4F3A6310714}"/>
              </a:ext>
            </a:extLst>
          </p:cNvPr>
          <p:cNvGrpSpPr/>
          <p:nvPr/>
        </p:nvGrpSpPr>
        <p:grpSpPr>
          <a:xfrm>
            <a:off x="7319866" y="1840999"/>
            <a:ext cx="4435569" cy="4277407"/>
            <a:chOff x="7131541" y="1865126"/>
            <a:chExt cx="4435569" cy="4277407"/>
          </a:xfrm>
        </p:grpSpPr>
        <p:sp>
          <p:nvSpPr>
            <p:cNvPr id="22" name="Google Shape;1231;p170">
              <a:extLst>
                <a:ext uri="{FF2B5EF4-FFF2-40B4-BE49-F238E27FC236}">
                  <a16:creationId xmlns:a16="http://schemas.microsoft.com/office/drawing/2014/main" id="{9FCE30EF-5403-4785-ADBB-84DCA0A65890}"/>
                </a:ext>
              </a:extLst>
            </p:cNvPr>
            <p:cNvSpPr/>
            <p:nvPr/>
          </p:nvSpPr>
          <p:spPr>
            <a:xfrm>
              <a:off x="7131541" y="1865126"/>
              <a:ext cx="4435569" cy="614014"/>
            </a:xfrm>
            <a:prstGeom prst="rect">
              <a:avLst/>
            </a:prstGeom>
            <a:noFill/>
            <a:ln>
              <a:noFill/>
            </a:ln>
          </p:spPr>
          <p:txBody>
            <a:bodyPr spcFirstLastPara="1" wrap="square" lIns="0" tIns="0" rIns="72000" bIns="0" anchor="t" anchorCtr="0">
              <a:spAutoFit/>
            </a:bodyPr>
            <a:lstStyle/>
            <a:p>
              <a:pPr marL="182563" marR="0" lvl="0" indent="-182563" algn="r" defTabSz="914400" rtl="1" eaLnBrk="1" fontAlgn="auto" latinLnBrk="0" hangingPunct="1">
                <a:lnSpc>
                  <a:spcPct val="95000"/>
                </a:lnSpc>
                <a:spcBef>
                  <a:spcPts val="0"/>
                </a:spcBef>
                <a:spcAft>
                  <a:spcPts val="0"/>
                </a:spcAft>
                <a:buClr>
                  <a:srgbClr val="000000"/>
                </a:buClr>
                <a:buSzPts val="1400"/>
                <a:buFont typeface="Arial"/>
                <a:buChar char="•"/>
                <a:tabLst/>
                <a:defRPr/>
              </a:pP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العمق الوظيفي - الاستعانة بكفاءات وكوادر تتمتع بالمهارات في مجالات الاستراتيجية والصفقات والتمويل والتقنية والعمليات التشغيلية والتنفيذ الاستراتيجي، ما يزيد من تميز المؤسسة ونجاحها</a:t>
              </a:r>
            </a:p>
          </p:txBody>
        </p:sp>
        <p:sp>
          <p:nvSpPr>
            <p:cNvPr id="23" name="Google Shape;1232;p170">
              <a:extLst>
                <a:ext uri="{FF2B5EF4-FFF2-40B4-BE49-F238E27FC236}">
                  <a16:creationId xmlns:a16="http://schemas.microsoft.com/office/drawing/2014/main" id="{5A0E61FE-0F58-D9C8-E178-0B54C4C232E4}"/>
                </a:ext>
              </a:extLst>
            </p:cNvPr>
            <p:cNvSpPr/>
            <p:nvPr/>
          </p:nvSpPr>
          <p:spPr>
            <a:xfrm>
              <a:off x="7993380" y="2627471"/>
              <a:ext cx="3573730" cy="614014"/>
            </a:xfrm>
            <a:prstGeom prst="rect">
              <a:avLst/>
            </a:prstGeom>
            <a:noFill/>
            <a:ln>
              <a:noFill/>
            </a:ln>
          </p:spPr>
          <p:txBody>
            <a:bodyPr spcFirstLastPara="1" wrap="square" lIns="0" tIns="0" rIns="72000" bIns="0" anchor="t" anchorCtr="0">
              <a:spAutoFit/>
            </a:bodyPr>
            <a:lstStyle/>
            <a:p>
              <a:pPr marL="182563" marR="0" lvl="0" indent="-182563" algn="r" defTabSz="914400" rtl="1" eaLnBrk="1" fontAlgn="auto" latinLnBrk="0" hangingPunct="1">
                <a:lnSpc>
                  <a:spcPct val="95000"/>
                </a:lnSpc>
                <a:spcBef>
                  <a:spcPts val="0"/>
                </a:spcBef>
                <a:spcAft>
                  <a:spcPts val="0"/>
                </a:spcAft>
                <a:buClr>
                  <a:srgbClr val="000000"/>
                </a:buClr>
                <a:buSzPts val="1400"/>
                <a:buFont typeface="Arial"/>
                <a:buChar char="•"/>
                <a:tabLst/>
                <a:defRPr/>
              </a:pP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اتساع النطاق على مستوى القطاع – يغطي فريق العمل كل القطاعات تقريبًا مع توفر كفاءات ومواهب متخصصة احتياطية</a:t>
              </a:r>
            </a:p>
          </p:txBody>
        </p:sp>
        <p:sp>
          <p:nvSpPr>
            <p:cNvPr id="24" name="Google Shape;1233;p170">
              <a:extLst>
                <a:ext uri="{FF2B5EF4-FFF2-40B4-BE49-F238E27FC236}">
                  <a16:creationId xmlns:a16="http://schemas.microsoft.com/office/drawing/2014/main" id="{3E765518-1A70-F0E7-E36A-AE2C8952B082}"/>
                </a:ext>
              </a:extLst>
            </p:cNvPr>
            <p:cNvSpPr/>
            <p:nvPr/>
          </p:nvSpPr>
          <p:spPr>
            <a:xfrm>
              <a:off x="8501160" y="3389815"/>
              <a:ext cx="3065950" cy="1140312"/>
            </a:xfrm>
            <a:prstGeom prst="rect">
              <a:avLst/>
            </a:prstGeom>
            <a:noFill/>
            <a:ln>
              <a:noFill/>
            </a:ln>
          </p:spPr>
          <p:txBody>
            <a:bodyPr spcFirstLastPara="1" wrap="square" lIns="0" tIns="0" rIns="72000" bIns="0" anchor="t" anchorCtr="0">
              <a:spAutoFit/>
            </a:bodyPr>
            <a:lstStyle/>
            <a:p>
              <a:pPr marL="182563" marR="0" lvl="0" indent="-182563" algn="r" defTabSz="914400" rtl="1" eaLnBrk="1" fontAlgn="auto" latinLnBrk="0" hangingPunct="1">
                <a:lnSpc>
                  <a:spcPct val="95000"/>
                </a:lnSpc>
                <a:spcBef>
                  <a:spcPts val="0"/>
                </a:spcBef>
                <a:spcAft>
                  <a:spcPts val="0"/>
                </a:spcAft>
                <a:buClr>
                  <a:srgbClr val="000000"/>
                </a:buClr>
                <a:buSzPts val="1400"/>
                <a:buFont typeface="Arial"/>
                <a:buChar char="•"/>
                <a:tabLst/>
                <a:defRPr/>
              </a:pP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خبرة واسعة: أكثر من 260,000 موظف من ذوي الكفاءات،</a:t>
              </a:r>
              <a:r>
                <a:rPr lang="ar-SA" dirty="0">
                  <a:cs typeface="Arial" charset="0"/>
                </a:rPr>
                <a:t> </a:t>
              </a: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ومجموعة من المستشارين والمتخصصين على المستوى التشغيلي والوظيفي الذين يقدمون أفكارًا ورؤى فريدة</a:t>
              </a:r>
              <a:r>
                <a:rPr lang="ar-SA" dirty="0">
                  <a:cs typeface="Arial" charset="0"/>
                </a:rPr>
                <a:t> </a:t>
              </a:r>
              <a:br>
                <a:rPr kumimoji="0" lang="en-US" sz="14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br>
              <a:endParaRPr kumimoji="0" lang="en-US" sz="14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5" name="Google Shape;1234;p170">
              <a:extLst>
                <a:ext uri="{FF2B5EF4-FFF2-40B4-BE49-F238E27FC236}">
                  <a16:creationId xmlns:a16="http://schemas.microsoft.com/office/drawing/2014/main" id="{0CC5B3EA-CAA9-3EDC-AB17-25B473537FDB}"/>
                </a:ext>
              </a:extLst>
            </p:cNvPr>
            <p:cNvSpPr/>
            <p:nvPr/>
          </p:nvSpPr>
          <p:spPr>
            <a:xfrm>
              <a:off x="7993380" y="4561502"/>
              <a:ext cx="3573730" cy="818686"/>
            </a:xfrm>
            <a:prstGeom prst="rect">
              <a:avLst/>
            </a:prstGeom>
            <a:noFill/>
            <a:ln>
              <a:noFill/>
            </a:ln>
          </p:spPr>
          <p:txBody>
            <a:bodyPr spcFirstLastPara="1" wrap="square" lIns="0" tIns="0" rIns="72000" bIns="0" anchor="t" anchorCtr="0">
              <a:spAutoFit/>
            </a:bodyPr>
            <a:lstStyle/>
            <a:p>
              <a:pPr marL="182563" marR="0" lvl="0" indent="-182563" algn="r" defTabSz="914400" rtl="1" eaLnBrk="1" fontAlgn="auto" latinLnBrk="0" hangingPunct="1">
                <a:lnSpc>
                  <a:spcPct val="95000"/>
                </a:lnSpc>
                <a:spcBef>
                  <a:spcPts val="0"/>
                </a:spcBef>
                <a:spcAft>
                  <a:spcPts val="0"/>
                </a:spcAft>
                <a:buClr>
                  <a:srgbClr val="000000"/>
                </a:buClr>
                <a:buSzPts val="1400"/>
                <a:buFont typeface="Arial"/>
                <a:buChar char="•"/>
                <a:tabLst/>
                <a:defRPr/>
              </a:pP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الانتشار العالمي:</a:t>
              </a:r>
              <a:r>
                <a:rPr lang="ar-SA" sz="1400" b="1" dirty="0">
                  <a:cs typeface="Arial" charset="0"/>
                </a:rPr>
                <a:t> </a:t>
              </a:r>
              <a:r>
                <a:rPr lang="ar-SA" sz="1400" dirty="0">
                  <a:cs typeface="Arial" charset="0"/>
                </a:rPr>
                <a:t>اتساع نطاق شبكتنا لتضم جميع الاقتصادات الرئيسية والناشئة (776 موقعًا في 157 دولة) والقدرة على تقديم الخدمات لآلاف العملاء العالميين بصورة نموذجية</a:t>
              </a:r>
            </a:p>
          </p:txBody>
        </p:sp>
        <p:sp>
          <p:nvSpPr>
            <p:cNvPr id="26" name="Google Shape;1235;p170">
              <a:extLst>
                <a:ext uri="{FF2B5EF4-FFF2-40B4-BE49-F238E27FC236}">
                  <a16:creationId xmlns:a16="http://schemas.microsoft.com/office/drawing/2014/main" id="{360D2F11-1EA6-B923-3CDF-9B0E1A75D2DB}"/>
                </a:ext>
              </a:extLst>
            </p:cNvPr>
            <p:cNvSpPr/>
            <p:nvPr/>
          </p:nvSpPr>
          <p:spPr>
            <a:xfrm>
              <a:off x="7131541" y="5528519"/>
              <a:ext cx="4435569" cy="614014"/>
            </a:xfrm>
            <a:prstGeom prst="rect">
              <a:avLst/>
            </a:prstGeom>
            <a:noFill/>
            <a:ln>
              <a:noFill/>
            </a:ln>
          </p:spPr>
          <p:txBody>
            <a:bodyPr spcFirstLastPara="1" wrap="square" lIns="0" tIns="0" rIns="72000" bIns="0" anchor="t" anchorCtr="0">
              <a:spAutoFit/>
            </a:bodyPr>
            <a:lstStyle/>
            <a:p>
              <a:pPr marL="182563" marR="0" lvl="0" indent="-182563" algn="r" defTabSz="914400" rtl="1" eaLnBrk="1" fontAlgn="auto" latinLnBrk="0" hangingPunct="1">
                <a:lnSpc>
                  <a:spcPct val="95000"/>
                </a:lnSpc>
                <a:spcBef>
                  <a:spcPts val="0"/>
                </a:spcBef>
                <a:spcAft>
                  <a:spcPts val="0"/>
                </a:spcAft>
                <a:buClr>
                  <a:srgbClr val="000000"/>
                </a:buClr>
                <a:buSzPts val="1400"/>
                <a:buFont typeface="Arial"/>
                <a:buChar char="•"/>
                <a:tabLst/>
                <a:defRPr/>
              </a:pPr>
              <a:r>
                <a:rPr kumimoji="0" lang="ar-SA" sz="14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تأثير الشبكة - نوفر ما يقرب من 10,000 شريك من أصحاب الخبرات الرائدة لمجموعة واسعة من العملاء في أكثر من 15 قطاعًا صناعيًا</a:t>
              </a:r>
              <a:r>
                <a:rPr lang="ar-SA" dirty="0">
                  <a:cs typeface="Arial" charset="0"/>
                </a:rPr>
                <a:t> </a:t>
              </a:r>
              <a:br>
                <a:rPr kumimoji="0" lang="en-US" sz="14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br>
              <a:endParaRPr kumimoji="0" lang="en-US" sz="14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grpSp>
      <p:sp>
        <p:nvSpPr>
          <p:cNvPr id="27" name="Google Shape;1237;p170">
            <a:extLst>
              <a:ext uri="{FF2B5EF4-FFF2-40B4-BE49-F238E27FC236}">
                <a16:creationId xmlns:a16="http://schemas.microsoft.com/office/drawing/2014/main" id="{3EE3613B-24CB-C610-F2D5-4A86512794F0}"/>
              </a:ext>
            </a:extLst>
          </p:cNvPr>
          <p:cNvSpPr/>
          <p:nvPr/>
        </p:nvSpPr>
        <p:spPr>
          <a:xfrm>
            <a:off x="89002" y="2657309"/>
            <a:ext cx="2720634" cy="2031325"/>
          </a:xfrm>
          <a:prstGeom prst="rect">
            <a:avLst/>
          </a:prstGeom>
          <a:noFill/>
          <a:ln>
            <a:noFill/>
          </a:ln>
        </p:spPr>
        <p:txBody>
          <a:bodyPr spcFirstLastPara="1" wrap="square" lIns="0" tIns="0" rIns="0" bIns="0" anchor="t" anchorCtr="0">
            <a:spAutoFit/>
          </a:bodyPr>
          <a:lstStyle/>
          <a:p>
            <a:pPr marL="0" marR="0" lvl="0" indent="0" algn="ctr" defTabSz="914400" rtl="1" eaLnBrk="1" fontAlgn="auto" latinLnBrk="0" hangingPunct="1">
              <a:lnSpc>
                <a:spcPct val="120000"/>
              </a:lnSpc>
              <a:spcBef>
                <a:spcPts val="0"/>
              </a:spcBef>
              <a:spcAft>
                <a:spcPts val="0"/>
              </a:spcAft>
              <a:buClr>
                <a:srgbClr val="000000"/>
              </a:buClr>
              <a:buSzPts val="2000"/>
              <a:buFont typeface="Arial"/>
              <a:buNone/>
              <a:tabLst/>
              <a:defRPr/>
            </a:pPr>
            <a:r>
              <a:rPr kumimoji="0" lang="ar-SA" sz="2400" b="1"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رؤيتنا</a:t>
            </a:r>
          </a:p>
          <a:p>
            <a:pPr marL="0" marR="0" lvl="0" indent="0" algn="ctr" defTabSz="914400" rtl="0" eaLnBrk="1" fontAlgn="auto" latinLnBrk="0" hangingPunct="1">
              <a:lnSpc>
                <a:spcPct val="120000"/>
              </a:lnSpc>
              <a:spcBef>
                <a:spcPts val="0"/>
              </a:spcBef>
              <a:spcAft>
                <a:spcPts val="0"/>
              </a:spcAft>
              <a:buClr>
                <a:srgbClr val="000000"/>
              </a:buClr>
              <a:buSzPts val="500"/>
              <a:buFont typeface="Arial"/>
              <a:buNone/>
              <a:tabLst/>
              <a:defRPr/>
            </a:pPr>
            <a:endParaRPr kumimoji="0" lang="en-US" sz="600" b="1" i="0" u="none" strike="noStrike" kern="0" cap="none" spc="0" normalizeH="0" baseline="0" noProof="0" dirty="0">
              <a:ln>
                <a:noFill/>
              </a:ln>
              <a:solidFill>
                <a:srgbClr val="A3202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a:p>
            <a:pPr marL="0" marR="0" lvl="0" indent="0" algn="ctr" defTabSz="914400" rtl="1" eaLnBrk="1" fontAlgn="auto" latinLnBrk="0" hangingPunct="1">
              <a:lnSpc>
                <a:spcPct val="120000"/>
              </a:lnSpc>
              <a:spcBef>
                <a:spcPts val="0"/>
              </a:spcBef>
              <a:spcAft>
                <a:spcPts val="0"/>
              </a:spcAft>
              <a:buClr>
                <a:srgbClr val="000000"/>
              </a:buClr>
              <a:buSzPts val="1400"/>
              <a:buFont typeface="Arial"/>
              <a:buNone/>
              <a:tabLst/>
              <a:defRPr/>
            </a:pPr>
            <a:r>
              <a:rPr kumimoji="0" lang="ar-SA" sz="1600" strike="noStrike" kern="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الشركة الأبرز في الاستشارات بدءًا من وضع الاستراتيجيات حتى تنفيذها، والتي تقدم قيمة كبيرة وتوفر المواهب والكفاءات الفذّة، وتتميز بقدرتها على مساعدة العملاء في بناء قدراتهم وإمكاناتهم الخاصة</a:t>
            </a:r>
          </a:p>
        </p:txBody>
      </p:sp>
      <p:sp>
        <p:nvSpPr>
          <p:cNvPr id="28" name="Google Shape;1238;p170">
            <a:extLst>
              <a:ext uri="{FF2B5EF4-FFF2-40B4-BE49-F238E27FC236}">
                <a16:creationId xmlns:a16="http://schemas.microsoft.com/office/drawing/2014/main" id="{2B9C5FF6-4E6A-94A5-C9A6-E9403710830E}"/>
              </a:ext>
            </a:extLst>
          </p:cNvPr>
          <p:cNvSpPr/>
          <p:nvPr/>
        </p:nvSpPr>
        <p:spPr>
          <a:xfrm>
            <a:off x="3294280" y="3484909"/>
            <a:ext cx="498475" cy="1000125"/>
          </a:xfrm>
          <a:custGeom>
            <a:avLst/>
            <a:gdLst/>
            <a:ahLst/>
            <a:cxnLst/>
            <a:rect l="l" t="t" r="r" b="b"/>
            <a:pathLst>
              <a:path w="314" h="630" extrusionOk="0">
                <a:moveTo>
                  <a:pt x="2" y="630"/>
                </a:moveTo>
                <a:lnTo>
                  <a:pt x="314" y="318"/>
                </a:lnTo>
                <a:lnTo>
                  <a:pt x="0" y="0"/>
                </a:lnTo>
              </a:path>
            </a:pathLst>
          </a:custGeom>
          <a:noFill/>
          <a:ln w="142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30" name="TextBox 29">
            <a:extLst>
              <a:ext uri="{FF2B5EF4-FFF2-40B4-BE49-F238E27FC236}">
                <a16:creationId xmlns:a16="http://schemas.microsoft.com/office/drawing/2014/main" id="{5B6416ED-944C-CDE9-94AD-D1883CBCF8DD}"/>
              </a:ext>
            </a:extLst>
          </p:cNvPr>
          <p:cNvSpPr txBox="1"/>
          <p:nvPr/>
        </p:nvSpPr>
        <p:spPr>
          <a:xfrm>
            <a:off x="724183" y="78891"/>
            <a:ext cx="6097604" cy="26161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00" b="1" strike="noStrike" kern="0" cap="none" spc="0" normalizeH="0" noProof="0" dirty="0">
                <a:ln>
                  <a:noFill/>
                </a:ln>
                <a:solidFill>
                  <a:srgbClr val="000000"/>
                </a:solidFill>
                <a:effectLst/>
                <a:uLnTx/>
                <a:uFillTx/>
                <a:ea typeface="Arial"/>
                <a:cs typeface="Arial"/>
                <a:sym typeface="Arial"/>
              </a:rPr>
              <a:t>مركز متكامل وفريد من نوعه للقدرات بدءًا من الاستراتيجية وانتهاءً بالتنفيذ</a:t>
            </a:r>
          </a:p>
        </p:txBody>
      </p:sp>
      <p:sp>
        <p:nvSpPr>
          <p:cNvPr id="31" name="Hexagon 30">
            <a:extLst>
              <a:ext uri="{FF2B5EF4-FFF2-40B4-BE49-F238E27FC236}">
                <a16:creationId xmlns:a16="http://schemas.microsoft.com/office/drawing/2014/main" id="{4E9EF25D-3026-AC6D-9DF0-F78BB6388233}"/>
              </a:ext>
            </a:extLst>
          </p:cNvPr>
          <p:cNvSpPr/>
          <p:nvPr/>
        </p:nvSpPr>
        <p:spPr>
          <a:xfrm>
            <a:off x="457037" y="62258"/>
            <a:ext cx="305405" cy="251330"/>
          </a:xfrm>
          <a:prstGeom prst="hexagon">
            <a:avLst/>
          </a:prstGeom>
          <a:solidFill>
            <a:srgbClr val="FFFFFF"/>
          </a:solidFill>
          <a:ln w="9525" cap="flat" cmpd="sng">
            <a:solidFill>
              <a:srgbClr val="A3202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1200" b="1" kern="0" dirty="0">
                <a:solidFill>
                  <a:srgbClr val="000000"/>
                </a:solidFill>
                <a:cs typeface="Arial"/>
              </a:rPr>
              <a:t>03</a:t>
            </a:r>
          </a:p>
        </p:txBody>
      </p:sp>
      <p:sp>
        <p:nvSpPr>
          <p:cNvPr id="33" name="Rectangle 32">
            <a:extLst>
              <a:ext uri="{FF2B5EF4-FFF2-40B4-BE49-F238E27FC236}">
                <a16:creationId xmlns:a16="http://schemas.microsoft.com/office/drawing/2014/main" id="{9182CC85-B0BC-FFFD-57E6-94418B878C1B}"/>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3388275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2FB8099-2C3F-0436-7CAE-5593C014E65C}"/>
              </a:ext>
            </a:extLst>
          </p:cNvPr>
          <p:cNvGraphicFramePr>
            <a:graphicFrameLocks noChangeAspect="1"/>
          </p:cNvGraphicFramePr>
          <p:nvPr>
            <p:custDataLst>
              <p:tags r:id="rId1"/>
            </p:custDataLst>
            <p:extLst>
              <p:ext uri="{D42A27DB-BD31-4B8C-83A1-F6EECF244321}">
                <p14:modId xmlns:p14="http://schemas.microsoft.com/office/powerpoint/2010/main" val="36198602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6" progId="TCLayout.ActiveDocument.1">
                  <p:embed/>
                </p:oleObj>
              </mc:Choice>
              <mc:Fallback>
                <p:oleObj name="think-cell Slide" r:id="rId7" imgW="395" imgH="396" progId="TCLayout.ActiveDocument.1">
                  <p:embed/>
                  <p:pic>
                    <p:nvPicPr>
                      <p:cNvPr id="8" name="think-cell data - do not delete" hidden="1">
                        <a:extLst>
                          <a:ext uri="{FF2B5EF4-FFF2-40B4-BE49-F238E27FC236}">
                            <a16:creationId xmlns:a16="http://schemas.microsoft.com/office/drawing/2014/main" id="{F2FB8099-2C3F-0436-7CAE-5593C014E65C}"/>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0" name="Round Single Corner Rectangle 72">
            <a:extLst>
              <a:ext uri="{FF2B5EF4-FFF2-40B4-BE49-F238E27FC236}">
                <a16:creationId xmlns:a16="http://schemas.microsoft.com/office/drawing/2014/main" id="{79BC2E00-04B5-32AA-F75C-EC2FCD40D3C1}"/>
              </a:ext>
            </a:extLst>
          </p:cNvPr>
          <p:cNvSpPr/>
          <p:nvPr/>
        </p:nvSpPr>
        <p:spPr bwMode="gray">
          <a:xfrm>
            <a:off x="4320726" y="1704688"/>
            <a:ext cx="3639380"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النموذج التشغيلي</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2" name="Title 1">
            <a:extLst>
              <a:ext uri="{FF2B5EF4-FFF2-40B4-BE49-F238E27FC236}">
                <a16:creationId xmlns:a16="http://schemas.microsoft.com/office/drawing/2014/main" id="{594564FE-8E40-CB1C-1530-3563CB5DE061}"/>
              </a:ext>
            </a:extLst>
          </p:cNvPr>
          <p:cNvSpPr>
            <a:spLocks noGrp="1"/>
          </p:cNvSpPr>
          <p:nvPr>
            <p:ph type="title"/>
          </p:nvPr>
        </p:nvSpPr>
        <p:spPr>
          <a:xfrm>
            <a:off x="442913" y="384048"/>
            <a:ext cx="11681704" cy="841248"/>
          </a:xfrm>
        </p:spPr>
        <p:txBody>
          <a:bodyPr vert="horz"/>
          <a:lstStyle/>
          <a:p>
            <a:pPr algn="r" rtl="1"/>
            <a:r>
              <a:rPr lang="ar-SA" sz="3200" dirty="0">
                <a:solidFill>
                  <a:schemeClr val="dk1"/>
                </a:solidFill>
                <a:ea typeface="Georgia"/>
                <a:cs typeface="Georgia"/>
                <a:sym typeface="Georgia"/>
              </a:rPr>
              <a:t>ولخدمة هذا المشروع سنستفيد من محفظة خدماتنا، بما في ذلك الخدمات الاستثمارية والمالية لدعم جهود التخصيص التي يسعى المركز لتحقيقها</a:t>
            </a:r>
          </a:p>
        </p:txBody>
      </p:sp>
      <p:sp>
        <p:nvSpPr>
          <p:cNvPr id="3" name="Subtitle 2">
            <a:extLst>
              <a:ext uri="{FF2B5EF4-FFF2-40B4-BE49-F238E27FC236}">
                <a16:creationId xmlns:a16="http://schemas.microsoft.com/office/drawing/2014/main" id="{B135350E-FE67-9DA8-BE96-764E7C1EBAE6}"/>
              </a:ext>
            </a:extLst>
          </p:cNvPr>
          <p:cNvSpPr>
            <a:spLocks noGrp="1"/>
          </p:cNvSpPr>
          <p:nvPr>
            <p:ph type="subTitle" idx="13"/>
          </p:nvPr>
        </p:nvSpPr>
        <p:spPr/>
        <p:txBody>
          <a:bodyPr/>
          <a:lstStyle/>
          <a:p>
            <a:pPr algn="r" rtl="1"/>
            <a:r>
              <a:rPr lang="ar-SA" dirty="0">
                <a:cs typeface="Arial" charset="0"/>
              </a:rPr>
              <a:t>الخدمات التي تقدمها شركة إستراتيجي أند وبي دبليو سي</a:t>
            </a:r>
          </a:p>
        </p:txBody>
      </p:sp>
      <p:sp>
        <p:nvSpPr>
          <p:cNvPr id="4" name="Text Placeholder 3">
            <a:extLst>
              <a:ext uri="{FF2B5EF4-FFF2-40B4-BE49-F238E27FC236}">
                <a16:creationId xmlns:a16="http://schemas.microsoft.com/office/drawing/2014/main" id="{60D827A2-BDFE-DA8B-1203-20912FCA9CBC}"/>
              </a:ext>
            </a:extLst>
          </p:cNvPr>
          <p:cNvSpPr>
            <a:spLocks noGrp="1"/>
          </p:cNvSpPr>
          <p:nvPr>
            <p:ph type="body" sz="quarter" idx="17"/>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754A97EA-579D-E8CD-C361-F82819521644}"/>
              </a:ext>
            </a:extLst>
          </p:cNvPr>
          <p:cNvSpPr>
            <a:spLocks noGrp="1"/>
          </p:cNvSpPr>
          <p:nvPr>
            <p:ph type="sldNum" sz="quarter" idx="18"/>
          </p:nvPr>
        </p:nvSpPr>
        <p:spPr/>
        <p:txBody>
          <a:bodyPr/>
          <a:lstStyle/>
          <a:p>
            <a:pPr algn="r" rtl="1">
              <a:defRPr/>
            </a:pPr>
            <a:r>
              <a:rPr lang="ar-SA" dirty="0">
                <a:cs typeface="Arial" charset="0"/>
              </a:rPr>
              <a:t>11</a:t>
            </a:r>
          </a:p>
        </p:txBody>
      </p:sp>
      <p:sp>
        <p:nvSpPr>
          <p:cNvPr id="30" name="TextBox 29">
            <a:extLst>
              <a:ext uri="{FF2B5EF4-FFF2-40B4-BE49-F238E27FC236}">
                <a16:creationId xmlns:a16="http://schemas.microsoft.com/office/drawing/2014/main" id="{5B6416ED-944C-CDE9-94AD-D1883CBCF8DD}"/>
              </a:ext>
            </a:extLst>
          </p:cNvPr>
          <p:cNvSpPr txBox="1"/>
          <p:nvPr/>
        </p:nvSpPr>
        <p:spPr>
          <a:xfrm>
            <a:off x="724183" y="78891"/>
            <a:ext cx="6097604" cy="26161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1100" b="1" strike="noStrike" kern="0" cap="none" spc="0" normalizeH="0" noProof="0" dirty="0">
                <a:ln>
                  <a:noFill/>
                </a:ln>
                <a:solidFill>
                  <a:srgbClr val="000000"/>
                </a:solidFill>
                <a:effectLst/>
                <a:uLnTx/>
                <a:uFillTx/>
                <a:ea typeface="Arial"/>
                <a:cs typeface="Arial"/>
                <a:sym typeface="Arial"/>
              </a:rPr>
              <a:t>مركز متكامل وفريد من نوعه للقدرات بدءًا من الاستراتيجية وانتهاءً بالتنفيذ</a:t>
            </a:r>
          </a:p>
        </p:txBody>
      </p:sp>
      <p:sp>
        <p:nvSpPr>
          <p:cNvPr id="31" name="Hexagon 30">
            <a:extLst>
              <a:ext uri="{FF2B5EF4-FFF2-40B4-BE49-F238E27FC236}">
                <a16:creationId xmlns:a16="http://schemas.microsoft.com/office/drawing/2014/main" id="{4E9EF25D-3026-AC6D-9DF0-F78BB6388233}"/>
              </a:ext>
            </a:extLst>
          </p:cNvPr>
          <p:cNvSpPr/>
          <p:nvPr/>
        </p:nvSpPr>
        <p:spPr>
          <a:xfrm>
            <a:off x="457037" y="62258"/>
            <a:ext cx="305405" cy="251330"/>
          </a:xfrm>
          <a:prstGeom prst="hexagon">
            <a:avLst/>
          </a:prstGeom>
          <a:solidFill>
            <a:srgbClr val="FFFFFF"/>
          </a:solidFill>
          <a:ln w="9525" cap="flat" cmpd="sng">
            <a:solidFill>
              <a:srgbClr val="A32020"/>
            </a:solidFill>
            <a:prstDash val="solid"/>
            <a:miter lim="8000"/>
            <a:headEnd type="none" w="sm" len="sm"/>
            <a:tailEnd type="none" w="sm" len="sm"/>
          </a:ln>
        </p:spPr>
        <p:txBody>
          <a:bodyPr spcFirstLastPara="1" wrap="square" lIns="0" tIns="0" rIns="0" bIns="0" anchor="ctr" anchorCtr="0">
            <a:noAutofit/>
          </a:bodyPr>
          <a:lstStyle/>
          <a:p>
            <a:pPr algn="ctr" rtl="1">
              <a:buClr>
                <a:srgbClr val="000000"/>
              </a:buClr>
              <a:buSzPts val="1400"/>
            </a:pPr>
            <a:r>
              <a:rPr lang="ar-SA" sz="1200" b="1" kern="0" dirty="0">
                <a:solidFill>
                  <a:srgbClr val="000000"/>
                </a:solidFill>
                <a:cs typeface="Arial"/>
              </a:rPr>
              <a:t>03</a:t>
            </a:r>
          </a:p>
        </p:txBody>
      </p:sp>
      <p:sp>
        <p:nvSpPr>
          <p:cNvPr id="33" name="Rectangle 32">
            <a:extLst>
              <a:ext uri="{FF2B5EF4-FFF2-40B4-BE49-F238E27FC236}">
                <a16:creationId xmlns:a16="http://schemas.microsoft.com/office/drawing/2014/main" id="{9182CC85-B0BC-FFFD-57E6-94418B878C1B}"/>
              </a:ext>
            </a:extLst>
          </p:cNvPr>
          <p:cNvSpPr/>
          <p:nvPr/>
        </p:nvSpPr>
        <p:spPr>
          <a:xfrm>
            <a:off x="398656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
        <p:nvSpPr>
          <p:cNvPr id="35" name="Round Single Corner Rectangle 107">
            <a:extLst>
              <a:ext uri="{FF2B5EF4-FFF2-40B4-BE49-F238E27FC236}">
                <a16:creationId xmlns:a16="http://schemas.microsoft.com/office/drawing/2014/main" id="{D7615CA1-D8E1-42FA-D338-89929F844AD8}"/>
              </a:ext>
            </a:extLst>
          </p:cNvPr>
          <p:cNvSpPr/>
          <p:nvPr/>
        </p:nvSpPr>
        <p:spPr bwMode="gray">
          <a:xfrm>
            <a:off x="531747" y="3714507"/>
            <a:ext cx="2720465"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مراقبة الأداء</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36" name="Round Single Corner Rectangle 108">
            <a:extLst>
              <a:ext uri="{FF2B5EF4-FFF2-40B4-BE49-F238E27FC236}">
                <a16:creationId xmlns:a16="http://schemas.microsoft.com/office/drawing/2014/main" id="{8CE3227C-237A-B348-AE21-4A783880FCD6}"/>
              </a:ext>
            </a:extLst>
          </p:cNvPr>
          <p:cNvSpPr/>
          <p:nvPr/>
        </p:nvSpPr>
        <p:spPr bwMode="gray">
          <a:xfrm>
            <a:off x="3364038" y="3714507"/>
            <a:ext cx="2720465"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إدارة عملية الاستثمار</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37" name="Round Single Corner Rectangle 109">
            <a:extLst>
              <a:ext uri="{FF2B5EF4-FFF2-40B4-BE49-F238E27FC236}">
                <a16:creationId xmlns:a16="http://schemas.microsoft.com/office/drawing/2014/main" id="{476070A6-0397-89B8-7D25-CE240F10C331}"/>
              </a:ext>
            </a:extLst>
          </p:cNvPr>
          <p:cNvSpPr/>
          <p:nvPr/>
        </p:nvSpPr>
        <p:spPr bwMode="gray">
          <a:xfrm>
            <a:off x="6196331" y="3714507"/>
            <a:ext cx="2720465"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الحوافز التنفيذية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38" name="Round Single Corner Rectangle 113">
            <a:extLst>
              <a:ext uri="{FF2B5EF4-FFF2-40B4-BE49-F238E27FC236}">
                <a16:creationId xmlns:a16="http://schemas.microsoft.com/office/drawing/2014/main" id="{439425E7-34F3-68D0-2218-802300F15097}"/>
              </a:ext>
            </a:extLst>
          </p:cNvPr>
          <p:cNvSpPr/>
          <p:nvPr/>
        </p:nvSpPr>
        <p:spPr bwMode="gray">
          <a:xfrm>
            <a:off x="9028623" y="3714507"/>
            <a:ext cx="2720465"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تحسين أداء الخزينة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39" name="Round Single Corner Rectangle 69">
            <a:extLst>
              <a:ext uri="{FF2B5EF4-FFF2-40B4-BE49-F238E27FC236}">
                <a16:creationId xmlns:a16="http://schemas.microsoft.com/office/drawing/2014/main" id="{95BEF45E-F2FD-D9EB-C823-18B931CC6FFD}"/>
              </a:ext>
            </a:extLst>
          </p:cNvPr>
          <p:cNvSpPr/>
          <p:nvPr/>
        </p:nvSpPr>
        <p:spPr bwMode="gray">
          <a:xfrm>
            <a:off x="531747" y="1704688"/>
            <a:ext cx="3639380"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الاستراتيجية المؤسسية والاستثمارية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41" name="Round Single Corner Rectangle 74">
            <a:extLst>
              <a:ext uri="{FF2B5EF4-FFF2-40B4-BE49-F238E27FC236}">
                <a16:creationId xmlns:a16="http://schemas.microsoft.com/office/drawing/2014/main" id="{31B14962-D18F-BEB2-51C7-29AEDDD2DE42}"/>
              </a:ext>
            </a:extLst>
          </p:cNvPr>
          <p:cNvSpPr/>
          <p:nvPr/>
        </p:nvSpPr>
        <p:spPr bwMode="gray">
          <a:xfrm>
            <a:off x="8109706" y="1704688"/>
            <a:ext cx="3639380" cy="761793"/>
          </a:xfrm>
          <a:prstGeom prst="round1Rect">
            <a:avLst>
              <a:gd name="adj" fmla="val 0"/>
            </a:avLst>
          </a:prstGeom>
          <a:solidFill>
            <a:schemeClr val="accent5">
              <a:lumMod val="20000"/>
              <a:lumOff val="8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الدمج والاستحواذ / تمويل الشركات</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42" name="Round Single Corner Rectangle 101">
            <a:extLst>
              <a:ext uri="{FF2B5EF4-FFF2-40B4-BE49-F238E27FC236}">
                <a16:creationId xmlns:a16="http://schemas.microsoft.com/office/drawing/2014/main" id="{70BB3634-AAD4-0C73-3C00-28DA329102D0}"/>
              </a:ext>
            </a:extLst>
          </p:cNvPr>
          <p:cNvSpPr/>
          <p:nvPr/>
        </p:nvSpPr>
        <p:spPr bwMode="gray">
          <a:xfrm>
            <a:off x="531747" y="2709598"/>
            <a:ext cx="3639380" cy="761793"/>
          </a:xfrm>
          <a:prstGeom prst="round1Rect">
            <a:avLst>
              <a:gd name="adj" fmla="val 0"/>
            </a:avLst>
          </a:prstGeom>
          <a:solidFill>
            <a:schemeClr val="accent2">
              <a:lumMod val="20000"/>
              <a:lumOff val="80000"/>
              <a:alpha val="5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إعداد الاستراتيجية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43" name="Round Single Corner Rectangle 102">
            <a:extLst>
              <a:ext uri="{FF2B5EF4-FFF2-40B4-BE49-F238E27FC236}">
                <a16:creationId xmlns:a16="http://schemas.microsoft.com/office/drawing/2014/main" id="{9C8D7237-9EB2-C61E-36F2-8AA64DD91635}"/>
              </a:ext>
            </a:extLst>
          </p:cNvPr>
          <p:cNvSpPr/>
          <p:nvPr/>
        </p:nvSpPr>
        <p:spPr bwMode="gray">
          <a:xfrm>
            <a:off x="4320726" y="2709598"/>
            <a:ext cx="3639380" cy="761793"/>
          </a:xfrm>
          <a:prstGeom prst="round1Rect">
            <a:avLst>
              <a:gd name="adj" fmla="val 0"/>
            </a:avLst>
          </a:prstGeom>
          <a:solidFill>
            <a:schemeClr val="accent2">
              <a:lumMod val="20000"/>
              <a:lumOff val="80000"/>
              <a:alpha val="5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الحوكمة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44" name="Round Single Corner Rectangle 103">
            <a:extLst>
              <a:ext uri="{FF2B5EF4-FFF2-40B4-BE49-F238E27FC236}">
                <a16:creationId xmlns:a16="http://schemas.microsoft.com/office/drawing/2014/main" id="{06892296-21F9-0D74-C926-C1961E420A5C}"/>
              </a:ext>
            </a:extLst>
          </p:cNvPr>
          <p:cNvSpPr/>
          <p:nvPr/>
        </p:nvSpPr>
        <p:spPr bwMode="gray">
          <a:xfrm>
            <a:off x="8109706" y="2709598"/>
            <a:ext cx="3639380" cy="761793"/>
          </a:xfrm>
          <a:prstGeom prst="round1Rect">
            <a:avLst>
              <a:gd name="adj" fmla="val 0"/>
            </a:avLst>
          </a:prstGeom>
          <a:solidFill>
            <a:schemeClr val="accent2">
              <a:lumMod val="20000"/>
              <a:lumOff val="80000"/>
              <a:alpha val="50000"/>
            </a:schemeClr>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إدارة المخاطر</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45" name="Oval 44">
            <a:extLst>
              <a:ext uri="{FF2B5EF4-FFF2-40B4-BE49-F238E27FC236}">
                <a16:creationId xmlns:a16="http://schemas.microsoft.com/office/drawing/2014/main" id="{6C7E7397-E2D6-41D9-F3B1-E3716AC4C99C}"/>
              </a:ext>
            </a:extLst>
          </p:cNvPr>
          <p:cNvSpPr>
            <a:spLocks noChangeArrowheads="1"/>
          </p:cNvSpPr>
          <p:nvPr/>
        </p:nvSpPr>
        <p:spPr bwMode="gray">
          <a:xfrm>
            <a:off x="408343" y="2601299"/>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strike="noStrike" kern="0" cap="none" spc="0" normalizeH="0" noProof="0" dirty="0">
                <a:ln>
                  <a:noFill/>
                </a:ln>
                <a:solidFill>
                  <a:prstClr val="white"/>
                </a:solidFill>
                <a:effectLst/>
                <a:uLnTx/>
                <a:uFillTx/>
                <a:cs typeface="Arial" charset="0"/>
              </a:rPr>
              <a:t>4</a:t>
            </a:r>
          </a:p>
        </p:txBody>
      </p:sp>
      <p:sp>
        <p:nvSpPr>
          <p:cNvPr id="46" name="Oval 45">
            <a:extLst>
              <a:ext uri="{FF2B5EF4-FFF2-40B4-BE49-F238E27FC236}">
                <a16:creationId xmlns:a16="http://schemas.microsoft.com/office/drawing/2014/main" id="{E4804A2D-6676-2E55-E2C9-8D571F107539}"/>
              </a:ext>
            </a:extLst>
          </p:cNvPr>
          <p:cNvSpPr>
            <a:spLocks noChangeArrowheads="1"/>
          </p:cNvSpPr>
          <p:nvPr/>
        </p:nvSpPr>
        <p:spPr bwMode="gray">
          <a:xfrm>
            <a:off x="4220561" y="2601299"/>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5</a:t>
            </a:r>
          </a:p>
        </p:txBody>
      </p:sp>
      <p:sp>
        <p:nvSpPr>
          <p:cNvPr id="47" name="Oval 46">
            <a:extLst>
              <a:ext uri="{FF2B5EF4-FFF2-40B4-BE49-F238E27FC236}">
                <a16:creationId xmlns:a16="http://schemas.microsoft.com/office/drawing/2014/main" id="{AF264446-9D62-96FF-7EDC-BBE1BAB205FC}"/>
              </a:ext>
            </a:extLst>
          </p:cNvPr>
          <p:cNvSpPr>
            <a:spLocks noChangeArrowheads="1"/>
          </p:cNvSpPr>
          <p:nvPr/>
        </p:nvSpPr>
        <p:spPr bwMode="gray">
          <a:xfrm>
            <a:off x="8028169" y="2601299"/>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6</a:t>
            </a:r>
          </a:p>
        </p:txBody>
      </p:sp>
      <p:sp>
        <p:nvSpPr>
          <p:cNvPr id="48" name="Oval 47">
            <a:extLst>
              <a:ext uri="{FF2B5EF4-FFF2-40B4-BE49-F238E27FC236}">
                <a16:creationId xmlns:a16="http://schemas.microsoft.com/office/drawing/2014/main" id="{2B2D1E9A-0ED4-AE43-AE0C-78828371831E}"/>
              </a:ext>
            </a:extLst>
          </p:cNvPr>
          <p:cNvSpPr>
            <a:spLocks noChangeArrowheads="1"/>
          </p:cNvSpPr>
          <p:nvPr/>
        </p:nvSpPr>
        <p:spPr bwMode="gray">
          <a:xfrm>
            <a:off x="408343" y="360620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b="1" strike="noStrike" kern="0" cap="none" spc="0" normalizeH="0" noProof="0" dirty="0">
                <a:ln>
                  <a:noFill/>
                </a:ln>
                <a:solidFill>
                  <a:prstClr val="white"/>
                </a:solidFill>
                <a:effectLst/>
                <a:uLnTx/>
                <a:uFillTx/>
                <a:cs typeface="Arial" charset="0"/>
              </a:rPr>
              <a:t>7</a:t>
            </a:r>
          </a:p>
        </p:txBody>
      </p:sp>
      <p:sp>
        <p:nvSpPr>
          <p:cNvPr id="49" name="Oval 48">
            <a:extLst>
              <a:ext uri="{FF2B5EF4-FFF2-40B4-BE49-F238E27FC236}">
                <a16:creationId xmlns:a16="http://schemas.microsoft.com/office/drawing/2014/main" id="{25AE2536-8289-89CD-63D8-BA880EC73DB3}"/>
              </a:ext>
            </a:extLst>
          </p:cNvPr>
          <p:cNvSpPr>
            <a:spLocks noChangeArrowheads="1"/>
          </p:cNvSpPr>
          <p:nvPr/>
        </p:nvSpPr>
        <p:spPr bwMode="gray">
          <a:xfrm>
            <a:off x="3274139" y="360620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dirty="0">
                <a:solidFill>
                  <a:prstClr val="white"/>
                </a:solidFill>
                <a:cs typeface="Arial" charset="0"/>
              </a:rPr>
              <a:t>8</a:t>
            </a:r>
          </a:p>
        </p:txBody>
      </p:sp>
      <p:sp>
        <p:nvSpPr>
          <p:cNvPr id="50" name="Oval 49">
            <a:extLst>
              <a:ext uri="{FF2B5EF4-FFF2-40B4-BE49-F238E27FC236}">
                <a16:creationId xmlns:a16="http://schemas.microsoft.com/office/drawing/2014/main" id="{CE6582B1-2CAA-7993-0A0E-9F7CA6623A54}"/>
              </a:ext>
            </a:extLst>
          </p:cNvPr>
          <p:cNvSpPr>
            <a:spLocks noChangeArrowheads="1"/>
          </p:cNvSpPr>
          <p:nvPr/>
        </p:nvSpPr>
        <p:spPr bwMode="gray">
          <a:xfrm>
            <a:off x="6105262" y="360620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dirty="0">
                <a:solidFill>
                  <a:prstClr val="white"/>
                </a:solidFill>
                <a:cs typeface="Arial" charset="0"/>
              </a:rPr>
              <a:t>9</a:t>
            </a:r>
          </a:p>
        </p:txBody>
      </p:sp>
      <p:sp>
        <p:nvSpPr>
          <p:cNvPr id="51" name="Oval 50">
            <a:extLst>
              <a:ext uri="{FF2B5EF4-FFF2-40B4-BE49-F238E27FC236}">
                <a16:creationId xmlns:a16="http://schemas.microsoft.com/office/drawing/2014/main" id="{F4E5166B-0F42-888F-0F07-CA564F21871E}"/>
              </a:ext>
            </a:extLst>
          </p:cNvPr>
          <p:cNvSpPr>
            <a:spLocks noChangeArrowheads="1"/>
          </p:cNvSpPr>
          <p:nvPr/>
        </p:nvSpPr>
        <p:spPr bwMode="gray">
          <a:xfrm>
            <a:off x="8936385" y="360620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strike="noStrike" kern="0" cap="none" spc="0" normalizeH="0" noProof="0" dirty="0">
                <a:ln>
                  <a:noFill/>
                </a:ln>
                <a:solidFill>
                  <a:prstClr val="white"/>
                </a:solidFill>
                <a:effectLst/>
                <a:uLnTx/>
                <a:uFillTx/>
                <a:cs typeface="Arial" charset="0"/>
              </a:rPr>
              <a:t>10</a:t>
            </a:r>
          </a:p>
        </p:txBody>
      </p:sp>
      <p:sp>
        <p:nvSpPr>
          <p:cNvPr id="52" name="Round Single Corner Rectangle 118">
            <a:extLst>
              <a:ext uri="{FF2B5EF4-FFF2-40B4-BE49-F238E27FC236}">
                <a16:creationId xmlns:a16="http://schemas.microsoft.com/office/drawing/2014/main" id="{9CAAE2B5-4AC8-FB43-37EE-ED3690384171}"/>
              </a:ext>
            </a:extLst>
          </p:cNvPr>
          <p:cNvSpPr/>
          <p:nvPr/>
        </p:nvSpPr>
        <p:spPr bwMode="gray">
          <a:xfrm>
            <a:off x="531747" y="4719417"/>
            <a:ext cx="2720465" cy="761793"/>
          </a:xfrm>
          <a:prstGeom prst="round1Rect">
            <a:avLst>
              <a:gd name="adj" fmla="val 0"/>
            </a:avLst>
          </a:prstGeom>
          <a:solidFill>
            <a:srgbClr val="FBEEF0"/>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الفعالية المالية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53" name="Round Single Corner Rectangle 119">
            <a:extLst>
              <a:ext uri="{FF2B5EF4-FFF2-40B4-BE49-F238E27FC236}">
                <a16:creationId xmlns:a16="http://schemas.microsoft.com/office/drawing/2014/main" id="{1A9CA7FE-0569-857A-849E-40542F676BCE}"/>
              </a:ext>
            </a:extLst>
          </p:cNvPr>
          <p:cNvSpPr/>
          <p:nvPr/>
        </p:nvSpPr>
        <p:spPr bwMode="gray">
          <a:xfrm>
            <a:off x="3364038" y="4719417"/>
            <a:ext cx="2720465" cy="761793"/>
          </a:xfrm>
          <a:prstGeom prst="round1Rect">
            <a:avLst>
              <a:gd name="adj" fmla="val 0"/>
            </a:avLst>
          </a:prstGeom>
          <a:solidFill>
            <a:srgbClr val="FBEEF0"/>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مراقبة مخاطر الطرف المقابل</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54" name="Round Single Corner Rectangle 120">
            <a:extLst>
              <a:ext uri="{FF2B5EF4-FFF2-40B4-BE49-F238E27FC236}">
                <a16:creationId xmlns:a16="http://schemas.microsoft.com/office/drawing/2014/main" id="{7146002B-E095-41DF-B5BA-6E8987E94919}"/>
              </a:ext>
            </a:extLst>
          </p:cNvPr>
          <p:cNvSpPr/>
          <p:nvPr/>
        </p:nvSpPr>
        <p:spPr bwMode="gray">
          <a:xfrm>
            <a:off x="6196331" y="4719417"/>
            <a:ext cx="2720465" cy="761793"/>
          </a:xfrm>
          <a:prstGeom prst="round1Rect">
            <a:avLst>
              <a:gd name="adj" fmla="val 0"/>
            </a:avLst>
          </a:prstGeom>
          <a:solidFill>
            <a:srgbClr val="FBEEF0"/>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المراجعة الداخلية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55" name="Round Single Corner Rectangle 121">
            <a:extLst>
              <a:ext uri="{FF2B5EF4-FFF2-40B4-BE49-F238E27FC236}">
                <a16:creationId xmlns:a16="http://schemas.microsoft.com/office/drawing/2014/main" id="{08B1633C-4882-1183-44D1-60A8EDB2671E}"/>
              </a:ext>
            </a:extLst>
          </p:cNvPr>
          <p:cNvSpPr/>
          <p:nvPr/>
        </p:nvSpPr>
        <p:spPr bwMode="gray">
          <a:xfrm>
            <a:off x="9028623" y="4719417"/>
            <a:ext cx="2720465" cy="761793"/>
          </a:xfrm>
          <a:prstGeom prst="round1Rect">
            <a:avLst>
              <a:gd name="adj" fmla="val 0"/>
            </a:avLst>
          </a:prstGeom>
          <a:solidFill>
            <a:srgbClr val="FBEEF0"/>
          </a:solid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إعداد التقارير</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56" name="Oval 55">
            <a:extLst>
              <a:ext uri="{FF2B5EF4-FFF2-40B4-BE49-F238E27FC236}">
                <a16:creationId xmlns:a16="http://schemas.microsoft.com/office/drawing/2014/main" id="{ED716A74-6A35-4E78-52E5-5A13CFD461ED}"/>
              </a:ext>
            </a:extLst>
          </p:cNvPr>
          <p:cNvSpPr>
            <a:spLocks noChangeArrowheads="1"/>
          </p:cNvSpPr>
          <p:nvPr/>
        </p:nvSpPr>
        <p:spPr bwMode="gray">
          <a:xfrm>
            <a:off x="408343" y="461111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kern="0" dirty="0">
                <a:solidFill>
                  <a:prstClr val="white"/>
                </a:solidFill>
                <a:cs typeface="Arial" charset="0"/>
              </a:rPr>
              <a:t>11</a:t>
            </a:r>
          </a:p>
        </p:txBody>
      </p:sp>
      <p:sp>
        <p:nvSpPr>
          <p:cNvPr id="57" name="Oval 56">
            <a:extLst>
              <a:ext uri="{FF2B5EF4-FFF2-40B4-BE49-F238E27FC236}">
                <a16:creationId xmlns:a16="http://schemas.microsoft.com/office/drawing/2014/main" id="{3EF5C9CE-DC4C-F3D9-1431-F23FE8B5E340}"/>
              </a:ext>
            </a:extLst>
          </p:cNvPr>
          <p:cNvSpPr>
            <a:spLocks noChangeArrowheads="1"/>
          </p:cNvSpPr>
          <p:nvPr/>
        </p:nvSpPr>
        <p:spPr bwMode="gray">
          <a:xfrm>
            <a:off x="3274139" y="461111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12</a:t>
            </a:r>
          </a:p>
        </p:txBody>
      </p:sp>
      <p:sp>
        <p:nvSpPr>
          <p:cNvPr id="58" name="Oval 57">
            <a:extLst>
              <a:ext uri="{FF2B5EF4-FFF2-40B4-BE49-F238E27FC236}">
                <a16:creationId xmlns:a16="http://schemas.microsoft.com/office/drawing/2014/main" id="{878B714D-FC89-2087-79D9-CE0756DBB629}"/>
              </a:ext>
            </a:extLst>
          </p:cNvPr>
          <p:cNvSpPr>
            <a:spLocks noChangeArrowheads="1"/>
          </p:cNvSpPr>
          <p:nvPr/>
        </p:nvSpPr>
        <p:spPr bwMode="gray">
          <a:xfrm>
            <a:off x="6105262" y="461111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13</a:t>
            </a:r>
          </a:p>
        </p:txBody>
      </p:sp>
      <p:sp>
        <p:nvSpPr>
          <p:cNvPr id="59" name="Oval 58">
            <a:extLst>
              <a:ext uri="{FF2B5EF4-FFF2-40B4-BE49-F238E27FC236}">
                <a16:creationId xmlns:a16="http://schemas.microsoft.com/office/drawing/2014/main" id="{883597D8-3F6D-95B8-4D6E-7405EBF280CE}"/>
              </a:ext>
            </a:extLst>
          </p:cNvPr>
          <p:cNvSpPr>
            <a:spLocks noChangeArrowheads="1"/>
          </p:cNvSpPr>
          <p:nvPr/>
        </p:nvSpPr>
        <p:spPr bwMode="gray">
          <a:xfrm>
            <a:off x="8936385" y="4611118"/>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b="1" strike="noStrike" kern="0" cap="none" spc="0" normalizeH="0" noProof="0" dirty="0">
                <a:ln>
                  <a:noFill/>
                </a:ln>
                <a:solidFill>
                  <a:prstClr val="white"/>
                </a:solidFill>
                <a:effectLst/>
                <a:uLnTx/>
                <a:uFillTx/>
                <a:cs typeface="Arial" charset="0"/>
              </a:rPr>
              <a:t>14</a:t>
            </a:r>
          </a:p>
        </p:txBody>
      </p:sp>
      <p:grpSp>
        <p:nvGrpSpPr>
          <p:cNvPr id="60" name="Group 59">
            <a:extLst>
              <a:ext uri="{FF2B5EF4-FFF2-40B4-BE49-F238E27FC236}">
                <a16:creationId xmlns:a16="http://schemas.microsoft.com/office/drawing/2014/main" id="{18395DFB-1DC4-4AF6-8C6F-0C87417FE7D3}"/>
              </a:ext>
            </a:extLst>
          </p:cNvPr>
          <p:cNvGrpSpPr/>
          <p:nvPr/>
        </p:nvGrpSpPr>
        <p:grpSpPr>
          <a:xfrm>
            <a:off x="531747" y="5724326"/>
            <a:ext cx="11217341" cy="761793"/>
            <a:chOff x="531747" y="3655961"/>
            <a:chExt cx="15006319" cy="706950"/>
          </a:xfrm>
          <a:solidFill>
            <a:schemeClr val="accent5">
              <a:lumMod val="20000"/>
              <a:lumOff val="80000"/>
            </a:schemeClr>
          </a:solidFill>
        </p:grpSpPr>
        <p:sp>
          <p:nvSpPr>
            <p:cNvPr id="61" name="Round Single Corner Rectangle 127">
              <a:extLst>
                <a:ext uri="{FF2B5EF4-FFF2-40B4-BE49-F238E27FC236}">
                  <a16:creationId xmlns:a16="http://schemas.microsoft.com/office/drawing/2014/main" id="{DFB731B8-6434-884D-11F7-C816AFBB5729}"/>
                </a:ext>
              </a:extLst>
            </p:cNvPr>
            <p:cNvSpPr/>
            <p:nvPr/>
          </p:nvSpPr>
          <p:spPr bwMode="gray">
            <a:xfrm>
              <a:off x="531747" y="3655961"/>
              <a:ext cx="3639380" cy="706950"/>
            </a:xfrm>
            <a:prstGeom prst="round1Rect">
              <a:avLst>
                <a:gd name="adj" fmla="val 0"/>
              </a:avLst>
            </a:prstGeom>
            <a:grp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الخدمات الرقمية وتقنية المعلومات</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62" name="Round Single Corner Rectangle 128">
              <a:extLst>
                <a:ext uri="{FF2B5EF4-FFF2-40B4-BE49-F238E27FC236}">
                  <a16:creationId xmlns:a16="http://schemas.microsoft.com/office/drawing/2014/main" id="{AC5BC490-2485-F31E-4F2E-EBBB4A404E76}"/>
                </a:ext>
              </a:extLst>
            </p:cNvPr>
            <p:cNvSpPr/>
            <p:nvPr/>
          </p:nvSpPr>
          <p:spPr bwMode="gray">
            <a:xfrm>
              <a:off x="4320726" y="3655961"/>
              <a:ext cx="3639380" cy="706950"/>
            </a:xfrm>
            <a:prstGeom prst="round1Rect">
              <a:avLst>
                <a:gd name="adj" fmla="val 0"/>
              </a:avLst>
            </a:prstGeom>
            <a:grp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الضرائب والشؤون القانونية</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63" name="Round Single Corner Rectangle 129">
              <a:extLst>
                <a:ext uri="{FF2B5EF4-FFF2-40B4-BE49-F238E27FC236}">
                  <a16:creationId xmlns:a16="http://schemas.microsoft.com/office/drawing/2014/main" id="{B7EBA527-65E8-41BA-49EE-28ADC1310B75}"/>
                </a:ext>
              </a:extLst>
            </p:cNvPr>
            <p:cNvSpPr/>
            <p:nvPr/>
          </p:nvSpPr>
          <p:spPr bwMode="gray">
            <a:xfrm>
              <a:off x="8109706" y="3655961"/>
              <a:ext cx="3639380" cy="706950"/>
            </a:xfrm>
            <a:prstGeom prst="round1Rect">
              <a:avLst>
                <a:gd name="adj" fmla="val 0"/>
              </a:avLst>
            </a:prstGeom>
            <a:grp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الصفقات والمعاملات</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sp>
          <p:nvSpPr>
            <p:cNvPr id="64" name="Round Single Corner Rectangle 130">
              <a:extLst>
                <a:ext uri="{FF2B5EF4-FFF2-40B4-BE49-F238E27FC236}">
                  <a16:creationId xmlns:a16="http://schemas.microsoft.com/office/drawing/2014/main" id="{A16C6722-9F46-D2EA-1B67-F711F3DBD5A7}"/>
                </a:ext>
              </a:extLst>
            </p:cNvPr>
            <p:cNvSpPr/>
            <p:nvPr/>
          </p:nvSpPr>
          <p:spPr bwMode="gray">
            <a:xfrm>
              <a:off x="11898686" y="3655961"/>
              <a:ext cx="3639380" cy="706950"/>
            </a:xfrm>
            <a:prstGeom prst="round1Rect">
              <a:avLst>
                <a:gd name="adj" fmla="val 0"/>
              </a:avLst>
            </a:prstGeom>
            <a:grpFill/>
            <a:ln w="9525" cap="flat" cmpd="sng" algn="ctr">
              <a:noFill/>
              <a:prstDash val="solid"/>
            </a:ln>
            <a:effectLst/>
          </p:spPr>
          <p:txBody>
            <a:bodyPr anchor="ctr"/>
            <a:lstStyle/>
            <a:p>
              <a:pPr marL="0" marR="0" lvl="0" indent="0" algn="ctr" defTabSz="914400"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prstClr val="black"/>
                  </a:solidFill>
                  <a:effectLst/>
                  <a:uLnTx/>
                  <a:uFillTx/>
                  <a:cs typeface="Arial" charset="0"/>
                </a:rPr>
                <a:t>خدمات أخرى</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dirty="0">
                <a:ln>
                  <a:noFill/>
                </a:ln>
                <a:solidFill>
                  <a:prstClr val="black"/>
                </a:solidFill>
                <a:effectLst/>
                <a:uLnTx/>
                <a:uFillTx/>
              </a:endParaRPr>
            </a:p>
          </p:txBody>
        </p:sp>
      </p:grpSp>
      <p:sp>
        <p:nvSpPr>
          <p:cNvPr id="65" name="Oval 64">
            <a:extLst>
              <a:ext uri="{FF2B5EF4-FFF2-40B4-BE49-F238E27FC236}">
                <a16:creationId xmlns:a16="http://schemas.microsoft.com/office/drawing/2014/main" id="{830BFDD7-0838-694D-872D-EA77E20A6A88}"/>
              </a:ext>
            </a:extLst>
          </p:cNvPr>
          <p:cNvSpPr>
            <a:spLocks noChangeArrowheads="1"/>
          </p:cNvSpPr>
          <p:nvPr/>
        </p:nvSpPr>
        <p:spPr bwMode="gray">
          <a:xfrm>
            <a:off x="408343" y="5616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dirty="0">
                <a:solidFill>
                  <a:prstClr val="white"/>
                </a:solidFill>
                <a:cs typeface="Arial" charset="0"/>
              </a:rPr>
              <a:t>15</a:t>
            </a:r>
          </a:p>
        </p:txBody>
      </p:sp>
      <p:sp>
        <p:nvSpPr>
          <p:cNvPr id="66" name="Oval 65">
            <a:extLst>
              <a:ext uri="{FF2B5EF4-FFF2-40B4-BE49-F238E27FC236}">
                <a16:creationId xmlns:a16="http://schemas.microsoft.com/office/drawing/2014/main" id="{42BBD732-F44F-4B9B-14BB-D29155990B56}"/>
              </a:ext>
            </a:extLst>
          </p:cNvPr>
          <p:cNvSpPr>
            <a:spLocks noChangeArrowheads="1"/>
          </p:cNvSpPr>
          <p:nvPr/>
        </p:nvSpPr>
        <p:spPr bwMode="gray">
          <a:xfrm>
            <a:off x="3274139" y="5616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16</a:t>
            </a:r>
          </a:p>
        </p:txBody>
      </p:sp>
      <p:sp>
        <p:nvSpPr>
          <p:cNvPr id="67" name="Oval 66">
            <a:extLst>
              <a:ext uri="{FF2B5EF4-FFF2-40B4-BE49-F238E27FC236}">
                <a16:creationId xmlns:a16="http://schemas.microsoft.com/office/drawing/2014/main" id="{9430CD21-ACED-D27A-D0F8-CF2D90949D7D}"/>
              </a:ext>
            </a:extLst>
          </p:cNvPr>
          <p:cNvSpPr>
            <a:spLocks noChangeArrowheads="1"/>
          </p:cNvSpPr>
          <p:nvPr/>
        </p:nvSpPr>
        <p:spPr bwMode="gray">
          <a:xfrm>
            <a:off x="6105262" y="5616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b="1" kern="0" noProof="0" dirty="0">
                <a:solidFill>
                  <a:prstClr val="white"/>
                </a:solidFill>
                <a:cs typeface="Arial" charset="0"/>
              </a:rPr>
              <a:t>17</a:t>
            </a:r>
          </a:p>
        </p:txBody>
      </p:sp>
      <p:sp>
        <p:nvSpPr>
          <p:cNvPr id="68" name="Oval 67">
            <a:extLst>
              <a:ext uri="{FF2B5EF4-FFF2-40B4-BE49-F238E27FC236}">
                <a16:creationId xmlns:a16="http://schemas.microsoft.com/office/drawing/2014/main" id="{76CF81EA-34EC-DD6D-58C5-7D0EC778506C}"/>
              </a:ext>
            </a:extLst>
          </p:cNvPr>
          <p:cNvSpPr>
            <a:spLocks noChangeArrowheads="1"/>
          </p:cNvSpPr>
          <p:nvPr/>
        </p:nvSpPr>
        <p:spPr bwMode="gray">
          <a:xfrm>
            <a:off x="8936385" y="5616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b="1" strike="noStrike" kern="0" cap="none" spc="0" normalizeH="0" noProof="0" dirty="0">
                <a:ln>
                  <a:noFill/>
                </a:ln>
                <a:solidFill>
                  <a:prstClr val="white"/>
                </a:solidFill>
                <a:effectLst/>
                <a:uLnTx/>
                <a:uFillTx/>
                <a:cs typeface="Arial" charset="0"/>
              </a:rPr>
              <a:t>18</a:t>
            </a:r>
          </a:p>
        </p:txBody>
      </p:sp>
      <p:sp>
        <p:nvSpPr>
          <p:cNvPr id="69" name="Line 3">
            <a:extLst>
              <a:ext uri="{FF2B5EF4-FFF2-40B4-BE49-F238E27FC236}">
                <a16:creationId xmlns:a16="http://schemas.microsoft.com/office/drawing/2014/main" id="{EE633901-0EEE-1846-139F-870BD60F16B2}"/>
              </a:ext>
            </a:extLst>
          </p:cNvPr>
          <p:cNvSpPr>
            <a:spLocks noChangeShapeType="1"/>
          </p:cNvSpPr>
          <p:nvPr>
            <p:custDataLst>
              <p:tags r:id="rId2"/>
            </p:custDataLst>
          </p:nvPr>
        </p:nvSpPr>
        <p:spPr bwMode="auto">
          <a:xfrm>
            <a:off x="531747" y="2525276"/>
            <a:ext cx="11217341"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dirty="0">
              <a:solidFill>
                <a:srgbClr val="000000"/>
              </a:solidFill>
            </a:endParaRPr>
          </a:p>
        </p:txBody>
      </p:sp>
      <p:sp>
        <p:nvSpPr>
          <p:cNvPr id="70" name="Line 3">
            <a:extLst>
              <a:ext uri="{FF2B5EF4-FFF2-40B4-BE49-F238E27FC236}">
                <a16:creationId xmlns:a16="http://schemas.microsoft.com/office/drawing/2014/main" id="{0CAC245A-0C2D-FD46-00D5-8DAAB4A843B2}"/>
              </a:ext>
            </a:extLst>
          </p:cNvPr>
          <p:cNvSpPr>
            <a:spLocks noChangeShapeType="1"/>
          </p:cNvSpPr>
          <p:nvPr>
            <p:custDataLst>
              <p:tags r:id="rId3"/>
            </p:custDataLst>
          </p:nvPr>
        </p:nvSpPr>
        <p:spPr bwMode="auto">
          <a:xfrm>
            <a:off x="531747" y="3530304"/>
            <a:ext cx="11217341"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dirty="0">
              <a:solidFill>
                <a:srgbClr val="000000"/>
              </a:solidFill>
            </a:endParaRPr>
          </a:p>
        </p:txBody>
      </p:sp>
      <p:sp>
        <p:nvSpPr>
          <p:cNvPr id="71" name="Line 3">
            <a:extLst>
              <a:ext uri="{FF2B5EF4-FFF2-40B4-BE49-F238E27FC236}">
                <a16:creationId xmlns:a16="http://schemas.microsoft.com/office/drawing/2014/main" id="{5B755616-ACD4-86AE-C851-2BE340563162}"/>
              </a:ext>
            </a:extLst>
          </p:cNvPr>
          <p:cNvSpPr>
            <a:spLocks noChangeShapeType="1"/>
          </p:cNvSpPr>
          <p:nvPr>
            <p:custDataLst>
              <p:tags r:id="rId4"/>
            </p:custDataLst>
          </p:nvPr>
        </p:nvSpPr>
        <p:spPr bwMode="auto">
          <a:xfrm>
            <a:off x="531747" y="4541951"/>
            <a:ext cx="11217341"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dirty="0">
              <a:solidFill>
                <a:srgbClr val="000000"/>
              </a:solidFill>
            </a:endParaRPr>
          </a:p>
        </p:txBody>
      </p:sp>
      <p:sp>
        <p:nvSpPr>
          <p:cNvPr id="72" name="Line 3">
            <a:extLst>
              <a:ext uri="{FF2B5EF4-FFF2-40B4-BE49-F238E27FC236}">
                <a16:creationId xmlns:a16="http://schemas.microsoft.com/office/drawing/2014/main" id="{07CA6C51-017F-3E49-D3D4-8C5E1AC4449D}"/>
              </a:ext>
            </a:extLst>
          </p:cNvPr>
          <p:cNvSpPr>
            <a:spLocks noChangeShapeType="1"/>
          </p:cNvSpPr>
          <p:nvPr>
            <p:custDataLst>
              <p:tags r:id="rId5"/>
            </p:custDataLst>
          </p:nvPr>
        </p:nvSpPr>
        <p:spPr bwMode="auto">
          <a:xfrm>
            <a:off x="531747" y="5535051"/>
            <a:ext cx="11217341"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1200" dirty="0">
              <a:solidFill>
                <a:srgbClr val="000000"/>
              </a:solidFill>
            </a:endParaRPr>
          </a:p>
        </p:txBody>
      </p:sp>
      <p:sp>
        <p:nvSpPr>
          <p:cNvPr id="73" name="TextBox 72">
            <a:extLst>
              <a:ext uri="{FF2B5EF4-FFF2-40B4-BE49-F238E27FC236}">
                <a16:creationId xmlns:a16="http://schemas.microsoft.com/office/drawing/2014/main" id="{1AD050D4-3BA1-E0D1-EC33-D95806C1EF07}"/>
              </a:ext>
            </a:extLst>
          </p:cNvPr>
          <p:cNvSpPr txBox="1"/>
          <p:nvPr/>
        </p:nvSpPr>
        <p:spPr>
          <a:xfrm>
            <a:off x="656941"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الاستراتيجية الاستثمارية</a:t>
            </a:r>
          </a:p>
          <a:p>
            <a:pPr marL="182880" indent="-182880" algn="r" rtl="1">
              <a:lnSpc>
                <a:spcPct val="100000"/>
              </a:lnSpc>
              <a:buSzPct val="100000"/>
              <a:buFont typeface="Arial"/>
              <a:buChar char="•"/>
            </a:pPr>
            <a:r>
              <a:rPr lang="ar-SA" sz="1200" dirty="0">
                <a:cs typeface="Arial" charset="0"/>
              </a:rPr>
              <a:t>استراتيجية تحقيق القيمة</a:t>
            </a:r>
          </a:p>
        </p:txBody>
      </p:sp>
      <p:sp>
        <p:nvSpPr>
          <p:cNvPr id="74" name="TextBox 73">
            <a:extLst>
              <a:ext uri="{FF2B5EF4-FFF2-40B4-BE49-F238E27FC236}">
                <a16:creationId xmlns:a16="http://schemas.microsoft.com/office/drawing/2014/main" id="{04C1FA63-CD86-6A98-1412-DCB4838BA2E0}"/>
              </a:ext>
            </a:extLst>
          </p:cNvPr>
          <p:cNvSpPr txBox="1"/>
          <p:nvPr/>
        </p:nvSpPr>
        <p:spPr>
          <a:xfrm>
            <a:off x="2683224"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النمو الاستراتيجي</a:t>
            </a:r>
          </a:p>
          <a:p>
            <a:pPr marL="182880" indent="-182880" algn="r" rtl="1">
              <a:lnSpc>
                <a:spcPct val="100000"/>
              </a:lnSpc>
              <a:buSzPct val="100000"/>
              <a:buFont typeface="Arial"/>
              <a:buChar char="•"/>
            </a:pPr>
            <a:r>
              <a:rPr lang="ar-SA" sz="1200" dirty="0">
                <a:cs typeface="Arial" charset="0"/>
              </a:rPr>
              <a:t>المستهدفات الاستراتيجية</a:t>
            </a:r>
          </a:p>
        </p:txBody>
      </p:sp>
      <p:sp>
        <p:nvSpPr>
          <p:cNvPr id="75" name="TextBox 74">
            <a:extLst>
              <a:ext uri="{FF2B5EF4-FFF2-40B4-BE49-F238E27FC236}">
                <a16:creationId xmlns:a16="http://schemas.microsoft.com/office/drawing/2014/main" id="{ABB3DC19-7255-39D8-8804-45BCD2D7304A}"/>
              </a:ext>
            </a:extLst>
          </p:cNvPr>
          <p:cNvSpPr txBox="1"/>
          <p:nvPr/>
        </p:nvSpPr>
        <p:spPr>
          <a:xfrm>
            <a:off x="4477667"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تصميم الهيكل التنظيمي</a:t>
            </a:r>
          </a:p>
          <a:p>
            <a:pPr marL="182880" indent="-182880" algn="r" rtl="1">
              <a:lnSpc>
                <a:spcPct val="100000"/>
              </a:lnSpc>
              <a:buSzPct val="100000"/>
              <a:buFont typeface="Arial"/>
              <a:buChar char="•"/>
            </a:pPr>
            <a:r>
              <a:rPr lang="ar-SA" sz="1200" dirty="0">
                <a:cs typeface="Arial" charset="0"/>
              </a:rPr>
              <a:t>هيكلة وحدات الأعمال</a:t>
            </a:r>
          </a:p>
        </p:txBody>
      </p:sp>
      <p:sp>
        <p:nvSpPr>
          <p:cNvPr id="76" name="TextBox 75">
            <a:extLst>
              <a:ext uri="{FF2B5EF4-FFF2-40B4-BE49-F238E27FC236}">
                <a16:creationId xmlns:a16="http://schemas.microsoft.com/office/drawing/2014/main" id="{F4819FF9-3BDD-64CF-61E0-6EB39F455C7F}"/>
              </a:ext>
            </a:extLst>
          </p:cNvPr>
          <p:cNvSpPr txBox="1"/>
          <p:nvPr/>
        </p:nvSpPr>
        <p:spPr>
          <a:xfrm>
            <a:off x="6503950"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تقييم الفجوات</a:t>
            </a:r>
          </a:p>
          <a:p>
            <a:pPr marL="182880" indent="-182880" algn="r" rtl="1">
              <a:lnSpc>
                <a:spcPct val="100000"/>
              </a:lnSpc>
              <a:buSzPct val="100000"/>
              <a:buFont typeface="Arial"/>
              <a:buChar char="•"/>
            </a:pPr>
            <a:r>
              <a:rPr lang="ar-SA" sz="1200" dirty="0">
                <a:cs typeface="Arial" charset="0"/>
              </a:rPr>
              <a:t>تصميم العمليات والإجراءات</a:t>
            </a:r>
          </a:p>
        </p:txBody>
      </p:sp>
      <p:sp>
        <p:nvSpPr>
          <p:cNvPr id="77" name="TextBox 76">
            <a:extLst>
              <a:ext uri="{FF2B5EF4-FFF2-40B4-BE49-F238E27FC236}">
                <a16:creationId xmlns:a16="http://schemas.microsoft.com/office/drawing/2014/main" id="{D8DF1D53-0D96-6413-16DB-4AF5EAB351AB}"/>
              </a:ext>
            </a:extLst>
          </p:cNvPr>
          <p:cNvSpPr txBox="1"/>
          <p:nvPr/>
        </p:nvSpPr>
        <p:spPr>
          <a:xfrm>
            <a:off x="8271631"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تقييم محفظة الخدمات</a:t>
            </a:r>
          </a:p>
          <a:p>
            <a:pPr marL="182880" indent="-182880" algn="r" rtl="1">
              <a:lnSpc>
                <a:spcPct val="100000"/>
              </a:lnSpc>
              <a:buSzPct val="100000"/>
              <a:buFont typeface="Arial"/>
              <a:buChar char="•"/>
            </a:pPr>
            <a:r>
              <a:rPr lang="ar-SA" sz="1200" dirty="0">
                <a:cs typeface="Arial" charset="0"/>
              </a:rPr>
              <a:t>دراسة عمليات الاستحواذ</a:t>
            </a:r>
          </a:p>
        </p:txBody>
      </p:sp>
      <p:sp>
        <p:nvSpPr>
          <p:cNvPr id="78" name="TextBox 77">
            <a:extLst>
              <a:ext uri="{FF2B5EF4-FFF2-40B4-BE49-F238E27FC236}">
                <a16:creationId xmlns:a16="http://schemas.microsoft.com/office/drawing/2014/main" id="{0F50017B-51DA-62AB-C515-6DB7AF76102C}"/>
              </a:ext>
            </a:extLst>
          </p:cNvPr>
          <p:cNvSpPr txBox="1"/>
          <p:nvPr/>
        </p:nvSpPr>
        <p:spPr>
          <a:xfrm>
            <a:off x="10297914" y="2034069"/>
            <a:ext cx="182670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خلق القيمة</a:t>
            </a:r>
          </a:p>
          <a:p>
            <a:pPr marL="182880" indent="-182880" algn="r" rtl="1">
              <a:lnSpc>
                <a:spcPct val="100000"/>
              </a:lnSpc>
              <a:buSzPct val="100000"/>
              <a:buFont typeface="Arial"/>
              <a:buChar char="•"/>
            </a:pPr>
            <a:r>
              <a:rPr lang="ar-SA" sz="1200" dirty="0">
                <a:cs typeface="Arial" charset="0"/>
              </a:rPr>
              <a:t>إعداد الاكتتابات العامة</a:t>
            </a:r>
          </a:p>
        </p:txBody>
      </p:sp>
      <p:sp>
        <p:nvSpPr>
          <p:cNvPr id="79" name="TextBox 78">
            <a:extLst>
              <a:ext uri="{FF2B5EF4-FFF2-40B4-BE49-F238E27FC236}">
                <a16:creationId xmlns:a16="http://schemas.microsoft.com/office/drawing/2014/main" id="{EF32D569-519F-F41D-A6FA-4073EFF33089}"/>
              </a:ext>
            </a:extLst>
          </p:cNvPr>
          <p:cNvSpPr txBox="1"/>
          <p:nvPr/>
        </p:nvSpPr>
        <p:spPr>
          <a:xfrm>
            <a:off x="656941" y="3032242"/>
            <a:ext cx="3514185"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تحديد استراتيجية الاستثمار</a:t>
            </a:r>
          </a:p>
          <a:p>
            <a:pPr marL="182880" indent="-182880" algn="r" rtl="1">
              <a:lnSpc>
                <a:spcPct val="100000"/>
              </a:lnSpc>
              <a:buSzPct val="100000"/>
              <a:buFont typeface="Arial"/>
              <a:buChar char="•"/>
            </a:pPr>
            <a:r>
              <a:rPr lang="ar-SA" sz="1200" dirty="0">
                <a:cs typeface="Arial" charset="0"/>
              </a:rPr>
              <a:t>تحديد مؤشرات الأداء الرئيسية والأهداف العامة</a:t>
            </a:r>
          </a:p>
        </p:txBody>
      </p:sp>
      <p:sp>
        <p:nvSpPr>
          <p:cNvPr id="80" name="TextBox 79">
            <a:extLst>
              <a:ext uri="{FF2B5EF4-FFF2-40B4-BE49-F238E27FC236}">
                <a16:creationId xmlns:a16="http://schemas.microsoft.com/office/drawing/2014/main" id="{3C1B0C85-02A6-9409-EFC0-F6771B6BACFB}"/>
              </a:ext>
            </a:extLst>
          </p:cNvPr>
          <p:cNvSpPr txBox="1"/>
          <p:nvPr/>
        </p:nvSpPr>
        <p:spPr>
          <a:xfrm>
            <a:off x="4472468" y="3032242"/>
            <a:ext cx="3514185"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الامتثال للحوكمة وإطار المخاطر</a:t>
            </a:r>
          </a:p>
          <a:p>
            <a:pPr marL="182880" indent="-182880" algn="r" rtl="1">
              <a:lnSpc>
                <a:spcPct val="100000"/>
              </a:lnSpc>
              <a:buSzPct val="100000"/>
              <a:buFont typeface="Arial"/>
              <a:buChar char="•"/>
            </a:pPr>
            <a:r>
              <a:rPr lang="ar-SA" sz="1200" dirty="0">
                <a:cs typeface="Arial" charset="0"/>
              </a:rPr>
              <a:t>تعزيز فعالية مجلس الإدارة</a:t>
            </a:r>
          </a:p>
        </p:txBody>
      </p:sp>
      <p:sp>
        <p:nvSpPr>
          <p:cNvPr id="81" name="TextBox 80">
            <a:extLst>
              <a:ext uri="{FF2B5EF4-FFF2-40B4-BE49-F238E27FC236}">
                <a16:creationId xmlns:a16="http://schemas.microsoft.com/office/drawing/2014/main" id="{3146BCE8-B707-CA01-CBB6-1A06174B1462}"/>
              </a:ext>
            </a:extLst>
          </p:cNvPr>
          <p:cNvSpPr txBox="1"/>
          <p:nvPr/>
        </p:nvSpPr>
        <p:spPr>
          <a:xfrm>
            <a:off x="8271631" y="3032242"/>
            <a:ext cx="3514185"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تحديث أطر المخاطر</a:t>
            </a:r>
          </a:p>
          <a:p>
            <a:pPr marL="182880" indent="-182880" algn="r" rtl="1">
              <a:lnSpc>
                <a:spcPct val="100000"/>
              </a:lnSpc>
              <a:buSzPct val="100000"/>
              <a:buFont typeface="Arial"/>
              <a:buChar char="•"/>
            </a:pPr>
            <a:r>
              <a:rPr lang="ar-SA" sz="1200" dirty="0">
                <a:cs typeface="Arial" charset="0"/>
              </a:rPr>
              <a:t>إعداد نماذج المخاطر</a:t>
            </a:r>
          </a:p>
        </p:txBody>
      </p:sp>
      <p:sp>
        <p:nvSpPr>
          <p:cNvPr id="82" name="TextBox 81">
            <a:extLst>
              <a:ext uri="{FF2B5EF4-FFF2-40B4-BE49-F238E27FC236}">
                <a16:creationId xmlns:a16="http://schemas.microsoft.com/office/drawing/2014/main" id="{C4F890D0-92F9-84CC-5412-882BEE922A38}"/>
              </a:ext>
            </a:extLst>
          </p:cNvPr>
          <p:cNvSpPr txBox="1"/>
          <p:nvPr/>
        </p:nvSpPr>
        <p:spPr>
          <a:xfrm>
            <a:off x="656941" y="4038516"/>
            <a:ext cx="2595269"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تخصيص الأصول</a:t>
            </a:r>
          </a:p>
          <a:p>
            <a:pPr marL="182880" indent="-182880" algn="r" rtl="1">
              <a:lnSpc>
                <a:spcPct val="100000"/>
              </a:lnSpc>
              <a:buSzPct val="100000"/>
              <a:buFont typeface="Arial"/>
              <a:buChar char="•"/>
            </a:pPr>
            <a:r>
              <a:rPr lang="ar-SA" sz="1200" dirty="0">
                <a:cs typeface="Arial" charset="0"/>
              </a:rPr>
              <a:t>عملية مراقبة المحفظة</a:t>
            </a:r>
          </a:p>
        </p:txBody>
      </p:sp>
      <p:sp>
        <p:nvSpPr>
          <p:cNvPr id="83" name="TextBox 82">
            <a:extLst>
              <a:ext uri="{FF2B5EF4-FFF2-40B4-BE49-F238E27FC236}">
                <a16:creationId xmlns:a16="http://schemas.microsoft.com/office/drawing/2014/main" id="{18F5C5D6-2801-AC4D-092A-75AD052679E2}"/>
              </a:ext>
            </a:extLst>
          </p:cNvPr>
          <p:cNvSpPr txBox="1"/>
          <p:nvPr/>
        </p:nvSpPr>
        <p:spPr>
          <a:xfrm>
            <a:off x="3522738" y="4038515"/>
            <a:ext cx="2772066"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تصميم أو مراجعة عمليات الاستثمار</a:t>
            </a:r>
          </a:p>
        </p:txBody>
      </p:sp>
      <p:sp>
        <p:nvSpPr>
          <p:cNvPr id="84" name="TextBox 83">
            <a:extLst>
              <a:ext uri="{FF2B5EF4-FFF2-40B4-BE49-F238E27FC236}">
                <a16:creationId xmlns:a16="http://schemas.microsoft.com/office/drawing/2014/main" id="{9E03796E-0205-96EE-998E-9EBB04FFF83B}"/>
              </a:ext>
            </a:extLst>
          </p:cNvPr>
          <p:cNvSpPr txBox="1"/>
          <p:nvPr/>
        </p:nvSpPr>
        <p:spPr>
          <a:xfrm>
            <a:off x="6352613" y="4038515"/>
            <a:ext cx="250242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تصميم وتنفيذ هياكل المكافآت</a:t>
            </a:r>
          </a:p>
        </p:txBody>
      </p:sp>
      <p:sp>
        <p:nvSpPr>
          <p:cNvPr id="85" name="TextBox 84">
            <a:extLst>
              <a:ext uri="{FF2B5EF4-FFF2-40B4-BE49-F238E27FC236}">
                <a16:creationId xmlns:a16="http://schemas.microsoft.com/office/drawing/2014/main" id="{012A5F76-6687-EE2B-1419-569E070AE2C3}"/>
              </a:ext>
            </a:extLst>
          </p:cNvPr>
          <p:cNvSpPr txBox="1"/>
          <p:nvPr/>
        </p:nvSpPr>
        <p:spPr>
          <a:xfrm>
            <a:off x="9184983" y="4038515"/>
            <a:ext cx="2502423"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استراتيجية الخزانة والنموذج التشغيلي والنظام</a:t>
            </a:r>
          </a:p>
        </p:txBody>
      </p:sp>
      <p:sp>
        <p:nvSpPr>
          <p:cNvPr id="86" name="TextBox 85">
            <a:extLst>
              <a:ext uri="{FF2B5EF4-FFF2-40B4-BE49-F238E27FC236}">
                <a16:creationId xmlns:a16="http://schemas.microsoft.com/office/drawing/2014/main" id="{24A3F51F-A19B-65D0-9E2F-89BEEF5EDB56}"/>
              </a:ext>
            </a:extLst>
          </p:cNvPr>
          <p:cNvSpPr txBox="1"/>
          <p:nvPr/>
        </p:nvSpPr>
        <p:spPr>
          <a:xfrm>
            <a:off x="656941" y="5137804"/>
            <a:ext cx="2595269" cy="184666"/>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المراجعات التشخيصية</a:t>
            </a:r>
          </a:p>
        </p:txBody>
      </p:sp>
      <p:sp>
        <p:nvSpPr>
          <p:cNvPr id="87" name="TextBox 86">
            <a:extLst>
              <a:ext uri="{FF2B5EF4-FFF2-40B4-BE49-F238E27FC236}">
                <a16:creationId xmlns:a16="http://schemas.microsoft.com/office/drawing/2014/main" id="{62516158-95CB-D61D-3363-A72FF80622CF}"/>
              </a:ext>
            </a:extLst>
          </p:cNvPr>
          <p:cNvSpPr txBox="1"/>
          <p:nvPr/>
        </p:nvSpPr>
        <p:spPr>
          <a:xfrm>
            <a:off x="3522738" y="5045471"/>
            <a:ext cx="2549608" cy="369332"/>
          </a:xfrm>
          <a:prstGeom prst="rect">
            <a:avLst/>
          </a:prstGeom>
          <a:noFill/>
        </p:spPr>
        <p:txBody>
          <a:bodyPr wrap="square" lIns="0" tIns="0" rIns="0" bIns="0" rtlCol="0">
            <a:spAutoFit/>
          </a:bodyPr>
          <a:lstStyle/>
          <a:p>
            <a:pPr marL="182880" indent="-182880" algn="r" rtl="1">
              <a:buSzPct val="100000"/>
              <a:buFont typeface="Arial"/>
              <a:buChar char="•"/>
            </a:pPr>
            <a:r>
              <a:rPr lang="ar-SA" sz="1200" dirty="0">
                <a:cs typeface="Arial" charset="0"/>
              </a:rPr>
              <a:t>مراقبة مخاطر الائتمان</a:t>
            </a:r>
          </a:p>
          <a:p>
            <a:pPr marL="182880" indent="-182880" algn="r" rtl="1">
              <a:lnSpc>
                <a:spcPct val="100000"/>
              </a:lnSpc>
              <a:buSzPct val="100000"/>
              <a:buFont typeface="Arial"/>
              <a:buChar char="•"/>
            </a:pPr>
            <a:r>
              <a:rPr lang="ar-SA" sz="1200" dirty="0">
                <a:cs typeface="Arial" charset="0"/>
              </a:rPr>
              <a:t>وضع حدود الاستثمار</a:t>
            </a:r>
          </a:p>
        </p:txBody>
      </p:sp>
      <p:sp>
        <p:nvSpPr>
          <p:cNvPr id="88" name="TextBox 87">
            <a:extLst>
              <a:ext uri="{FF2B5EF4-FFF2-40B4-BE49-F238E27FC236}">
                <a16:creationId xmlns:a16="http://schemas.microsoft.com/office/drawing/2014/main" id="{8F008C78-9E2E-EA98-CD14-A94EAE02072A}"/>
              </a:ext>
            </a:extLst>
          </p:cNvPr>
          <p:cNvSpPr txBox="1"/>
          <p:nvPr/>
        </p:nvSpPr>
        <p:spPr>
          <a:xfrm>
            <a:off x="6352613" y="5045471"/>
            <a:ext cx="2549608"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بناء وظيفة المراجعة الداخلية الفعالة</a:t>
            </a:r>
          </a:p>
        </p:txBody>
      </p:sp>
      <p:sp>
        <p:nvSpPr>
          <p:cNvPr id="89" name="TextBox 88">
            <a:extLst>
              <a:ext uri="{FF2B5EF4-FFF2-40B4-BE49-F238E27FC236}">
                <a16:creationId xmlns:a16="http://schemas.microsoft.com/office/drawing/2014/main" id="{901147E9-FF36-A43B-69C0-0236E231D9D3}"/>
              </a:ext>
            </a:extLst>
          </p:cNvPr>
          <p:cNvSpPr txBox="1"/>
          <p:nvPr/>
        </p:nvSpPr>
        <p:spPr>
          <a:xfrm>
            <a:off x="9184982" y="5045471"/>
            <a:ext cx="2549608"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إعداد تقارير الأداء</a:t>
            </a:r>
          </a:p>
          <a:p>
            <a:pPr marL="182880" indent="-182880" algn="r" rtl="1">
              <a:lnSpc>
                <a:spcPct val="100000"/>
              </a:lnSpc>
              <a:buSzPct val="100000"/>
              <a:buFont typeface="Arial"/>
              <a:buChar char="•"/>
            </a:pPr>
            <a:r>
              <a:rPr lang="ar-SA" sz="1200" dirty="0">
                <a:cs typeface="Arial" charset="0"/>
              </a:rPr>
              <a:t>تقييم القيمة</a:t>
            </a:r>
          </a:p>
        </p:txBody>
      </p:sp>
      <p:sp>
        <p:nvSpPr>
          <p:cNvPr id="90" name="TextBox 89">
            <a:extLst>
              <a:ext uri="{FF2B5EF4-FFF2-40B4-BE49-F238E27FC236}">
                <a16:creationId xmlns:a16="http://schemas.microsoft.com/office/drawing/2014/main" id="{3C40574B-DE3F-D4F2-0BD7-2CB86391A74A}"/>
              </a:ext>
            </a:extLst>
          </p:cNvPr>
          <p:cNvSpPr txBox="1"/>
          <p:nvPr/>
        </p:nvSpPr>
        <p:spPr>
          <a:xfrm>
            <a:off x="656941" y="6047975"/>
            <a:ext cx="2595269"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الاستراتيجية الرقمية واستراتيجية تقنية المعلومات</a:t>
            </a:r>
          </a:p>
          <a:p>
            <a:pPr marL="182880" indent="-182880" algn="r" rtl="1">
              <a:lnSpc>
                <a:spcPct val="100000"/>
              </a:lnSpc>
              <a:buSzPct val="100000"/>
              <a:buFont typeface="Arial"/>
              <a:buChar char="•"/>
            </a:pPr>
            <a:r>
              <a:rPr lang="ar-SA" sz="1200" dirty="0">
                <a:cs typeface="Arial" charset="0"/>
              </a:rPr>
              <a:t>إعداد التقارير وتميز البيانات</a:t>
            </a:r>
          </a:p>
        </p:txBody>
      </p:sp>
      <p:sp>
        <p:nvSpPr>
          <p:cNvPr id="91" name="TextBox 90">
            <a:extLst>
              <a:ext uri="{FF2B5EF4-FFF2-40B4-BE49-F238E27FC236}">
                <a16:creationId xmlns:a16="http://schemas.microsoft.com/office/drawing/2014/main" id="{794A85D1-14F3-E646-3172-588C93F1124F}"/>
              </a:ext>
            </a:extLst>
          </p:cNvPr>
          <p:cNvSpPr txBox="1"/>
          <p:nvPr/>
        </p:nvSpPr>
        <p:spPr>
          <a:xfrm>
            <a:off x="3522470" y="6047975"/>
            <a:ext cx="2595269"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اختيار الاختصاص القضائي والاستشارات</a:t>
            </a:r>
          </a:p>
          <a:p>
            <a:pPr marL="182880" indent="-182880" algn="r" rtl="1">
              <a:lnSpc>
                <a:spcPct val="100000"/>
              </a:lnSpc>
              <a:buSzPct val="100000"/>
              <a:buFont typeface="Arial"/>
              <a:buChar char="•"/>
            </a:pPr>
            <a:r>
              <a:rPr lang="ar-SA" sz="1200" dirty="0">
                <a:cs typeface="Arial" charset="0"/>
              </a:rPr>
              <a:t>التخطيط الضريبي وتقييم المخاطر</a:t>
            </a:r>
          </a:p>
        </p:txBody>
      </p:sp>
      <p:sp>
        <p:nvSpPr>
          <p:cNvPr id="92" name="TextBox 91">
            <a:extLst>
              <a:ext uri="{FF2B5EF4-FFF2-40B4-BE49-F238E27FC236}">
                <a16:creationId xmlns:a16="http://schemas.microsoft.com/office/drawing/2014/main" id="{AD390926-F8F5-3401-411A-2AD5E7600CCB}"/>
              </a:ext>
            </a:extLst>
          </p:cNvPr>
          <p:cNvSpPr txBox="1"/>
          <p:nvPr/>
        </p:nvSpPr>
        <p:spPr>
          <a:xfrm>
            <a:off x="6353860" y="6047975"/>
            <a:ext cx="2595269"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العناية الواجبة</a:t>
            </a:r>
          </a:p>
          <a:p>
            <a:pPr marL="182880" indent="-182880" algn="r" rtl="1">
              <a:lnSpc>
                <a:spcPct val="100000"/>
              </a:lnSpc>
              <a:buSzPct val="100000"/>
              <a:buFont typeface="Arial"/>
              <a:buChar char="•"/>
            </a:pPr>
            <a:r>
              <a:rPr lang="ar-SA" sz="1200" dirty="0">
                <a:cs typeface="Arial" charset="0"/>
              </a:rPr>
              <a:t>قيادة المفاوضات حول الشروط التعاقدية</a:t>
            </a:r>
          </a:p>
        </p:txBody>
      </p:sp>
      <p:sp>
        <p:nvSpPr>
          <p:cNvPr id="93" name="TextBox 92">
            <a:extLst>
              <a:ext uri="{FF2B5EF4-FFF2-40B4-BE49-F238E27FC236}">
                <a16:creationId xmlns:a16="http://schemas.microsoft.com/office/drawing/2014/main" id="{8BCD005A-3F98-FD97-D1CA-BB3949BBB1BF}"/>
              </a:ext>
            </a:extLst>
          </p:cNvPr>
          <p:cNvSpPr txBox="1"/>
          <p:nvPr/>
        </p:nvSpPr>
        <p:spPr>
          <a:xfrm>
            <a:off x="9190547" y="6047975"/>
            <a:ext cx="2595269" cy="369332"/>
          </a:xfrm>
          <a:prstGeom prst="rect">
            <a:avLst/>
          </a:prstGeom>
          <a:noFill/>
        </p:spPr>
        <p:txBody>
          <a:bodyPr wrap="square" lIns="0" tIns="0" rIns="0" bIns="0" rtlCol="0">
            <a:spAutoFit/>
          </a:bodyPr>
          <a:lstStyle/>
          <a:p>
            <a:pPr marL="182880" indent="-182880" algn="r" rtl="1">
              <a:lnSpc>
                <a:spcPct val="100000"/>
              </a:lnSpc>
              <a:buSzPct val="100000"/>
              <a:buFont typeface="Arial"/>
              <a:buChar char="•"/>
            </a:pPr>
            <a:r>
              <a:rPr lang="ar-SA" sz="1200" dirty="0">
                <a:cs typeface="Arial" charset="0"/>
              </a:rPr>
              <a:t>خدمات الطب الشرعي</a:t>
            </a:r>
          </a:p>
          <a:p>
            <a:pPr marL="182880" indent="-182880" algn="r" rtl="1">
              <a:lnSpc>
                <a:spcPct val="100000"/>
              </a:lnSpc>
              <a:buSzPct val="100000"/>
              <a:buFont typeface="Arial"/>
              <a:buChar char="•"/>
            </a:pPr>
            <a:r>
              <a:rPr lang="ar-SA" sz="1200" dirty="0">
                <a:cs typeface="Arial" charset="0"/>
              </a:rPr>
              <a:t>تقديم الإقرارات الضريبية</a:t>
            </a:r>
          </a:p>
        </p:txBody>
      </p:sp>
      <p:sp>
        <p:nvSpPr>
          <p:cNvPr id="124" name="Oval 123">
            <a:extLst>
              <a:ext uri="{FF2B5EF4-FFF2-40B4-BE49-F238E27FC236}">
                <a16:creationId xmlns:a16="http://schemas.microsoft.com/office/drawing/2014/main" id="{2CC6E029-F052-A272-B20F-BEBD2332B61E}"/>
              </a:ext>
            </a:extLst>
          </p:cNvPr>
          <p:cNvSpPr>
            <a:spLocks noChangeArrowheads="1"/>
          </p:cNvSpPr>
          <p:nvPr/>
        </p:nvSpPr>
        <p:spPr bwMode="gray">
          <a:xfrm>
            <a:off x="408343" y="1621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100" b="1" strike="noStrike" kern="0" cap="none" spc="0" normalizeH="0" noProof="0" dirty="0">
                <a:ln>
                  <a:noFill/>
                </a:ln>
                <a:solidFill>
                  <a:prstClr val="white"/>
                </a:solidFill>
                <a:effectLst/>
                <a:uLnTx/>
                <a:uFillTx/>
                <a:cs typeface="Arial" charset="0"/>
              </a:rPr>
              <a:t>1</a:t>
            </a:r>
          </a:p>
        </p:txBody>
      </p:sp>
      <p:sp>
        <p:nvSpPr>
          <p:cNvPr id="125" name="Oval 124">
            <a:extLst>
              <a:ext uri="{FF2B5EF4-FFF2-40B4-BE49-F238E27FC236}">
                <a16:creationId xmlns:a16="http://schemas.microsoft.com/office/drawing/2014/main" id="{BA14F25C-91BD-0996-013B-6BB57BC5FA54}"/>
              </a:ext>
            </a:extLst>
          </p:cNvPr>
          <p:cNvSpPr>
            <a:spLocks noChangeArrowheads="1"/>
          </p:cNvSpPr>
          <p:nvPr/>
        </p:nvSpPr>
        <p:spPr bwMode="gray">
          <a:xfrm>
            <a:off x="4220561" y="1621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kern="0" noProof="0" dirty="0">
                <a:solidFill>
                  <a:prstClr val="white"/>
                </a:solidFill>
                <a:cs typeface="Arial" charset="0"/>
              </a:rPr>
              <a:t>2</a:t>
            </a:r>
          </a:p>
        </p:txBody>
      </p:sp>
      <p:sp>
        <p:nvSpPr>
          <p:cNvPr id="126" name="Oval 125">
            <a:extLst>
              <a:ext uri="{FF2B5EF4-FFF2-40B4-BE49-F238E27FC236}">
                <a16:creationId xmlns:a16="http://schemas.microsoft.com/office/drawing/2014/main" id="{275F295B-6C26-B44E-3D9D-27FE309024E3}"/>
              </a:ext>
            </a:extLst>
          </p:cNvPr>
          <p:cNvSpPr>
            <a:spLocks noChangeArrowheads="1"/>
          </p:cNvSpPr>
          <p:nvPr/>
        </p:nvSpPr>
        <p:spPr bwMode="gray">
          <a:xfrm>
            <a:off x="8028169" y="1621027"/>
            <a:ext cx="248598" cy="253478"/>
          </a:xfrm>
          <a:prstGeom prst="ellipse">
            <a:avLst/>
          </a:prstGeom>
          <a:solidFill>
            <a:srgbClr val="82141E"/>
          </a:solidFill>
          <a:ln w="9525" algn="ctr">
            <a:noFill/>
            <a:round/>
            <a:headEnd/>
            <a:tailEnd/>
          </a:ln>
          <a:effectLst/>
          <a:extLst>
            <a:ext uri="{91240B29-F687-4F45-9708-019B960494DF}">
              <a14:hiddenLine xmlns:a14="http://schemas.microsoft.com/office/drawing/2010/main" w="9525" algn="ctr">
                <a:noFill/>
                <a:round/>
                <a:headEnd/>
                <a:tailEnd/>
              </a14:hiddenLine>
            </a:ext>
          </a:ex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lang="ar-SA" sz="1100" kern="0" noProof="0" dirty="0">
                <a:solidFill>
                  <a:prstClr val="white"/>
                </a:solidFill>
                <a:cs typeface="Arial" charset="0"/>
              </a:rPr>
              <a:t>3</a:t>
            </a:r>
          </a:p>
        </p:txBody>
      </p:sp>
    </p:spTree>
    <p:extLst>
      <p:ext uri="{BB962C8B-B14F-4D97-AF65-F5344CB8AC3E}">
        <p14:creationId xmlns:p14="http://schemas.microsoft.com/office/powerpoint/2010/main" val="1423356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9C23025-B112-B6F5-A68E-723572D88EA8}"/>
              </a:ext>
            </a:extLst>
          </p:cNvPr>
          <p:cNvGraphicFramePr>
            <a:graphicFrameLocks noChangeAspect="1"/>
          </p:cNvGraphicFramePr>
          <p:nvPr>
            <p:custDataLst>
              <p:tags r:id="rId1"/>
            </p:custDataLst>
            <p:extLst>
              <p:ext uri="{D42A27DB-BD31-4B8C-83A1-F6EECF244321}">
                <p14:modId xmlns:p14="http://schemas.microsoft.com/office/powerpoint/2010/main" val="3432204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B10A5E6-9E88-30CC-9F77-662BEC9926DC}"/>
              </a:ext>
            </a:extLst>
          </p:cNvPr>
          <p:cNvSpPr>
            <a:spLocks noGrp="1"/>
          </p:cNvSpPr>
          <p:nvPr>
            <p:ph type="title"/>
          </p:nvPr>
        </p:nvSpPr>
        <p:spPr/>
        <p:txBody>
          <a:bodyPr vert="horz"/>
          <a:lstStyle/>
          <a:p>
            <a:pPr algn="r" rtl="1"/>
            <a:r>
              <a:rPr lang="ar-SA" dirty="0">
                <a:cs typeface="Arial" charset="0"/>
              </a:rPr>
              <a:t>ومن جهة أخرى سنقوم بالاستعانة بأكاديمية بي دبليو سي الشرق الأوسط لضمان تطوير القدرات ونقل المعرفة بكفاءة للمركز</a:t>
            </a:r>
          </a:p>
        </p:txBody>
      </p:sp>
      <p:sp>
        <p:nvSpPr>
          <p:cNvPr id="3" name="Subtitle 2">
            <a:extLst>
              <a:ext uri="{FF2B5EF4-FFF2-40B4-BE49-F238E27FC236}">
                <a16:creationId xmlns:a16="http://schemas.microsoft.com/office/drawing/2014/main" id="{72B08055-51E1-E732-B3D1-20EA83AB6C8F}"/>
              </a:ext>
            </a:extLst>
          </p:cNvPr>
          <p:cNvSpPr>
            <a:spLocks noGrp="1"/>
          </p:cNvSpPr>
          <p:nvPr>
            <p:ph type="subTitle" idx="13"/>
          </p:nvPr>
        </p:nvSpPr>
        <p:spPr/>
        <p:txBody>
          <a:bodyPr/>
          <a:lstStyle/>
          <a:p>
            <a:pPr algn="r" rtl="1"/>
            <a:r>
              <a:rPr lang="ar-SA" dirty="0">
                <a:cs typeface="Arial" charset="0"/>
              </a:rPr>
              <a:t>لمحة عامة عن أكاديمية بي دبليو سي الشرق الأوسط</a:t>
            </a:r>
          </a:p>
        </p:txBody>
      </p:sp>
      <p:sp>
        <p:nvSpPr>
          <p:cNvPr id="4" name="Text Placeholder 3">
            <a:extLst>
              <a:ext uri="{FF2B5EF4-FFF2-40B4-BE49-F238E27FC236}">
                <a16:creationId xmlns:a16="http://schemas.microsoft.com/office/drawing/2014/main" id="{60C961B3-15F0-686A-7942-FF34E528B7D1}"/>
              </a:ext>
            </a:extLst>
          </p:cNvPr>
          <p:cNvSpPr>
            <a:spLocks noGrp="1"/>
          </p:cNvSpPr>
          <p:nvPr>
            <p:ph type="body" sz="quarter" idx="17"/>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1235F82-D92E-5E15-F3F8-21CF413C1CEE}"/>
              </a:ext>
            </a:extLst>
          </p:cNvPr>
          <p:cNvSpPr>
            <a:spLocks noGrp="1"/>
          </p:cNvSpPr>
          <p:nvPr>
            <p:ph type="sldNum" sz="quarter" idx="18"/>
          </p:nvPr>
        </p:nvSpPr>
        <p:spPr/>
        <p:txBody>
          <a:bodyPr/>
          <a:lstStyle/>
          <a:p>
            <a:pPr algn="r" rtl="1">
              <a:defRPr/>
            </a:pPr>
            <a:r>
              <a:rPr lang="ar-SA" b="1" dirty="0">
                <a:cs typeface="Arial" charset="0"/>
              </a:rPr>
              <a:t>12</a:t>
            </a:r>
          </a:p>
        </p:txBody>
      </p:sp>
      <p:sp>
        <p:nvSpPr>
          <p:cNvPr id="12" name="Google Shape;1229;p94">
            <a:extLst>
              <a:ext uri="{FF2B5EF4-FFF2-40B4-BE49-F238E27FC236}">
                <a16:creationId xmlns:a16="http://schemas.microsoft.com/office/drawing/2014/main" id="{25CA49B2-7F9C-1943-6447-943180CADC0C}"/>
              </a:ext>
            </a:extLst>
          </p:cNvPr>
          <p:cNvSpPr txBox="1"/>
          <p:nvPr/>
        </p:nvSpPr>
        <p:spPr>
          <a:xfrm>
            <a:off x="442912" y="1911550"/>
            <a:ext cx="6379127" cy="1002900"/>
          </a:xfrm>
          <a:prstGeom prst="rect">
            <a:avLst/>
          </a:prstGeom>
          <a:noFill/>
          <a:ln>
            <a:noFill/>
          </a:ln>
        </p:spPr>
        <p:txBody>
          <a:bodyPr spcFirstLastPara="1" wrap="square" lIns="0" tIns="139700" rIns="0" bIns="0" anchor="t" anchorCtr="0">
            <a:noAutofit/>
          </a:bodyPr>
          <a:lstStyle/>
          <a:p>
            <a:pPr marL="12700" marR="1270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b="1" strike="noStrike" kern="0" cap="none" spc="0" normalizeH="0" noProof="0" dirty="0">
                <a:ln>
                  <a:noFill/>
                </a:ln>
                <a:solidFill>
                  <a:srgbClr val="000000"/>
                </a:solidFill>
                <a:effectLst/>
                <a:uLnTx/>
                <a:uFillTx/>
                <a:latin typeface="Arial"/>
                <a:ea typeface="+mn-ea"/>
                <a:cs typeface="Arial"/>
                <a:sym typeface="Arial"/>
              </a:rPr>
              <a:t>نحن أكاديمية متخصصة في تطوير المواهب والمهارات في شركة بي دبليو سي.</a:t>
            </a:r>
            <a:r>
              <a:rPr lang="ar-SA" dirty="0">
                <a:cs typeface="Arial" charset="0"/>
              </a:rPr>
              <a:t> </a:t>
            </a:r>
            <a:r>
              <a:rPr kumimoji="0" lang="ar-SA" sz="1600" strike="noStrike" kern="0" cap="none" spc="0" normalizeH="0" noProof="0" dirty="0">
                <a:ln>
                  <a:noFill/>
                </a:ln>
                <a:solidFill>
                  <a:srgbClr val="000000"/>
                </a:solidFill>
                <a:effectLst/>
                <a:uLnTx/>
                <a:uFillTx/>
                <a:latin typeface="Arial"/>
                <a:ea typeface="+mn-ea"/>
                <a:cs typeface="Arial"/>
                <a:sym typeface="Arial"/>
              </a:rPr>
              <a:t>نعمل في جميع أنحاء الشرق الأوسط وفي نفس الوقت نُعتبر جزءًا من شبكة من الأكاديميات الموجودة في أكثر من 40 دولة حول العالم.</a:t>
            </a:r>
          </a:p>
          <a:p>
            <a:pPr marL="12700" marR="12700" lvl="0" indent="0" algn="r" defTabSz="914400" rtl="1" eaLnBrk="1" fontAlgn="auto" latinLnBrk="0" hangingPunct="1">
              <a:lnSpc>
                <a:spcPct val="100000"/>
              </a:lnSpc>
              <a:spcBef>
                <a:spcPts val="1000"/>
              </a:spcBef>
              <a:spcAft>
                <a:spcPts val="0"/>
              </a:spcAft>
              <a:buClr>
                <a:srgbClr val="000000"/>
              </a:buClr>
              <a:buSzTx/>
              <a:buFont typeface="Arial"/>
              <a:buNone/>
              <a:tabLst/>
              <a:defRPr/>
            </a:pPr>
            <a:r>
              <a:rPr kumimoji="0" lang="ar-SA" sz="1300" strike="noStrike" kern="0" cap="none" spc="0" normalizeH="0" noProof="0" dirty="0">
                <a:ln>
                  <a:noFill/>
                </a:ln>
                <a:solidFill>
                  <a:srgbClr val="000000"/>
                </a:solidFill>
                <a:effectLst/>
                <a:uLnTx/>
                <a:uFillTx/>
                <a:latin typeface="Arial"/>
                <a:ea typeface="+mn-ea"/>
                <a:cs typeface="Arial"/>
                <a:sym typeface="Arial"/>
              </a:rPr>
              <a:t>نصنع التغيير من خلال تنمية رأس المال </a:t>
            </a:r>
            <a:r>
              <a:rPr lang="ar-SA" sz="1300" kern="0" dirty="0">
                <a:solidFill>
                  <a:srgbClr val="000000"/>
                </a:solidFill>
                <a:latin typeface="Arial"/>
                <a:cs typeface="Arial"/>
                <a:sym typeface="Arial"/>
              </a:rPr>
              <a:t>البشري وتطويره.</a:t>
            </a:r>
            <a:r>
              <a:rPr lang="ar-SA" sz="1300" kern="0" dirty="0">
                <a:solidFill>
                  <a:srgbClr val="000000"/>
                </a:solidFill>
                <a:latin typeface="Arial"/>
                <a:cs typeface="Arial"/>
              </a:rPr>
              <a:t> و</a:t>
            </a:r>
            <a:r>
              <a:rPr lang="ar-SA" sz="1300" kern="0" dirty="0">
                <a:solidFill>
                  <a:srgbClr val="000000"/>
                </a:solidFill>
                <a:latin typeface="Arial"/>
                <a:cs typeface="Arial"/>
                <a:sym typeface="Arial"/>
              </a:rPr>
              <a:t>صُممت </a:t>
            </a:r>
            <a:r>
              <a:rPr kumimoji="0" lang="ar-SA" sz="1300" strike="noStrike" kern="0" cap="none" spc="0" normalizeH="0" noProof="0" dirty="0">
                <a:ln>
                  <a:noFill/>
                </a:ln>
                <a:solidFill>
                  <a:srgbClr val="000000"/>
                </a:solidFill>
                <a:effectLst/>
                <a:uLnTx/>
                <a:uFillTx/>
                <a:latin typeface="Arial"/>
                <a:ea typeface="+mn-ea"/>
                <a:cs typeface="Arial"/>
                <a:sym typeface="Arial"/>
              </a:rPr>
              <a:t>برامجنا لتمنح الدارسين فيها المعرفة والمهارات والتصورات اللازمة لحل المشاكل المهمة اليوم واستشراف المستقبل والاستعداد له والتعامل مع تحدياته.</a:t>
            </a:r>
          </a:p>
          <a:p>
            <a:pPr marL="12700" marR="1270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dirty="0">
              <a:ln>
                <a:noFill/>
              </a:ln>
              <a:solidFill>
                <a:srgbClr val="000000"/>
              </a:solidFill>
              <a:effectLst/>
              <a:uLnTx/>
              <a:uFillTx/>
              <a:latin typeface="Arial"/>
              <a:ea typeface="+mn-ea"/>
              <a:cs typeface="Arial"/>
              <a:sym typeface="Arial"/>
            </a:endParaRPr>
          </a:p>
          <a:p>
            <a:pPr marL="12700" marR="1270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300" strike="noStrike" kern="0" cap="none" spc="0" normalizeH="0" noProof="0" dirty="0">
                <a:ln>
                  <a:noFill/>
                </a:ln>
                <a:solidFill>
                  <a:srgbClr val="000000"/>
                </a:solidFill>
                <a:effectLst/>
                <a:uLnTx/>
                <a:uFillTx/>
                <a:latin typeface="Arial"/>
                <a:ea typeface="+mn-ea"/>
                <a:cs typeface="Arial"/>
                <a:sym typeface="Arial"/>
              </a:rPr>
              <a:t>نحن ملتزمون بتطوير قوى عاملة مستدامة، اليوم وغدًا!</a:t>
            </a:r>
          </a:p>
          <a:p>
            <a:pPr marL="12700" marR="1270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1"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3" name="Google Shape;1230;p94">
            <a:extLst>
              <a:ext uri="{FF2B5EF4-FFF2-40B4-BE49-F238E27FC236}">
                <a16:creationId xmlns:a16="http://schemas.microsoft.com/office/drawing/2014/main" id="{3188F3EF-AE50-5746-9487-A6A824CC8CDB}"/>
              </a:ext>
            </a:extLst>
          </p:cNvPr>
          <p:cNvSpPr/>
          <p:nvPr/>
        </p:nvSpPr>
        <p:spPr>
          <a:xfrm>
            <a:off x="450246" y="4362650"/>
            <a:ext cx="2971200" cy="1422000"/>
          </a:xfrm>
          <a:prstGeom prst="rect">
            <a:avLst/>
          </a:prstGeom>
          <a:solidFill>
            <a:srgbClr val="F2F2F2"/>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4" name="Google Shape;1231;p94">
            <a:extLst>
              <a:ext uri="{FF2B5EF4-FFF2-40B4-BE49-F238E27FC236}">
                <a16:creationId xmlns:a16="http://schemas.microsoft.com/office/drawing/2014/main" id="{6EE129CE-F883-D56A-1F36-508A46F452EA}"/>
              </a:ext>
            </a:extLst>
          </p:cNvPr>
          <p:cNvSpPr txBox="1"/>
          <p:nvPr/>
        </p:nvSpPr>
        <p:spPr>
          <a:xfrm>
            <a:off x="532635" y="4476521"/>
            <a:ext cx="1412400" cy="697500"/>
          </a:xfrm>
          <a:prstGeom prst="rect">
            <a:avLst/>
          </a:prstGeom>
          <a:noFill/>
          <a:ln>
            <a:noFill/>
          </a:ln>
        </p:spPr>
        <p:txBody>
          <a:bodyPr spcFirstLastPara="1" wrap="square" lIns="121900" tIns="60925" rIns="121900" bIns="60925"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3700" b="1" strike="noStrike" kern="0" cap="none" spc="0" normalizeH="0" noProof="0" dirty="0">
                <a:ln>
                  <a:noFill/>
                </a:ln>
                <a:solidFill>
                  <a:srgbClr val="EB8C00"/>
                </a:solidFill>
                <a:effectLst/>
                <a:uLnTx/>
                <a:uFillTx/>
                <a:latin typeface="Arial"/>
                <a:ea typeface="+mn-ea"/>
                <a:cs typeface="Arial"/>
                <a:sym typeface="Arial"/>
              </a:rPr>
              <a:t>7+</a:t>
            </a:r>
          </a:p>
        </p:txBody>
      </p:sp>
      <p:sp>
        <p:nvSpPr>
          <p:cNvPr id="15" name="Google Shape;1232;p94">
            <a:extLst>
              <a:ext uri="{FF2B5EF4-FFF2-40B4-BE49-F238E27FC236}">
                <a16:creationId xmlns:a16="http://schemas.microsoft.com/office/drawing/2014/main" id="{5A00E94D-4836-7CC0-580A-D4A23A648C03}"/>
              </a:ext>
            </a:extLst>
          </p:cNvPr>
          <p:cNvSpPr txBox="1"/>
          <p:nvPr/>
        </p:nvSpPr>
        <p:spPr>
          <a:xfrm>
            <a:off x="571228" y="5148716"/>
            <a:ext cx="2885700" cy="737700"/>
          </a:xfrm>
          <a:prstGeom prst="rect">
            <a:avLst/>
          </a:prstGeom>
          <a:noFill/>
          <a:ln>
            <a:noFill/>
          </a:ln>
        </p:spPr>
        <p:txBody>
          <a:bodyPr spcFirstLastPara="1" wrap="square" lIns="121900" tIns="60925" rIns="121900" bIns="60925"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strike="noStrike" kern="0" cap="none" spc="0" normalizeH="0" noProof="0" dirty="0">
                <a:ln>
                  <a:noFill/>
                </a:ln>
                <a:solidFill>
                  <a:srgbClr val="000000"/>
                </a:solidFill>
                <a:effectLst/>
                <a:uLnTx/>
                <a:uFillTx/>
                <a:latin typeface="Arial"/>
                <a:ea typeface="+mn-ea"/>
                <a:cs typeface="Arial"/>
                <a:sym typeface="Arial"/>
              </a:rPr>
              <a:t>عدد سنوات الخبرة في المنطقة</a:t>
            </a:r>
            <a:r>
              <a:rPr lang="ar-SA" dirty="0">
                <a:cs typeface="Arial" charset="0"/>
              </a:rPr>
              <a:t> </a:t>
            </a:r>
            <a:br>
              <a:rPr kumimoji="0" lang="en-US" sz="20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n-US" sz="2000" b="0" i="0"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2000" b="0" i="0" u="none" strike="noStrike" kern="0" cap="none" spc="0" normalizeH="0" baseline="0" noProof="0" dirty="0">
              <a:ln>
                <a:noFill/>
              </a:ln>
              <a:solidFill>
                <a:srgbClr val="000000"/>
              </a:solidFill>
              <a:effectLst/>
              <a:uLnTx/>
              <a:uFillTx/>
              <a:latin typeface="Arial"/>
              <a:ea typeface="Arial"/>
              <a:cs typeface="Arial"/>
              <a:sym typeface="Arial"/>
            </a:endParaRPr>
          </a:p>
        </p:txBody>
      </p:sp>
      <p:cxnSp>
        <p:nvCxnSpPr>
          <p:cNvPr id="16" name="Google Shape;1233;p94">
            <a:extLst>
              <a:ext uri="{FF2B5EF4-FFF2-40B4-BE49-F238E27FC236}">
                <a16:creationId xmlns:a16="http://schemas.microsoft.com/office/drawing/2014/main" id="{678BCD99-CDA2-9536-7216-3661BADE138B}"/>
              </a:ext>
            </a:extLst>
          </p:cNvPr>
          <p:cNvCxnSpPr/>
          <p:nvPr/>
        </p:nvCxnSpPr>
        <p:spPr>
          <a:xfrm>
            <a:off x="456115" y="4365716"/>
            <a:ext cx="2959200" cy="0"/>
          </a:xfrm>
          <a:prstGeom prst="straightConnector1">
            <a:avLst/>
          </a:prstGeom>
          <a:noFill/>
          <a:ln w="38100" cap="flat" cmpd="sng">
            <a:solidFill>
              <a:srgbClr val="EB8C00"/>
            </a:solidFill>
            <a:prstDash val="solid"/>
            <a:round/>
            <a:headEnd type="none" w="med" len="med"/>
            <a:tailEnd type="none" w="med" len="med"/>
          </a:ln>
        </p:spPr>
      </p:cxnSp>
      <p:sp>
        <p:nvSpPr>
          <p:cNvPr id="17" name="Google Shape;1234;p94">
            <a:extLst>
              <a:ext uri="{FF2B5EF4-FFF2-40B4-BE49-F238E27FC236}">
                <a16:creationId xmlns:a16="http://schemas.microsoft.com/office/drawing/2014/main" id="{E8BE7F99-FB34-C77F-14C6-1F64A7D79675}"/>
              </a:ext>
            </a:extLst>
          </p:cNvPr>
          <p:cNvSpPr/>
          <p:nvPr/>
        </p:nvSpPr>
        <p:spPr>
          <a:xfrm>
            <a:off x="3536306" y="4362650"/>
            <a:ext cx="2962656" cy="1422000"/>
          </a:xfrm>
          <a:prstGeom prst="rect">
            <a:avLst/>
          </a:prstGeom>
          <a:solidFill>
            <a:srgbClr val="F2F2F2"/>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8" name="Google Shape;1235;p94">
            <a:extLst>
              <a:ext uri="{FF2B5EF4-FFF2-40B4-BE49-F238E27FC236}">
                <a16:creationId xmlns:a16="http://schemas.microsoft.com/office/drawing/2014/main" id="{963C3151-98DB-75C6-6404-E8C2F74A0D52}"/>
              </a:ext>
            </a:extLst>
          </p:cNvPr>
          <p:cNvSpPr txBox="1"/>
          <p:nvPr/>
        </p:nvSpPr>
        <p:spPr>
          <a:xfrm>
            <a:off x="3623968" y="4476521"/>
            <a:ext cx="1412400" cy="697500"/>
          </a:xfrm>
          <a:prstGeom prst="rect">
            <a:avLst/>
          </a:prstGeom>
          <a:noFill/>
          <a:ln>
            <a:noFill/>
          </a:ln>
        </p:spPr>
        <p:txBody>
          <a:bodyPr spcFirstLastPara="1" wrap="square" lIns="121900" tIns="60925" rIns="121900" bIns="60925"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3700" b="1" strike="noStrike" kern="0" cap="none" spc="0" normalizeH="0" noProof="0" dirty="0">
                <a:ln>
                  <a:noFill/>
                </a:ln>
                <a:solidFill>
                  <a:srgbClr val="A32020"/>
                </a:solidFill>
                <a:effectLst/>
                <a:uLnTx/>
                <a:uFillTx/>
                <a:latin typeface="Arial"/>
                <a:ea typeface="+mn-ea"/>
                <a:cs typeface="Arial"/>
                <a:sym typeface="Arial"/>
              </a:rPr>
              <a:t>220+</a:t>
            </a:r>
          </a:p>
        </p:txBody>
      </p:sp>
      <p:sp>
        <p:nvSpPr>
          <p:cNvPr id="19" name="Google Shape;1236;p94">
            <a:extLst>
              <a:ext uri="{FF2B5EF4-FFF2-40B4-BE49-F238E27FC236}">
                <a16:creationId xmlns:a16="http://schemas.microsoft.com/office/drawing/2014/main" id="{3C979D42-4BAC-F395-0582-2B53E6D3F1F6}"/>
              </a:ext>
            </a:extLst>
          </p:cNvPr>
          <p:cNvSpPr txBox="1"/>
          <p:nvPr/>
        </p:nvSpPr>
        <p:spPr>
          <a:xfrm>
            <a:off x="3662573" y="5145683"/>
            <a:ext cx="2285100" cy="354300"/>
          </a:xfrm>
          <a:prstGeom prst="rect">
            <a:avLst/>
          </a:prstGeom>
          <a:noFill/>
          <a:ln>
            <a:noFill/>
          </a:ln>
        </p:spPr>
        <p:txBody>
          <a:bodyPr spcFirstLastPara="1" wrap="square" lIns="121900" tIns="60925" rIns="121900" bIns="60925"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Tx/>
              <a:buFont typeface="Arial"/>
              <a:buNone/>
              <a:tabLst/>
              <a:defRPr/>
            </a:pPr>
            <a:r>
              <a:rPr kumimoji="0" lang="ar-SA" sz="1600" strike="noStrike" kern="0" cap="none" spc="0" normalizeH="0" noProof="0" dirty="0">
                <a:ln>
                  <a:noFill/>
                </a:ln>
                <a:solidFill>
                  <a:srgbClr val="000000"/>
                </a:solidFill>
                <a:effectLst/>
                <a:uLnTx/>
                <a:uFillTx/>
                <a:latin typeface="Arial"/>
                <a:ea typeface="+mn-ea"/>
                <a:cs typeface="Arial"/>
                <a:sym typeface="Arial"/>
              </a:rPr>
              <a:t>خبراء التدريب</a:t>
            </a:r>
          </a:p>
        </p:txBody>
      </p:sp>
      <p:cxnSp>
        <p:nvCxnSpPr>
          <p:cNvPr id="20" name="Google Shape;1237;p94">
            <a:extLst>
              <a:ext uri="{FF2B5EF4-FFF2-40B4-BE49-F238E27FC236}">
                <a16:creationId xmlns:a16="http://schemas.microsoft.com/office/drawing/2014/main" id="{F828F7C2-024B-BCDF-7B7A-BCBC3641F04D}"/>
              </a:ext>
            </a:extLst>
          </p:cNvPr>
          <p:cNvCxnSpPr/>
          <p:nvPr/>
        </p:nvCxnSpPr>
        <p:spPr>
          <a:xfrm>
            <a:off x="3541726" y="4365716"/>
            <a:ext cx="2962656" cy="0"/>
          </a:xfrm>
          <a:prstGeom prst="straightConnector1">
            <a:avLst/>
          </a:prstGeom>
          <a:noFill/>
          <a:ln w="38100" cap="flat" cmpd="sng">
            <a:solidFill>
              <a:srgbClr val="888888"/>
            </a:solidFill>
            <a:prstDash val="solid"/>
            <a:round/>
            <a:headEnd type="none" w="med" len="med"/>
            <a:tailEnd type="none" w="med" len="med"/>
          </a:ln>
        </p:spPr>
      </p:cxnSp>
      <p:sp>
        <p:nvSpPr>
          <p:cNvPr id="21" name="Google Shape;1238;p94">
            <a:extLst>
              <a:ext uri="{FF2B5EF4-FFF2-40B4-BE49-F238E27FC236}">
                <a16:creationId xmlns:a16="http://schemas.microsoft.com/office/drawing/2014/main" id="{85DF4DA0-766B-E77B-EE29-EE13D489EC9E}"/>
              </a:ext>
            </a:extLst>
          </p:cNvPr>
          <p:cNvSpPr/>
          <p:nvPr/>
        </p:nvSpPr>
        <p:spPr>
          <a:xfrm>
            <a:off x="7627000" y="1944788"/>
            <a:ext cx="3792300" cy="4246800"/>
          </a:xfrm>
          <a:prstGeom prst="rect">
            <a:avLst/>
          </a:prstGeom>
          <a:solidFill>
            <a:srgbClr val="F2F2F2"/>
          </a:solidFill>
          <a:ln>
            <a:noFill/>
          </a:ln>
        </p:spPr>
        <p:txBody>
          <a:bodyPr spcFirstLastPara="1" wrap="square" lIns="121900" tIns="60925" rIns="121900" bIns="609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22" name="Google Shape;1239;p94">
            <a:extLst>
              <a:ext uri="{FF2B5EF4-FFF2-40B4-BE49-F238E27FC236}">
                <a16:creationId xmlns:a16="http://schemas.microsoft.com/office/drawing/2014/main" id="{6126B236-6925-4708-BFB2-83E2D39E113A}"/>
              </a:ext>
            </a:extLst>
          </p:cNvPr>
          <p:cNvSpPr txBox="1"/>
          <p:nvPr/>
        </p:nvSpPr>
        <p:spPr>
          <a:xfrm>
            <a:off x="8634215" y="2437933"/>
            <a:ext cx="1778100" cy="2895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2400"/>
              <a:buFont typeface="Arial"/>
              <a:buNone/>
              <a:tabLst/>
              <a:defRPr/>
            </a:pPr>
            <a:r>
              <a:rPr kumimoji="0" lang="ar-SA" sz="2400" strike="noStrike" kern="0" cap="none" spc="0" normalizeH="0" noProof="0" dirty="0">
                <a:ln>
                  <a:noFill/>
                </a:ln>
                <a:solidFill>
                  <a:srgbClr val="EB8C00"/>
                </a:solidFill>
                <a:effectLst/>
                <a:uLnTx/>
                <a:uFillTx/>
                <a:latin typeface="Arial"/>
                <a:ea typeface="+mn-ea"/>
                <a:cs typeface="Arial"/>
                <a:sym typeface="Arial"/>
              </a:rPr>
              <a:t>9100+</a:t>
            </a:r>
          </a:p>
        </p:txBody>
      </p:sp>
      <p:sp>
        <p:nvSpPr>
          <p:cNvPr id="23" name="Google Shape;1240;p94">
            <a:extLst>
              <a:ext uri="{FF2B5EF4-FFF2-40B4-BE49-F238E27FC236}">
                <a16:creationId xmlns:a16="http://schemas.microsoft.com/office/drawing/2014/main" id="{230FF56A-2B00-5F17-4ECC-610E6BF25965}"/>
              </a:ext>
            </a:extLst>
          </p:cNvPr>
          <p:cNvSpPr txBox="1"/>
          <p:nvPr/>
        </p:nvSpPr>
        <p:spPr>
          <a:xfrm>
            <a:off x="8634218" y="2782286"/>
            <a:ext cx="2100000" cy="1737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200" strike="noStrike" kern="0" cap="none" spc="0" normalizeH="0" noProof="0" dirty="0">
                <a:ln>
                  <a:noFill/>
                </a:ln>
                <a:solidFill>
                  <a:srgbClr val="000000"/>
                </a:solidFill>
                <a:effectLst/>
                <a:uLnTx/>
                <a:uFillTx/>
                <a:latin typeface="Arial"/>
                <a:ea typeface="+mn-ea"/>
                <a:cs typeface="Arial"/>
                <a:sym typeface="Arial"/>
              </a:rPr>
              <a:t>المواطنون الذين تم تدريبهم</a:t>
            </a:r>
          </a:p>
        </p:txBody>
      </p:sp>
      <p:sp>
        <p:nvSpPr>
          <p:cNvPr id="24" name="Google Shape;1241;p94">
            <a:extLst>
              <a:ext uri="{FF2B5EF4-FFF2-40B4-BE49-F238E27FC236}">
                <a16:creationId xmlns:a16="http://schemas.microsoft.com/office/drawing/2014/main" id="{7CC20081-DF58-0181-8E5E-4C125275EF9A}"/>
              </a:ext>
            </a:extLst>
          </p:cNvPr>
          <p:cNvSpPr txBox="1"/>
          <p:nvPr/>
        </p:nvSpPr>
        <p:spPr>
          <a:xfrm>
            <a:off x="8620736" y="3290233"/>
            <a:ext cx="1778100" cy="2895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2400"/>
              <a:buFont typeface="Arial"/>
              <a:buNone/>
              <a:tabLst/>
              <a:defRPr/>
            </a:pPr>
            <a:r>
              <a:rPr kumimoji="0" lang="ar-SA" sz="2400" strike="noStrike" kern="0" cap="none" spc="0" normalizeH="0" noProof="0" dirty="0">
                <a:ln>
                  <a:noFill/>
                </a:ln>
                <a:solidFill>
                  <a:srgbClr val="D04A02"/>
                </a:solidFill>
                <a:effectLst/>
                <a:uLnTx/>
                <a:uFillTx/>
                <a:latin typeface="Arial"/>
                <a:ea typeface="+mn-ea"/>
                <a:cs typeface="Arial"/>
                <a:sym typeface="Arial"/>
              </a:rPr>
              <a:t>58,600+</a:t>
            </a:r>
          </a:p>
        </p:txBody>
      </p:sp>
      <p:sp>
        <p:nvSpPr>
          <p:cNvPr id="25" name="Google Shape;1242;p94">
            <a:extLst>
              <a:ext uri="{FF2B5EF4-FFF2-40B4-BE49-F238E27FC236}">
                <a16:creationId xmlns:a16="http://schemas.microsoft.com/office/drawing/2014/main" id="{6D77BECA-5739-3F94-D781-1E6B70274EA8}"/>
              </a:ext>
            </a:extLst>
          </p:cNvPr>
          <p:cNvSpPr txBox="1"/>
          <p:nvPr/>
        </p:nvSpPr>
        <p:spPr>
          <a:xfrm>
            <a:off x="8631368" y="3634592"/>
            <a:ext cx="2467500" cy="3753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200" strike="noStrike" kern="0" cap="none" spc="0" normalizeH="0" noProof="0" dirty="0">
                <a:ln>
                  <a:noFill/>
                </a:ln>
                <a:solidFill>
                  <a:srgbClr val="000000"/>
                </a:solidFill>
                <a:effectLst/>
                <a:uLnTx/>
                <a:uFillTx/>
                <a:latin typeface="Arial"/>
                <a:ea typeface="+mn-ea"/>
                <a:cs typeface="Arial"/>
                <a:sym typeface="Arial"/>
              </a:rPr>
              <a:t>عدد أيام تدريب المشاركين</a:t>
            </a:r>
          </a:p>
        </p:txBody>
      </p:sp>
      <p:sp>
        <p:nvSpPr>
          <p:cNvPr id="26" name="Google Shape;1243;p94">
            <a:extLst>
              <a:ext uri="{FF2B5EF4-FFF2-40B4-BE49-F238E27FC236}">
                <a16:creationId xmlns:a16="http://schemas.microsoft.com/office/drawing/2014/main" id="{542351F1-3196-1242-1295-19C0B01D58AF}"/>
              </a:ext>
            </a:extLst>
          </p:cNvPr>
          <p:cNvSpPr txBox="1"/>
          <p:nvPr/>
        </p:nvSpPr>
        <p:spPr>
          <a:xfrm>
            <a:off x="8634214" y="4166850"/>
            <a:ext cx="1778100" cy="2895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2400"/>
              <a:buFont typeface="Arial"/>
              <a:buNone/>
              <a:tabLst/>
              <a:defRPr/>
            </a:pPr>
            <a:r>
              <a:rPr kumimoji="0" lang="ar-SA" sz="2400" strike="noStrike" kern="0" cap="none" spc="0" normalizeH="0" noProof="0" dirty="0">
                <a:ln>
                  <a:noFill/>
                </a:ln>
                <a:solidFill>
                  <a:srgbClr val="454449"/>
                </a:solidFill>
                <a:effectLst/>
                <a:uLnTx/>
                <a:uFillTx/>
                <a:latin typeface="Arial"/>
                <a:ea typeface="+mn-ea"/>
                <a:cs typeface="Arial"/>
                <a:sym typeface="Arial"/>
              </a:rPr>
              <a:t>660+</a:t>
            </a:r>
          </a:p>
        </p:txBody>
      </p:sp>
      <p:cxnSp>
        <p:nvCxnSpPr>
          <p:cNvPr id="27" name="Google Shape;1244;p94">
            <a:extLst>
              <a:ext uri="{FF2B5EF4-FFF2-40B4-BE49-F238E27FC236}">
                <a16:creationId xmlns:a16="http://schemas.microsoft.com/office/drawing/2014/main" id="{46780B9C-0403-6827-1037-D121ACF8EDDC}"/>
              </a:ext>
            </a:extLst>
          </p:cNvPr>
          <p:cNvCxnSpPr/>
          <p:nvPr/>
        </p:nvCxnSpPr>
        <p:spPr>
          <a:xfrm rot="10800000">
            <a:off x="7894192" y="3103468"/>
            <a:ext cx="3190500" cy="0"/>
          </a:xfrm>
          <a:prstGeom prst="straightConnector1">
            <a:avLst/>
          </a:prstGeom>
          <a:noFill/>
          <a:ln w="9525" cap="flat" cmpd="sng">
            <a:solidFill>
              <a:schemeClr val="accent3"/>
            </a:solidFill>
            <a:prstDash val="dash"/>
            <a:round/>
            <a:headEnd type="none" w="sm" len="sm"/>
            <a:tailEnd type="none" w="sm" len="sm"/>
          </a:ln>
        </p:spPr>
      </p:cxnSp>
      <p:grpSp>
        <p:nvGrpSpPr>
          <p:cNvPr id="28" name="Google Shape;1245;p94">
            <a:extLst>
              <a:ext uri="{FF2B5EF4-FFF2-40B4-BE49-F238E27FC236}">
                <a16:creationId xmlns:a16="http://schemas.microsoft.com/office/drawing/2014/main" id="{48BF4124-19F8-3F31-3558-152CAE69ED26}"/>
              </a:ext>
            </a:extLst>
          </p:cNvPr>
          <p:cNvGrpSpPr/>
          <p:nvPr/>
        </p:nvGrpSpPr>
        <p:grpSpPr>
          <a:xfrm>
            <a:off x="7910710" y="2474548"/>
            <a:ext cx="438330" cy="378330"/>
            <a:chOff x="8136831" y="618207"/>
            <a:chExt cx="212688" cy="212688"/>
          </a:xfrm>
        </p:grpSpPr>
        <p:sp>
          <p:nvSpPr>
            <p:cNvPr id="29" name="Google Shape;1246;p94">
              <a:extLst>
                <a:ext uri="{FF2B5EF4-FFF2-40B4-BE49-F238E27FC236}">
                  <a16:creationId xmlns:a16="http://schemas.microsoft.com/office/drawing/2014/main" id="{7F332477-F414-F856-971F-65D1287DFA27}"/>
                </a:ext>
              </a:extLst>
            </p:cNvPr>
            <p:cNvSpPr/>
            <p:nvPr/>
          </p:nvSpPr>
          <p:spPr>
            <a:xfrm>
              <a:off x="8296347" y="684421"/>
              <a:ext cx="30097" cy="40130"/>
            </a:xfrm>
            <a:custGeom>
              <a:avLst/>
              <a:gdLst/>
              <a:ahLst/>
              <a:cxnLst/>
              <a:rect l="l" t="t" r="r" b="b"/>
              <a:pathLst>
                <a:path w="90" h="120" extrusionOk="0">
                  <a:moveTo>
                    <a:pt x="45" y="120"/>
                  </a:moveTo>
                  <a:lnTo>
                    <a:pt x="45" y="120"/>
                  </a:lnTo>
                  <a:lnTo>
                    <a:pt x="50" y="120"/>
                  </a:lnTo>
                  <a:lnTo>
                    <a:pt x="55" y="119"/>
                  </a:lnTo>
                  <a:lnTo>
                    <a:pt x="63" y="115"/>
                  </a:lnTo>
                  <a:lnTo>
                    <a:pt x="69" y="109"/>
                  </a:lnTo>
                  <a:lnTo>
                    <a:pt x="76" y="104"/>
                  </a:lnTo>
                  <a:lnTo>
                    <a:pt x="76" y="104"/>
                  </a:lnTo>
                  <a:lnTo>
                    <a:pt x="79" y="100"/>
                  </a:lnTo>
                  <a:lnTo>
                    <a:pt x="82" y="94"/>
                  </a:lnTo>
                  <a:lnTo>
                    <a:pt x="87" y="82"/>
                  </a:lnTo>
                  <a:lnTo>
                    <a:pt x="89" y="68"/>
                  </a:lnTo>
                  <a:lnTo>
                    <a:pt x="90" y="50"/>
                  </a:lnTo>
                  <a:lnTo>
                    <a:pt x="90" y="50"/>
                  </a:lnTo>
                  <a:lnTo>
                    <a:pt x="89" y="40"/>
                  </a:lnTo>
                  <a:lnTo>
                    <a:pt x="87" y="31"/>
                  </a:lnTo>
                  <a:lnTo>
                    <a:pt x="83" y="22"/>
                  </a:lnTo>
                  <a:lnTo>
                    <a:pt x="77" y="15"/>
                  </a:lnTo>
                  <a:lnTo>
                    <a:pt x="71" y="9"/>
                  </a:lnTo>
                  <a:lnTo>
                    <a:pt x="63" y="5"/>
                  </a:lnTo>
                  <a:lnTo>
                    <a:pt x="54" y="1"/>
                  </a:lnTo>
                  <a:lnTo>
                    <a:pt x="45" y="0"/>
                  </a:lnTo>
                  <a:lnTo>
                    <a:pt x="45" y="0"/>
                  </a:lnTo>
                  <a:lnTo>
                    <a:pt x="35" y="1"/>
                  </a:lnTo>
                  <a:lnTo>
                    <a:pt x="28" y="5"/>
                  </a:lnTo>
                  <a:lnTo>
                    <a:pt x="20" y="9"/>
                  </a:lnTo>
                  <a:lnTo>
                    <a:pt x="13" y="15"/>
                  </a:lnTo>
                  <a:lnTo>
                    <a:pt x="8" y="22"/>
                  </a:lnTo>
                  <a:lnTo>
                    <a:pt x="3" y="31"/>
                  </a:lnTo>
                  <a:lnTo>
                    <a:pt x="0" y="40"/>
                  </a:lnTo>
                  <a:lnTo>
                    <a:pt x="0" y="50"/>
                  </a:lnTo>
                  <a:lnTo>
                    <a:pt x="0" y="50"/>
                  </a:lnTo>
                  <a:lnTo>
                    <a:pt x="0" y="68"/>
                  </a:lnTo>
                  <a:lnTo>
                    <a:pt x="3" y="82"/>
                  </a:lnTo>
                  <a:lnTo>
                    <a:pt x="8" y="94"/>
                  </a:lnTo>
                  <a:lnTo>
                    <a:pt x="11" y="100"/>
                  </a:lnTo>
                  <a:lnTo>
                    <a:pt x="14" y="104"/>
                  </a:lnTo>
                  <a:lnTo>
                    <a:pt x="14" y="104"/>
                  </a:lnTo>
                  <a:lnTo>
                    <a:pt x="20" y="109"/>
                  </a:lnTo>
                  <a:lnTo>
                    <a:pt x="26" y="115"/>
                  </a:lnTo>
                  <a:lnTo>
                    <a:pt x="35" y="119"/>
                  </a:lnTo>
                  <a:lnTo>
                    <a:pt x="40" y="120"/>
                  </a:lnTo>
                  <a:lnTo>
                    <a:pt x="45" y="120"/>
                  </a:lnTo>
                  <a:lnTo>
                    <a:pt x="45" y="120"/>
                  </a:lnTo>
                  <a:close/>
                  <a:moveTo>
                    <a:pt x="45" y="26"/>
                  </a:moveTo>
                  <a:lnTo>
                    <a:pt x="45" y="26"/>
                  </a:lnTo>
                  <a:lnTo>
                    <a:pt x="48" y="27"/>
                  </a:lnTo>
                  <a:lnTo>
                    <a:pt x="53" y="28"/>
                  </a:lnTo>
                  <a:lnTo>
                    <a:pt x="56" y="30"/>
                  </a:lnTo>
                  <a:lnTo>
                    <a:pt x="59" y="33"/>
                  </a:lnTo>
                  <a:lnTo>
                    <a:pt x="62" y="37"/>
                  </a:lnTo>
                  <a:lnTo>
                    <a:pt x="63" y="41"/>
                  </a:lnTo>
                  <a:lnTo>
                    <a:pt x="64" y="46"/>
                  </a:lnTo>
                  <a:lnTo>
                    <a:pt x="65" y="50"/>
                  </a:lnTo>
                  <a:lnTo>
                    <a:pt x="65" y="50"/>
                  </a:lnTo>
                  <a:lnTo>
                    <a:pt x="64" y="64"/>
                  </a:lnTo>
                  <a:lnTo>
                    <a:pt x="63" y="72"/>
                  </a:lnTo>
                  <a:lnTo>
                    <a:pt x="61" y="79"/>
                  </a:lnTo>
                  <a:lnTo>
                    <a:pt x="57" y="85"/>
                  </a:lnTo>
                  <a:lnTo>
                    <a:pt x="54" y="91"/>
                  </a:lnTo>
                  <a:lnTo>
                    <a:pt x="50" y="94"/>
                  </a:lnTo>
                  <a:lnTo>
                    <a:pt x="45" y="95"/>
                  </a:lnTo>
                  <a:lnTo>
                    <a:pt x="45" y="95"/>
                  </a:lnTo>
                  <a:lnTo>
                    <a:pt x="40" y="94"/>
                  </a:lnTo>
                  <a:lnTo>
                    <a:pt x="35" y="91"/>
                  </a:lnTo>
                  <a:lnTo>
                    <a:pt x="32" y="85"/>
                  </a:lnTo>
                  <a:lnTo>
                    <a:pt x="30" y="79"/>
                  </a:lnTo>
                  <a:lnTo>
                    <a:pt x="28" y="72"/>
                  </a:lnTo>
                  <a:lnTo>
                    <a:pt x="26" y="64"/>
                  </a:lnTo>
                  <a:lnTo>
                    <a:pt x="25" y="50"/>
                  </a:lnTo>
                  <a:lnTo>
                    <a:pt x="25" y="50"/>
                  </a:lnTo>
                  <a:lnTo>
                    <a:pt x="25" y="46"/>
                  </a:lnTo>
                  <a:lnTo>
                    <a:pt x="26" y="41"/>
                  </a:lnTo>
                  <a:lnTo>
                    <a:pt x="29" y="37"/>
                  </a:lnTo>
                  <a:lnTo>
                    <a:pt x="31" y="33"/>
                  </a:lnTo>
                  <a:lnTo>
                    <a:pt x="34" y="30"/>
                  </a:lnTo>
                  <a:lnTo>
                    <a:pt x="37" y="28"/>
                  </a:lnTo>
                  <a:lnTo>
                    <a:pt x="41" y="27"/>
                  </a:lnTo>
                  <a:lnTo>
                    <a:pt x="45" y="26"/>
                  </a:lnTo>
                  <a:lnTo>
                    <a:pt x="45" y="26"/>
                  </a:lnTo>
                  <a:close/>
                </a:path>
              </a:pathLst>
            </a:custGeom>
            <a:solidFill>
              <a:srgbClr val="EB8C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0" name="Google Shape;1247;p94">
              <a:extLst>
                <a:ext uri="{FF2B5EF4-FFF2-40B4-BE49-F238E27FC236}">
                  <a16:creationId xmlns:a16="http://schemas.microsoft.com/office/drawing/2014/main" id="{DB98CEA7-0F9F-AD56-F559-E72D21AAE15D}"/>
                </a:ext>
              </a:extLst>
            </p:cNvPr>
            <p:cNvSpPr/>
            <p:nvPr/>
          </p:nvSpPr>
          <p:spPr>
            <a:xfrm>
              <a:off x="8159905" y="684421"/>
              <a:ext cx="30097" cy="40130"/>
            </a:xfrm>
            <a:custGeom>
              <a:avLst/>
              <a:gdLst/>
              <a:ahLst/>
              <a:cxnLst/>
              <a:rect l="l" t="t" r="r" b="b"/>
              <a:pathLst>
                <a:path w="91" h="120" extrusionOk="0">
                  <a:moveTo>
                    <a:pt x="45" y="120"/>
                  </a:moveTo>
                  <a:lnTo>
                    <a:pt x="45" y="120"/>
                  </a:lnTo>
                  <a:lnTo>
                    <a:pt x="51" y="120"/>
                  </a:lnTo>
                  <a:lnTo>
                    <a:pt x="55" y="119"/>
                  </a:lnTo>
                  <a:lnTo>
                    <a:pt x="64" y="115"/>
                  </a:lnTo>
                  <a:lnTo>
                    <a:pt x="71" y="109"/>
                  </a:lnTo>
                  <a:lnTo>
                    <a:pt x="76" y="104"/>
                  </a:lnTo>
                  <a:lnTo>
                    <a:pt x="76" y="104"/>
                  </a:lnTo>
                  <a:lnTo>
                    <a:pt x="80" y="100"/>
                  </a:lnTo>
                  <a:lnTo>
                    <a:pt x="83" y="94"/>
                  </a:lnTo>
                  <a:lnTo>
                    <a:pt x="87" y="82"/>
                  </a:lnTo>
                  <a:lnTo>
                    <a:pt x="91" y="68"/>
                  </a:lnTo>
                  <a:lnTo>
                    <a:pt x="91" y="50"/>
                  </a:lnTo>
                  <a:lnTo>
                    <a:pt x="91" y="50"/>
                  </a:lnTo>
                  <a:lnTo>
                    <a:pt x="91" y="40"/>
                  </a:lnTo>
                  <a:lnTo>
                    <a:pt x="87" y="31"/>
                  </a:lnTo>
                  <a:lnTo>
                    <a:pt x="83" y="22"/>
                  </a:lnTo>
                  <a:lnTo>
                    <a:pt x="77" y="15"/>
                  </a:lnTo>
                  <a:lnTo>
                    <a:pt x="71" y="9"/>
                  </a:lnTo>
                  <a:lnTo>
                    <a:pt x="63" y="5"/>
                  </a:lnTo>
                  <a:lnTo>
                    <a:pt x="55" y="1"/>
                  </a:lnTo>
                  <a:lnTo>
                    <a:pt x="45" y="0"/>
                  </a:lnTo>
                  <a:lnTo>
                    <a:pt x="45" y="0"/>
                  </a:lnTo>
                  <a:lnTo>
                    <a:pt x="37" y="1"/>
                  </a:lnTo>
                  <a:lnTo>
                    <a:pt x="28" y="5"/>
                  </a:lnTo>
                  <a:lnTo>
                    <a:pt x="20" y="9"/>
                  </a:lnTo>
                  <a:lnTo>
                    <a:pt x="14" y="15"/>
                  </a:lnTo>
                  <a:lnTo>
                    <a:pt x="8" y="22"/>
                  </a:lnTo>
                  <a:lnTo>
                    <a:pt x="4" y="31"/>
                  </a:lnTo>
                  <a:lnTo>
                    <a:pt x="1" y="40"/>
                  </a:lnTo>
                  <a:lnTo>
                    <a:pt x="0" y="50"/>
                  </a:lnTo>
                  <a:lnTo>
                    <a:pt x="0" y="50"/>
                  </a:lnTo>
                  <a:lnTo>
                    <a:pt x="1" y="68"/>
                  </a:lnTo>
                  <a:lnTo>
                    <a:pt x="4" y="82"/>
                  </a:lnTo>
                  <a:lnTo>
                    <a:pt x="9" y="94"/>
                  </a:lnTo>
                  <a:lnTo>
                    <a:pt x="11" y="100"/>
                  </a:lnTo>
                  <a:lnTo>
                    <a:pt x="15" y="104"/>
                  </a:lnTo>
                  <a:lnTo>
                    <a:pt x="15" y="104"/>
                  </a:lnTo>
                  <a:lnTo>
                    <a:pt x="21" y="109"/>
                  </a:lnTo>
                  <a:lnTo>
                    <a:pt x="28" y="115"/>
                  </a:lnTo>
                  <a:lnTo>
                    <a:pt x="36" y="119"/>
                  </a:lnTo>
                  <a:lnTo>
                    <a:pt x="41" y="120"/>
                  </a:lnTo>
                  <a:lnTo>
                    <a:pt x="45" y="120"/>
                  </a:lnTo>
                  <a:lnTo>
                    <a:pt x="45" y="120"/>
                  </a:lnTo>
                  <a:close/>
                  <a:moveTo>
                    <a:pt x="45" y="95"/>
                  </a:moveTo>
                  <a:lnTo>
                    <a:pt x="45" y="95"/>
                  </a:lnTo>
                  <a:lnTo>
                    <a:pt x="41" y="94"/>
                  </a:lnTo>
                  <a:lnTo>
                    <a:pt x="37" y="91"/>
                  </a:lnTo>
                  <a:lnTo>
                    <a:pt x="33" y="85"/>
                  </a:lnTo>
                  <a:lnTo>
                    <a:pt x="30" y="79"/>
                  </a:lnTo>
                  <a:lnTo>
                    <a:pt x="28" y="72"/>
                  </a:lnTo>
                  <a:lnTo>
                    <a:pt x="27" y="64"/>
                  </a:lnTo>
                  <a:lnTo>
                    <a:pt x="26" y="50"/>
                  </a:lnTo>
                  <a:lnTo>
                    <a:pt x="26" y="50"/>
                  </a:lnTo>
                  <a:lnTo>
                    <a:pt x="27" y="46"/>
                  </a:lnTo>
                  <a:lnTo>
                    <a:pt x="28" y="41"/>
                  </a:lnTo>
                  <a:lnTo>
                    <a:pt x="29" y="37"/>
                  </a:lnTo>
                  <a:lnTo>
                    <a:pt x="31" y="33"/>
                  </a:lnTo>
                  <a:lnTo>
                    <a:pt x="34" y="30"/>
                  </a:lnTo>
                  <a:lnTo>
                    <a:pt x="38" y="28"/>
                  </a:lnTo>
                  <a:lnTo>
                    <a:pt x="42" y="27"/>
                  </a:lnTo>
                  <a:lnTo>
                    <a:pt x="45" y="26"/>
                  </a:lnTo>
                  <a:lnTo>
                    <a:pt x="45" y="26"/>
                  </a:lnTo>
                  <a:lnTo>
                    <a:pt x="50" y="27"/>
                  </a:lnTo>
                  <a:lnTo>
                    <a:pt x="53" y="28"/>
                  </a:lnTo>
                  <a:lnTo>
                    <a:pt x="56" y="30"/>
                  </a:lnTo>
                  <a:lnTo>
                    <a:pt x="60" y="33"/>
                  </a:lnTo>
                  <a:lnTo>
                    <a:pt x="62" y="37"/>
                  </a:lnTo>
                  <a:lnTo>
                    <a:pt x="64" y="41"/>
                  </a:lnTo>
                  <a:lnTo>
                    <a:pt x="65" y="46"/>
                  </a:lnTo>
                  <a:lnTo>
                    <a:pt x="65" y="50"/>
                  </a:lnTo>
                  <a:lnTo>
                    <a:pt x="65" y="50"/>
                  </a:lnTo>
                  <a:lnTo>
                    <a:pt x="64" y="64"/>
                  </a:lnTo>
                  <a:lnTo>
                    <a:pt x="63" y="72"/>
                  </a:lnTo>
                  <a:lnTo>
                    <a:pt x="61" y="79"/>
                  </a:lnTo>
                  <a:lnTo>
                    <a:pt x="59" y="85"/>
                  </a:lnTo>
                  <a:lnTo>
                    <a:pt x="55" y="91"/>
                  </a:lnTo>
                  <a:lnTo>
                    <a:pt x="51" y="94"/>
                  </a:lnTo>
                  <a:lnTo>
                    <a:pt x="45" y="95"/>
                  </a:lnTo>
                  <a:lnTo>
                    <a:pt x="45" y="95"/>
                  </a:lnTo>
                  <a:close/>
                </a:path>
              </a:pathLst>
            </a:custGeom>
            <a:solidFill>
              <a:srgbClr val="EB8C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1" name="Google Shape;1248;p94">
              <a:extLst>
                <a:ext uri="{FF2B5EF4-FFF2-40B4-BE49-F238E27FC236}">
                  <a16:creationId xmlns:a16="http://schemas.microsoft.com/office/drawing/2014/main" id="{451BB5CB-7971-1CCF-742E-02DDDFB81FEB}"/>
                </a:ext>
              </a:extLst>
            </p:cNvPr>
            <p:cNvSpPr/>
            <p:nvPr/>
          </p:nvSpPr>
          <p:spPr>
            <a:xfrm>
              <a:off x="8136831" y="618207"/>
              <a:ext cx="212688" cy="212688"/>
            </a:xfrm>
            <a:custGeom>
              <a:avLst/>
              <a:gdLst/>
              <a:ahLst/>
              <a:cxnLst/>
              <a:rect l="l" t="t" r="r" b="b"/>
              <a:pathLst>
                <a:path w="635" h="635" extrusionOk="0">
                  <a:moveTo>
                    <a:pt x="0" y="0"/>
                  </a:moveTo>
                  <a:lnTo>
                    <a:pt x="0" y="635"/>
                  </a:lnTo>
                  <a:lnTo>
                    <a:pt x="99" y="635"/>
                  </a:lnTo>
                  <a:lnTo>
                    <a:pt x="117" y="462"/>
                  </a:lnTo>
                  <a:lnTo>
                    <a:pt x="117" y="462"/>
                  </a:lnTo>
                  <a:lnTo>
                    <a:pt x="121" y="453"/>
                  </a:lnTo>
                  <a:lnTo>
                    <a:pt x="126" y="445"/>
                  </a:lnTo>
                  <a:lnTo>
                    <a:pt x="130" y="437"/>
                  </a:lnTo>
                  <a:lnTo>
                    <a:pt x="137" y="431"/>
                  </a:lnTo>
                  <a:lnTo>
                    <a:pt x="143" y="424"/>
                  </a:lnTo>
                  <a:lnTo>
                    <a:pt x="151" y="419"/>
                  </a:lnTo>
                  <a:lnTo>
                    <a:pt x="159" y="414"/>
                  </a:lnTo>
                  <a:lnTo>
                    <a:pt x="167" y="411"/>
                  </a:lnTo>
                  <a:lnTo>
                    <a:pt x="262" y="379"/>
                  </a:lnTo>
                  <a:lnTo>
                    <a:pt x="262" y="379"/>
                  </a:lnTo>
                  <a:lnTo>
                    <a:pt x="264" y="379"/>
                  </a:lnTo>
                  <a:lnTo>
                    <a:pt x="266" y="379"/>
                  </a:lnTo>
                  <a:lnTo>
                    <a:pt x="273" y="387"/>
                  </a:lnTo>
                  <a:lnTo>
                    <a:pt x="273" y="387"/>
                  </a:lnTo>
                  <a:lnTo>
                    <a:pt x="282" y="396"/>
                  </a:lnTo>
                  <a:lnTo>
                    <a:pt x="293" y="401"/>
                  </a:lnTo>
                  <a:lnTo>
                    <a:pt x="305" y="404"/>
                  </a:lnTo>
                  <a:lnTo>
                    <a:pt x="317" y="406"/>
                  </a:lnTo>
                  <a:lnTo>
                    <a:pt x="317" y="406"/>
                  </a:lnTo>
                  <a:lnTo>
                    <a:pt x="329" y="404"/>
                  </a:lnTo>
                  <a:lnTo>
                    <a:pt x="342" y="401"/>
                  </a:lnTo>
                  <a:lnTo>
                    <a:pt x="353" y="396"/>
                  </a:lnTo>
                  <a:lnTo>
                    <a:pt x="361" y="387"/>
                  </a:lnTo>
                  <a:lnTo>
                    <a:pt x="369" y="379"/>
                  </a:lnTo>
                  <a:lnTo>
                    <a:pt x="369" y="379"/>
                  </a:lnTo>
                  <a:lnTo>
                    <a:pt x="370" y="379"/>
                  </a:lnTo>
                  <a:lnTo>
                    <a:pt x="372" y="379"/>
                  </a:lnTo>
                  <a:lnTo>
                    <a:pt x="467" y="411"/>
                  </a:lnTo>
                  <a:lnTo>
                    <a:pt x="467" y="411"/>
                  </a:lnTo>
                  <a:lnTo>
                    <a:pt x="476" y="414"/>
                  </a:lnTo>
                  <a:lnTo>
                    <a:pt x="484" y="419"/>
                  </a:lnTo>
                  <a:lnTo>
                    <a:pt x="491" y="424"/>
                  </a:lnTo>
                  <a:lnTo>
                    <a:pt x="498" y="431"/>
                  </a:lnTo>
                  <a:lnTo>
                    <a:pt x="505" y="437"/>
                  </a:lnTo>
                  <a:lnTo>
                    <a:pt x="509" y="445"/>
                  </a:lnTo>
                  <a:lnTo>
                    <a:pt x="513" y="453"/>
                  </a:lnTo>
                  <a:lnTo>
                    <a:pt x="518" y="462"/>
                  </a:lnTo>
                  <a:lnTo>
                    <a:pt x="535" y="635"/>
                  </a:lnTo>
                  <a:lnTo>
                    <a:pt x="635" y="635"/>
                  </a:lnTo>
                  <a:lnTo>
                    <a:pt x="635" y="0"/>
                  </a:lnTo>
                  <a:lnTo>
                    <a:pt x="0" y="0"/>
                  </a:lnTo>
                  <a:close/>
                  <a:moveTo>
                    <a:pt x="159" y="386"/>
                  </a:moveTo>
                  <a:lnTo>
                    <a:pt x="159" y="386"/>
                  </a:lnTo>
                  <a:lnTo>
                    <a:pt x="147" y="390"/>
                  </a:lnTo>
                  <a:lnTo>
                    <a:pt x="136" y="397"/>
                  </a:lnTo>
                  <a:lnTo>
                    <a:pt x="126" y="403"/>
                  </a:lnTo>
                  <a:lnTo>
                    <a:pt x="117" y="412"/>
                  </a:lnTo>
                  <a:lnTo>
                    <a:pt x="109" y="421"/>
                  </a:lnTo>
                  <a:lnTo>
                    <a:pt x="101" y="432"/>
                  </a:lnTo>
                  <a:lnTo>
                    <a:pt x="96" y="443"/>
                  </a:lnTo>
                  <a:lnTo>
                    <a:pt x="91" y="454"/>
                  </a:lnTo>
                  <a:lnTo>
                    <a:pt x="75" y="607"/>
                  </a:lnTo>
                  <a:lnTo>
                    <a:pt x="28" y="607"/>
                  </a:lnTo>
                  <a:lnTo>
                    <a:pt x="28" y="407"/>
                  </a:lnTo>
                  <a:lnTo>
                    <a:pt x="30" y="386"/>
                  </a:lnTo>
                  <a:lnTo>
                    <a:pt x="30" y="386"/>
                  </a:lnTo>
                  <a:lnTo>
                    <a:pt x="33" y="379"/>
                  </a:lnTo>
                  <a:lnTo>
                    <a:pt x="36" y="375"/>
                  </a:lnTo>
                  <a:lnTo>
                    <a:pt x="42" y="370"/>
                  </a:lnTo>
                  <a:lnTo>
                    <a:pt x="48" y="367"/>
                  </a:lnTo>
                  <a:lnTo>
                    <a:pt x="88" y="354"/>
                  </a:lnTo>
                  <a:lnTo>
                    <a:pt x="89" y="355"/>
                  </a:lnTo>
                  <a:lnTo>
                    <a:pt x="89" y="355"/>
                  </a:lnTo>
                  <a:lnTo>
                    <a:pt x="95" y="359"/>
                  </a:lnTo>
                  <a:lnTo>
                    <a:pt x="100" y="363"/>
                  </a:lnTo>
                  <a:lnTo>
                    <a:pt x="107" y="365"/>
                  </a:lnTo>
                  <a:lnTo>
                    <a:pt x="113" y="365"/>
                  </a:lnTo>
                  <a:lnTo>
                    <a:pt x="113" y="365"/>
                  </a:lnTo>
                  <a:lnTo>
                    <a:pt x="121" y="365"/>
                  </a:lnTo>
                  <a:lnTo>
                    <a:pt x="127" y="363"/>
                  </a:lnTo>
                  <a:lnTo>
                    <a:pt x="133" y="359"/>
                  </a:lnTo>
                  <a:lnTo>
                    <a:pt x="139" y="355"/>
                  </a:lnTo>
                  <a:lnTo>
                    <a:pt x="140" y="354"/>
                  </a:lnTo>
                  <a:lnTo>
                    <a:pt x="180" y="367"/>
                  </a:lnTo>
                  <a:lnTo>
                    <a:pt x="180" y="367"/>
                  </a:lnTo>
                  <a:lnTo>
                    <a:pt x="185" y="370"/>
                  </a:lnTo>
                  <a:lnTo>
                    <a:pt x="191" y="375"/>
                  </a:lnTo>
                  <a:lnTo>
                    <a:pt x="159" y="386"/>
                  </a:lnTo>
                  <a:close/>
                  <a:moveTo>
                    <a:pt x="349" y="360"/>
                  </a:moveTo>
                  <a:lnTo>
                    <a:pt x="343" y="368"/>
                  </a:lnTo>
                  <a:lnTo>
                    <a:pt x="343" y="368"/>
                  </a:lnTo>
                  <a:lnTo>
                    <a:pt x="337" y="372"/>
                  </a:lnTo>
                  <a:lnTo>
                    <a:pt x="331" y="376"/>
                  </a:lnTo>
                  <a:lnTo>
                    <a:pt x="324" y="378"/>
                  </a:lnTo>
                  <a:lnTo>
                    <a:pt x="317" y="379"/>
                  </a:lnTo>
                  <a:lnTo>
                    <a:pt x="317" y="379"/>
                  </a:lnTo>
                  <a:lnTo>
                    <a:pt x="311" y="378"/>
                  </a:lnTo>
                  <a:lnTo>
                    <a:pt x="304" y="376"/>
                  </a:lnTo>
                  <a:lnTo>
                    <a:pt x="297" y="372"/>
                  </a:lnTo>
                  <a:lnTo>
                    <a:pt x="292" y="368"/>
                  </a:lnTo>
                  <a:lnTo>
                    <a:pt x="285" y="360"/>
                  </a:lnTo>
                  <a:lnTo>
                    <a:pt x="285" y="360"/>
                  </a:lnTo>
                  <a:lnTo>
                    <a:pt x="278" y="356"/>
                  </a:lnTo>
                  <a:lnTo>
                    <a:pt x="270" y="353"/>
                  </a:lnTo>
                  <a:lnTo>
                    <a:pt x="262" y="352"/>
                  </a:lnTo>
                  <a:lnTo>
                    <a:pt x="253" y="353"/>
                  </a:lnTo>
                  <a:lnTo>
                    <a:pt x="216" y="366"/>
                  </a:lnTo>
                  <a:lnTo>
                    <a:pt x="216" y="366"/>
                  </a:lnTo>
                  <a:lnTo>
                    <a:pt x="210" y="358"/>
                  </a:lnTo>
                  <a:lnTo>
                    <a:pt x="204" y="352"/>
                  </a:lnTo>
                  <a:lnTo>
                    <a:pt x="196" y="347"/>
                  </a:lnTo>
                  <a:lnTo>
                    <a:pt x="187" y="343"/>
                  </a:lnTo>
                  <a:lnTo>
                    <a:pt x="144" y="328"/>
                  </a:lnTo>
                  <a:lnTo>
                    <a:pt x="144" y="328"/>
                  </a:lnTo>
                  <a:lnTo>
                    <a:pt x="139" y="327"/>
                  </a:lnTo>
                  <a:lnTo>
                    <a:pt x="133" y="328"/>
                  </a:lnTo>
                  <a:lnTo>
                    <a:pt x="128" y="331"/>
                  </a:lnTo>
                  <a:lnTo>
                    <a:pt x="123" y="334"/>
                  </a:lnTo>
                  <a:lnTo>
                    <a:pt x="120" y="337"/>
                  </a:lnTo>
                  <a:lnTo>
                    <a:pt x="120" y="337"/>
                  </a:lnTo>
                  <a:lnTo>
                    <a:pt x="117" y="339"/>
                  </a:lnTo>
                  <a:lnTo>
                    <a:pt x="113" y="339"/>
                  </a:lnTo>
                  <a:lnTo>
                    <a:pt x="110" y="339"/>
                  </a:lnTo>
                  <a:lnTo>
                    <a:pt x="107" y="337"/>
                  </a:lnTo>
                  <a:lnTo>
                    <a:pt x="104" y="334"/>
                  </a:lnTo>
                  <a:lnTo>
                    <a:pt x="104" y="334"/>
                  </a:lnTo>
                  <a:lnTo>
                    <a:pt x="99" y="331"/>
                  </a:lnTo>
                  <a:lnTo>
                    <a:pt x="94" y="328"/>
                  </a:lnTo>
                  <a:lnTo>
                    <a:pt x="88" y="327"/>
                  </a:lnTo>
                  <a:lnTo>
                    <a:pt x="83" y="328"/>
                  </a:lnTo>
                  <a:lnTo>
                    <a:pt x="40" y="343"/>
                  </a:lnTo>
                  <a:lnTo>
                    <a:pt x="40" y="343"/>
                  </a:lnTo>
                  <a:lnTo>
                    <a:pt x="33" y="346"/>
                  </a:lnTo>
                  <a:lnTo>
                    <a:pt x="28" y="349"/>
                  </a:lnTo>
                  <a:lnTo>
                    <a:pt x="28" y="28"/>
                  </a:lnTo>
                  <a:lnTo>
                    <a:pt x="607" y="28"/>
                  </a:lnTo>
                  <a:lnTo>
                    <a:pt x="607" y="349"/>
                  </a:lnTo>
                  <a:lnTo>
                    <a:pt x="607" y="349"/>
                  </a:lnTo>
                  <a:lnTo>
                    <a:pt x="602" y="346"/>
                  </a:lnTo>
                  <a:lnTo>
                    <a:pt x="595" y="343"/>
                  </a:lnTo>
                  <a:lnTo>
                    <a:pt x="552" y="328"/>
                  </a:lnTo>
                  <a:lnTo>
                    <a:pt x="552" y="328"/>
                  </a:lnTo>
                  <a:lnTo>
                    <a:pt x="547" y="327"/>
                  </a:lnTo>
                  <a:lnTo>
                    <a:pt x="541" y="328"/>
                  </a:lnTo>
                  <a:lnTo>
                    <a:pt x="535" y="331"/>
                  </a:lnTo>
                  <a:lnTo>
                    <a:pt x="531" y="334"/>
                  </a:lnTo>
                  <a:lnTo>
                    <a:pt x="528" y="337"/>
                  </a:lnTo>
                  <a:lnTo>
                    <a:pt x="528" y="337"/>
                  </a:lnTo>
                  <a:lnTo>
                    <a:pt x="524" y="339"/>
                  </a:lnTo>
                  <a:lnTo>
                    <a:pt x="521" y="339"/>
                  </a:lnTo>
                  <a:lnTo>
                    <a:pt x="518" y="339"/>
                  </a:lnTo>
                  <a:lnTo>
                    <a:pt x="515" y="337"/>
                  </a:lnTo>
                  <a:lnTo>
                    <a:pt x="511" y="334"/>
                  </a:lnTo>
                  <a:lnTo>
                    <a:pt x="511" y="334"/>
                  </a:lnTo>
                  <a:lnTo>
                    <a:pt x="507" y="331"/>
                  </a:lnTo>
                  <a:lnTo>
                    <a:pt x="501" y="328"/>
                  </a:lnTo>
                  <a:lnTo>
                    <a:pt x="496" y="327"/>
                  </a:lnTo>
                  <a:lnTo>
                    <a:pt x="490" y="328"/>
                  </a:lnTo>
                  <a:lnTo>
                    <a:pt x="447" y="343"/>
                  </a:lnTo>
                  <a:lnTo>
                    <a:pt x="447" y="343"/>
                  </a:lnTo>
                  <a:lnTo>
                    <a:pt x="439" y="347"/>
                  </a:lnTo>
                  <a:lnTo>
                    <a:pt x="431" y="352"/>
                  </a:lnTo>
                  <a:lnTo>
                    <a:pt x="424" y="358"/>
                  </a:lnTo>
                  <a:lnTo>
                    <a:pt x="419" y="366"/>
                  </a:lnTo>
                  <a:lnTo>
                    <a:pt x="381" y="353"/>
                  </a:lnTo>
                  <a:lnTo>
                    <a:pt x="381" y="353"/>
                  </a:lnTo>
                  <a:lnTo>
                    <a:pt x="372" y="352"/>
                  </a:lnTo>
                  <a:lnTo>
                    <a:pt x="365" y="353"/>
                  </a:lnTo>
                  <a:lnTo>
                    <a:pt x="357" y="356"/>
                  </a:lnTo>
                  <a:lnTo>
                    <a:pt x="349" y="360"/>
                  </a:lnTo>
                  <a:lnTo>
                    <a:pt x="349" y="360"/>
                  </a:lnTo>
                  <a:close/>
                  <a:moveTo>
                    <a:pt x="560" y="607"/>
                  </a:moveTo>
                  <a:lnTo>
                    <a:pt x="544" y="457"/>
                  </a:lnTo>
                  <a:lnTo>
                    <a:pt x="543" y="454"/>
                  </a:lnTo>
                  <a:lnTo>
                    <a:pt x="543" y="454"/>
                  </a:lnTo>
                  <a:lnTo>
                    <a:pt x="539" y="443"/>
                  </a:lnTo>
                  <a:lnTo>
                    <a:pt x="533" y="432"/>
                  </a:lnTo>
                  <a:lnTo>
                    <a:pt x="527" y="421"/>
                  </a:lnTo>
                  <a:lnTo>
                    <a:pt x="518" y="412"/>
                  </a:lnTo>
                  <a:lnTo>
                    <a:pt x="509" y="403"/>
                  </a:lnTo>
                  <a:lnTo>
                    <a:pt x="499" y="397"/>
                  </a:lnTo>
                  <a:lnTo>
                    <a:pt x="488" y="390"/>
                  </a:lnTo>
                  <a:lnTo>
                    <a:pt x="476" y="386"/>
                  </a:lnTo>
                  <a:lnTo>
                    <a:pt x="444" y="375"/>
                  </a:lnTo>
                  <a:lnTo>
                    <a:pt x="444" y="375"/>
                  </a:lnTo>
                  <a:lnTo>
                    <a:pt x="450" y="370"/>
                  </a:lnTo>
                  <a:lnTo>
                    <a:pt x="455" y="367"/>
                  </a:lnTo>
                  <a:lnTo>
                    <a:pt x="495" y="354"/>
                  </a:lnTo>
                  <a:lnTo>
                    <a:pt x="496" y="355"/>
                  </a:lnTo>
                  <a:lnTo>
                    <a:pt x="496" y="355"/>
                  </a:lnTo>
                  <a:lnTo>
                    <a:pt x="501" y="359"/>
                  </a:lnTo>
                  <a:lnTo>
                    <a:pt x="508" y="363"/>
                  </a:lnTo>
                  <a:lnTo>
                    <a:pt x="513" y="365"/>
                  </a:lnTo>
                  <a:lnTo>
                    <a:pt x="521" y="365"/>
                  </a:lnTo>
                  <a:lnTo>
                    <a:pt x="521" y="365"/>
                  </a:lnTo>
                  <a:lnTo>
                    <a:pt x="528" y="365"/>
                  </a:lnTo>
                  <a:lnTo>
                    <a:pt x="534" y="363"/>
                  </a:lnTo>
                  <a:lnTo>
                    <a:pt x="540" y="359"/>
                  </a:lnTo>
                  <a:lnTo>
                    <a:pt x="545" y="355"/>
                  </a:lnTo>
                  <a:lnTo>
                    <a:pt x="547" y="354"/>
                  </a:lnTo>
                  <a:lnTo>
                    <a:pt x="586" y="367"/>
                  </a:lnTo>
                  <a:lnTo>
                    <a:pt x="586" y="367"/>
                  </a:lnTo>
                  <a:lnTo>
                    <a:pt x="593" y="370"/>
                  </a:lnTo>
                  <a:lnTo>
                    <a:pt x="598" y="375"/>
                  </a:lnTo>
                  <a:lnTo>
                    <a:pt x="602" y="379"/>
                  </a:lnTo>
                  <a:lnTo>
                    <a:pt x="605" y="386"/>
                  </a:lnTo>
                  <a:lnTo>
                    <a:pt x="607" y="407"/>
                  </a:lnTo>
                  <a:lnTo>
                    <a:pt x="607" y="607"/>
                  </a:lnTo>
                  <a:lnTo>
                    <a:pt x="560" y="607"/>
                  </a:lnTo>
                  <a:close/>
                </a:path>
              </a:pathLst>
            </a:custGeom>
            <a:solidFill>
              <a:srgbClr val="EB8C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2" name="Google Shape;1249;p94">
              <a:extLst>
                <a:ext uri="{FF2B5EF4-FFF2-40B4-BE49-F238E27FC236}">
                  <a16:creationId xmlns:a16="http://schemas.microsoft.com/office/drawing/2014/main" id="{05AB23C5-A11E-64B4-5A91-8174C9A22947}"/>
                </a:ext>
              </a:extLst>
            </p:cNvPr>
            <p:cNvSpPr/>
            <p:nvPr/>
          </p:nvSpPr>
          <p:spPr>
            <a:xfrm>
              <a:off x="8214081" y="653321"/>
              <a:ext cx="58188" cy="78253"/>
            </a:xfrm>
            <a:custGeom>
              <a:avLst/>
              <a:gdLst/>
              <a:ahLst/>
              <a:cxnLst/>
              <a:rect l="l" t="t" r="r" b="b"/>
              <a:pathLst>
                <a:path w="172" h="234" extrusionOk="0">
                  <a:moveTo>
                    <a:pt x="86" y="0"/>
                  </a:moveTo>
                  <a:lnTo>
                    <a:pt x="86" y="0"/>
                  </a:lnTo>
                  <a:lnTo>
                    <a:pt x="78" y="0"/>
                  </a:lnTo>
                  <a:lnTo>
                    <a:pt x="69" y="2"/>
                  </a:lnTo>
                  <a:lnTo>
                    <a:pt x="61" y="4"/>
                  </a:lnTo>
                  <a:lnTo>
                    <a:pt x="53" y="7"/>
                  </a:lnTo>
                  <a:lnTo>
                    <a:pt x="46" y="11"/>
                  </a:lnTo>
                  <a:lnTo>
                    <a:pt x="39" y="16"/>
                  </a:lnTo>
                  <a:lnTo>
                    <a:pt x="32" y="21"/>
                  </a:lnTo>
                  <a:lnTo>
                    <a:pt x="26" y="27"/>
                  </a:lnTo>
                  <a:lnTo>
                    <a:pt x="20" y="34"/>
                  </a:lnTo>
                  <a:lnTo>
                    <a:pt x="15" y="41"/>
                  </a:lnTo>
                  <a:lnTo>
                    <a:pt x="11" y="49"/>
                  </a:lnTo>
                  <a:lnTo>
                    <a:pt x="7" y="57"/>
                  </a:lnTo>
                  <a:lnTo>
                    <a:pt x="5" y="66"/>
                  </a:lnTo>
                  <a:lnTo>
                    <a:pt x="3" y="75"/>
                  </a:lnTo>
                  <a:lnTo>
                    <a:pt x="1" y="84"/>
                  </a:lnTo>
                  <a:lnTo>
                    <a:pt x="0" y="94"/>
                  </a:lnTo>
                  <a:lnTo>
                    <a:pt x="0" y="94"/>
                  </a:lnTo>
                  <a:lnTo>
                    <a:pt x="1" y="112"/>
                  </a:lnTo>
                  <a:lnTo>
                    <a:pt x="3" y="130"/>
                  </a:lnTo>
                  <a:lnTo>
                    <a:pt x="5" y="145"/>
                  </a:lnTo>
                  <a:lnTo>
                    <a:pt x="8" y="159"/>
                  </a:lnTo>
                  <a:lnTo>
                    <a:pt x="11" y="173"/>
                  </a:lnTo>
                  <a:lnTo>
                    <a:pt x="17" y="184"/>
                  </a:lnTo>
                  <a:lnTo>
                    <a:pt x="22" y="194"/>
                  </a:lnTo>
                  <a:lnTo>
                    <a:pt x="29" y="202"/>
                  </a:lnTo>
                  <a:lnTo>
                    <a:pt x="29" y="202"/>
                  </a:lnTo>
                  <a:lnTo>
                    <a:pt x="41" y="216"/>
                  </a:lnTo>
                  <a:lnTo>
                    <a:pt x="47" y="221"/>
                  </a:lnTo>
                  <a:lnTo>
                    <a:pt x="53" y="225"/>
                  </a:lnTo>
                  <a:lnTo>
                    <a:pt x="61" y="229"/>
                  </a:lnTo>
                  <a:lnTo>
                    <a:pt x="69" y="232"/>
                  </a:lnTo>
                  <a:lnTo>
                    <a:pt x="76" y="234"/>
                  </a:lnTo>
                  <a:lnTo>
                    <a:pt x="86" y="234"/>
                  </a:lnTo>
                  <a:lnTo>
                    <a:pt x="86" y="234"/>
                  </a:lnTo>
                  <a:lnTo>
                    <a:pt x="96" y="234"/>
                  </a:lnTo>
                  <a:lnTo>
                    <a:pt x="104" y="232"/>
                  </a:lnTo>
                  <a:lnTo>
                    <a:pt x="112" y="229"/>
                  </a:lnTo>
                  <a:lnTo>
                    <a:pt x="119" y="225"/>
                  </a:lnTo>
                  <a:lnTo>
                    <a:pt x="126" y="221"/>
                  </a:lnTo>
                  <a:lnTo>
                    <a:pt x="131" y="216"/>
                  </a:lnTo>
                  <a:lnTo>
                    <a:pt x="144" y="202"/>
                  </a:lnTo>
                  <a:lnTo>
                    <a:pt x="144" y="202"/>
                  </a:lnTo>
                  <a:lnTo>
                    <a:pt x="150" y="194"/>
                  </a:lnTo>
                  <a:lnTo>
                    <a:pt x="156" y="184"/>
                  </a:lnTo>
                  <a:lnTo>
                    <a:pt x="161" y="173"/>
                  </a:lnTo>
                  <a:lnTo>
                    <a:pt x="165" y="159"/>
                  </a:lnTo>
                  <a:lnTo>
                    <a:pt x="168" y="145"/>
                  </a:lnTo>
                  <a:lnTo>
                    <a:pt x="170" y="130"/>
                  </a:lnTo>
                  <a:lnTo>
                    <a:pt x="171" y="112"/>
                  </a:lnTo>
                  <a:lnTo>
                    <a:pt x="172" y="94"/>
                  </a:lnTo>
                  <a:lnTo>
                    <a:pt x="172" y="94"/>
                  </a:lnTo>
                  <a:lnTo>
                    <a:pt x="171" y="84"/>
                  </a:lnTo>
                  <a:lnTo>
                    <a:pt x="170" y="75"/>
                  </a:lnTo>
                  <a:lnTo>
                    <a:pt x="168" y="66"/>
                  </a:lnTo>
                  <a:lnTo>
                    <a:pt x="166" y="57"/>
                  </a:lnTo>
                  <a:lnTo>
                    <a:pt x="161" y="49"/>
                  </a:lnTo>
                  <a:lnTo>
                    <a:pt x="158" y="41"/>
                  </a:lnTo>
                  <a:lnTo>
                    <a:pt x="152" y="34"/>
                  </a:lnTo>
                  <a:lnTo>
                    <a:pt x="147" y="27"/>
                  </a:lnTo>
                  <a:lnTo>
                    <a:pt x="140" y="21"/>
                  </a:lnTo>
                  <a:lnTo>
                    <a:pt x="134" y="16"/>
                  </a:lnTo>
                  <a:lnTo>
                    <a:pt x="127" y="11"/>
                  </a:lnTo>
                  <a:lnTo>
                    <a:pt x="119" y="7"/>
                  </a:lnTo>
                  <a:lnTo>
                    <a:pt x="112" y="4"/>
                  </a:lnTo>
                  <a:lnTo>
                    <a:pt x="104" y="2"/>
                  </a:lnTo>
                  <a:lnTo>
                    <a:pt x="95" y="0"/>
                  </a:lnTo>
                  <a:lnTo>
                    <a:pt x="86" y="0"/>
                  </a:lnTo>
                  <a:lnTo>
                    <a:pt x="86" y="0"/>
                  </a:lnTo>
                  <a:close/>
                  <a:moveTo>
                    <a:pt x="124" y="185"/>
                  </a:moveTo>
                  <a:lnTo>
                    <a:pt x="124" y="185"/>
                  </a:lnTo>
                  <a:lnTo>
                    <a:pt x="113" y="196"/>
                  </a:lnTo>
                  <a:lnTo>
                    <a:pt x="104" y="203"/>
                  </a:lnTo>
                  <a:lnTo>
                    <a:pt x="100" y="206"/>
                  </a:lnTo>
                  <a:lnTo>
                    <a:pt x="95" y="207"/>
                  </a:lnTo>
                  <a:lnTo>
                    <a:pt x="86" y="208"/>
                  </a:lnTo>
                  <a:lnTo>
                    <a:pt x="86" y="208"/>
                  </a:lnTo>
                  <a:lnTo>
                    <a:pt x="78" y="207"/>
                  </a:lnTo>
                  <a:lnTo>
                    <a:pt x="73" y="206"/>
                  </a:lnTo>
                  <a:lnTo>
                    <a:pt x="69" y="203"/>
                  </a:lnTo>
                  <a:lnTo>
                    <a:pt x="60" y="196"/>
                  </a:lnTo>
                  <a:lnTo>
                    <a:pt x="49" y="185"/>
                  </a:lnTo>
                  <a:lnTo>
                    <a:pt x="49" y="185"/>
                  </a:lnTo>
                  <a:lnTo>
                    <a:pt x="44" y="178"/>
                  </a:lnTo>
                  <a:lnTo>
                    <a:pt x="40" y="170"/>
                  </a:lnTo>
                  <a:lnTo>
                    <a:pt x="37" y="160"/>
                  </a:lnTo>
                  <a:lnTo>
                    <a:pt x="33" y="149"/>
                  </a:lnTo>
                  <a:lnTo>
                    <a:pt x="31" y="137"/>
                  </a:lnTo>
                  <a:lnTo>
                    <a:pt x="29" y="124"/>
                  </a:lnTo>
                  <a:lnTo>
                    <a:pt x="28" y="110"/>
                  </a:lnTo>
                  <a:lnTo>
                    <a:pt x="28" y="94"/>
                  </a:lnTo>
                  <a:lnTo>
                    <a:pt x="28" y="94"/>
                  </a:lnTo>
                  <a:lnTo>
                    <a:pt x="29" y="80"/>
                  </a:lnTo>
                  <a:lnTo>
                    <a:pt x="32" y="68"/>
                  </a:lnTo>
                  <a:lnTo>
                    <a:pt x="38" y="56"/>
                  </a:lnTo>
                  <a:lnTo>
                    <a:pt x="44" y="46"/>
                  </a:lnTo>
                  <a:lnTo>
                    <a:pt x="53" y="38"/>
                  </a:lnTo>
                  <a:lnTo>
                    <a:pt x="63" y="32"/>
                  </a:lnTo>
                  <a:lnTo>
                    <a:pt x="74" y="28"/>
                  </a:lnTo>
                  <a:lnTo>
                    <a:pt x="81" y="27"/>
                  </a:lnTo>
                  <a:lnTo>
                    <a:pt x="86" y="26"/>
                  </a:lnTo>
                  <a:lnTo>
                    <a:pt x="86" y="26"/>
                  </a:lnTo>
                  <a:lnTo>
                    <a:pt x="92" y="27"/>
                  </a:lnTo>
                  <a:lnTo>
                    <a:pt x="98" y="28"/>
                  </a:lnTo>
                  <a:lnTo>
                    <a:pt x="109" y="32"/>
                  </a:lnTo>
                  <a:lnTo>
                    <a:pt x="119" y="38"/>
                  </a:lnTo>
                  <a:lnTo>
                    <a:pt x="128" y="46"/>
                  </a:lnTo>
                  <a:lnTo>
                    <a:pt x="135" y="56"/>
                  </a:lnTo>
                  <a:lnTo>
                    <a:pt x="140" y="68"/>
                  </a:lnTo>
                  <a:lnTo>
                    <a:pt x="144" y="80"/>
                  </a:lnTo>
                  <a:lnTo>
                    <a:pt x="145" y="94"/>
                  </a:lnTo>
                  <a:lnTo>
                    <a:pt x="145" y="94"/>
                  </a:lnTo>
                  <a:lnTo>
                    <a:pt x="145" y="110"/>
                  </a:lnTo>
                  <a:lnTo>
                    <a:pt x="144" y="124"/>
                  </a:lnTo>
                  <a:lnTo>
                    <a:pt x="141" y="137"/>
                  </a:lnTo>
                  <a:lnTo>
                    <a:pt x="139" y="149"/>
                  </a:lnTo>
                  <a:lnTo>
                    <a:pt x="136" y="160"/>
                  </a:lnTo>
                  <a:lnTo>
                    <a:pt x="133" y="170"/>
                  </a:lnTo>
                  <a:lnTo>
                    <a:pt x="128" y="178"/>
                  </a:lnTo>
                  <a:lnTo>
                    <a:pt x="124" y="185"/>
                  </a:lnTo>
                  <a:lnTo>
                    <a:pt x="124" y="185"/>
                  </a:lnTo>
                  <a:close/>
                </a:path>
              </a:pathLst>
            </a:custGeom>
            <a:solidFill>
              <a:srgbClr val="EB8C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900"/>
                <a:buFont typeface="Arial"/>
                <a:buNone/>
                <a:tabLst/>
                <a:defRPr/>
              </a:pPr>
              <a:endParaRPr kumimoji="0" sz="19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sp>
        <p:nvSpPr>
          <p:cNvPr id="33" name="Google Shape;1250;p94">
            <a:extLst>
              <a:ext uri="{FF2B5EF4-FFF2-40B4-BE49-F238E27FC236}">
                <a16:creationId xmlns:a16="http://schemas.microsoft.com/office/drawing/2014/main" id="{18FF5DEA-EAD0-9DF7-A2C5-33BF5DCCCA58}"/>
              </a:ext>
            </a:extLst>
          </p:cNvPr>
          <p:cNvSpPr/>
          <p:nvPr/>
        </p:nvSpPr>
        <p:spPr>
          <a:xfrm>
            <a:off x="7914388" y="4228363"/>
            <a:ext cx="472676" cy="407967"/>
          </a:xfrm>
          <a:custGeom>
            <a:avLst/>
            <a:gdLst/>
            <a:ahLst/>
            <a:cxnLst/>
            <a:rect l="l" t="t" r="r" b="b"/>
            <a:pathLst>
              <a:path w="347" h="347" extrusionOk="0">
                <a:moveTo>
                  <a:pt x="0" y="0"/>
                </a:moveTo>
                <a:cubicBezTo>
                  <a:pt x="0" y="347"/>
                  <a:pt x="0" y="347"/>
                  <a:pt x="0" y="347"/>
                </a:cubicBezTo>
                <a:cubicBezTo>
                  <a:pt x="347" y="347"/>
                  <a:pt x="347" y="347"/>
                  <a:pt x="347" y="347"/>
                </a:cubicBezTo>
                <a:cubicBezTo>
                  <a:pt x="347" y="0"/>
                  <a:pt x="347" y="0"/>
                  <a:pt x="347" y="0"/>
                </a:cubicBezTo>
                <a:lnTo>
                  <a:pt x="0" y="0"/>
                </a:lnTo>
                <a:close/>
                <a:moveTo>
                  <a:pt x="332" y="332"/>
                </a:moveTo>
                <a:cubicBezTo>
                  <a:pt x="15" y="332"/>
                  <a:pt x="15" y="332"/>
                  <a:pt x="15" y="332"/>
                </a:cubicBezTo>
                <a:cubicBezTo>
                  <a:pt x="15" y="15"/>
                  <a:pt x="15" y="15"/>
                  <a:pt x="15" y="15"/>
                </a:cubicBezTo>
                <a:cubicBezTo>
                  <a:pt x="332" y="15"/>
                  <a:pt x="332" y="15"/>
                  <a:pt x="332" y="15"/>
                </a:cubicBezTo>
                <a:lnTo>
                  <a:pt x="332" y="332"/>
                </a:lnTo>
                <a:close/>
                <a:moveTo>
                  <a:pt x="173" y="300"/>
                </a:moveTo>
                <a:cubicBezTo>
                  <a:pt x="243" y="300"/>
                  <a:pt x="300" y="243"/>
                  <a:pt x="300" y="173"/>
                </a:cubicBezTo>
                <a:cubicBezTo>
                  <a:pt x="300" y="104"/>
                  <a:pt x="243" y="47"/>
                  <a:pt x="173" y="47"/>
                </a:cubicBezTo>
                <a:cubicBezTo>
                  <a:pt x="104" y="47"/>
                  <a:pt x="47" y="104"/>
                  <a:pt x="47" y="173"/>
                </a:cubicBezTo>
                <a:cubicBezTo>
                  <a:pt x="47" y="243"/>
                  <a:pt x="104" y="300"/>
                  <a:pt x="173" y="300"/>
                </a:cubicBezTo>
                <a:close/>
                <a:moveTo>
                  <a:pt x="84" y="240"/>
                </a:moveTo>
                <a:cubicBezTo>
                  <a:pt x="109" y="240"/>
                  <a:pt x="109" y="240"/>
                  <a:pt x="109" y="240"/>
                </a:cubicBezTo>
                <a:cubicBezTo>
                  <a:pt x="114" y="254"/>
                  <a:pt x="121" y="266"/>
                  <a:pt x="129" y="276"/>
                </a:cubicBezTo>
                <a:cubicBezTo>
                  <a:pt x="111" y="268"/>
                  <a:pt x="96" y="256"/>
                  <a:pt x="84" y="240"/>
                </a:cubicBezTo>
                <a:close/>
                <a:moveTo>
                  <a:pt x="91" y="121"/>
                </a:moveTo>
                <a:cubicBezTo>
                  <a:pt x="92" y="128"/>
                  <a:pt x="96" y="134"/>
                  <a:pt x="101" y="137"/>
                </a:cubicBezTo>
                <a:cubicBezTo>
                  <a:pt x="100" y="147"/>
                  <a:pt x="99" y="156"/>
                  <a:pt x="99" y="166"/>
                </a:cubicBezTo>
                <a:cubicBezTo>
                  <a:pt x="62" y="166"/>
                  <a:pt x="62" y="166"/>
                  <a:pt x="62" y="166"/>
                </a:cubicBezTo>
                <a:cubicBezTo>
                  <a:pt x="63" y="150"/>
                  <a:pt x="67" y="135"/>
                  <a:pt x="75" y="121"/>
                </a:cubicBezTo>
                <a:lnTo>
                  <a:pt x="91" y="121"/>
                </a:lnTo>
                <a:close/>
                <a:moveTo>
                  <a:pt x="285" y="166"/>
                </a:moveTo>
                <a:cubicBezTo>
                  <a:pt x="267" y="166"/>
                  <a:pt x="267" y="166"/>
                  <a:pt x="267" y="166"/>
                </a:cubicBezTo>
                <a:cubicBezTo>
                  <a:pt x="264" y="157"/>
                  <a:pt x="257" y="151"/>
                  <a:pt x="247" y="149"/>
                </a:cubicBezTo>
                <a:cubicBezTo>
                  <a:pt x="246" y="139"/>
                  <a:pt x="244" y="130"/>
                  <a:pt x="242" y="121"/>
                </a:cubicBezTo>
                <a:cubicBezTo>
                  <a:pt x="272" y="121"/>
                  <a:pt x="272" y="121"/>
                  <a:pt x="272" y="121"/>
                </a:cubicBezTo>
                <a:cubicBezTo>
                  <a:pt x="279" y="135"/>
                  <a:pt x="284" y="150"/>
                  <a:pt x="285" y="166"/>
                </a:cubicBezTo>
                <a:close/>
                <a:moveTo>
                  <a:pt x="145" y="121"/>
                </a:moveTo>
                <a:cubicBezTo>
                  <a:pt x="166" y="121"/>
                  <a:pt x="166" y="121"/>
                  <a:pt x="166" y="121"/>
                </a:cubicBezTo>
                <a:cubicBezTo>
                  <a:pt x="166" y="166"/>
                  <a:pt x="166" y="166"/>
                  <a:pt x="166" y="166"/>
                </a:cubicBezTo>
                <a:cubicBezTo>
                  <a:pt x="113" y="166"/>
                  <a:pt x="113" y="166"/>
                  <a:pt x="113" y="166"/>
                </a:cubicBezTo>
                <a:cubicBezTo>
                  <a:pt x="114" y="158"/>
                  <a:pt x="114" y="150"/>
                  <a:pt x="115" y="143"/>
                </a:cubicBezTo>
                <a:cubicBezTo>
                  <a:pt x="116" y="143"/>
                  <a:pt x="117" y="143"/>
                  <a:pt x="118" y="143"/>
                </a:cubicBezTo>
                <a:cubicBezTo>
                  <a:pt x="131" y="143"/>
                  <a:pt x="142" y="134"/>
                  <a:pt x="145" y="121"/>
                </a:cubicBezTo>
                <a:close/>
                <a:moveTo>
                  <a:pt x="166" y="181"/>
                </a:moveTo>
                <a:cubicBezTo>
                  <a:pt x="166" y="205"/>
                  <a:pt x="166" y="205"/>
                  <a:pt x="166" y="205"/>
                </a:cubicBezTo>
                <a:cubicBezTo>
                  <a:pt x="157" y="208"/>
                  <a:pt x="149" y="216"/>
                  <a:pt x="147" y="226"/>
                </a:cubicBezTo>
                <a:cubicBezTo>
                  <a:pt x="120" y="226"/>
                  <a:pt x="120" y="226"/>
                  <a:pt x="120" y="226"/>
                </a:cubicBezTo>
                <a:cubicBezTo>
                  <a:pt x="116" y="212"/>
                  <a:pt x="114" y="197"/>
                  <a:pt x="113" y="181"/>
                </a:cubicBezTo>
                <a:lnTo>
                  <a:pt x="166" y="181"/>
                </a:lnTo>
                <a:close/>
                <a:moveTo>
                  <a:pt x="174" y="244"/>
                </a:moveTo>
                <a:cubicBezTo>
                  <a:pt x="167" y="244"/>
                  <a:pt x="161" y="238"/>
                  <a:pt x="161" y="232"/>
                </a:cubicBezTo>
                <a:cubicBezTo>
                  <a:pt x="161" y="225"/>
                  <a:pt x="167" y="219"/>
                  <a:pt x="174" y="219"/>
                </a:cubicBezTo>
                <a:cubicBezTo>
                  <a:pt x="181" y="219"/>
                  <a:pt x="186" y="225"/>
                  <a:pt x="186" y="232"/>
                </a:cubicBezTo>
                <a:cubicBezTo>
                  <a:pt x="186" y="238"/>
                  <a:pt x="181" y="244"/>
                  <a:pt x="174" y="244"/>
                </a:cubicBezTo>
                <a:close/>
                <a:moveTo>
                  <a:pt x="148" y="240"/>
                </a:moveTo>
                <a:cubicBezTo>
                  <a:pt x="151" y="249"/>
                  <a:pt x="158" y="255"/>
                  <a:pt x="166" y="258"/>
                </a:cubicBezTo>
                <a:cubicBezTo>
                  <a:pt x="166" y="284"/>
                  <a:pt x="166" y="284"/>
                  <a:pt x="166" y="284"/>
                </a:cubicBezTo>
                <a:cubicBezTo>
                  <a:pt x="150" y="280"/>
                  <a:pt x="135" y="264"/>
                  <a:pt x="126" y="240"/>
                </a:cubicBezTo>
                <a:lnTo>
                  <a:pt x="148" y="240"/>
                </a:lnTo>
                <a:close/>
                <a:moveTo>
                  <a:pt x="181" y="284"/>
                </a:moveTo>
                <a:cubicBezTo>
                  <a:pt x="181" y="258"/>
                  <a:pt x="181" y="258"/>
                  <a:pt x="181" y="258"/>
                </a:cubicBezTo>
                <a:cubicBezTo>
                  <a:pt x="190" y="256"/>
                  <a:pt x="197" y="249"/>
                  <a:pt x="200" y="240"/>
                </a:cubicBezTo>
                <a:cubicBezTo>
                  <a:pt x="221" y="240"/>
                  <a:pt x="221" y="240"/>
                  <a:pt x="221" y="240"/>
                </a:cubicBezTo>
                <a:cubicBezTo>
                  <a:pt x="212" y="264"/>
                  <a:pt x="197" y="280"/>
                  <a:pt x="181" y="284"/>
                </a:cubicBezTo>
                <a:close/>
                <a:moveTo>
                  <a:pt x="201" y="226"/>
                </a:moveTo>
                <a:cubicBezTo>
                  <a:pt x="198" y="216"/>
                  <a:pt x="191" y="208"/>
                  <a:pt x="181" y="205"/>
                </a:cubicBezTo>
                <a:cubicBezTo>
                  <a:pt x="181" y="181"/>
                  <a:pt x="181" y="181"/>
                  <a:pt x="181" y="181"/>
                </a:cubicBezTo>
                <a:cubicBezTo>
                  <a:pt x="215" y="181"/>
                  <a:pt x="215" y="181"/>
                  <a:pt x="215" y="181"/>
                </a:cubicBezTo>
                <a:cubicBezTo>
                  <a:pt x="217" y="190"/>
                  <a:pt x="223" y="198"/>
                  <a:pt x="232" y="201"/>
                </a:cubicBezTo>
                <a:cubicBezTo>
                  <a:pt x="231" y="210"/>
                  <a:pt x="229" y="218"/>
                  <a:pt x="227" y="226"/>
                </a:cubicBezTo>
                <a:lnTo>
                  <a:pt x="201" y="226"/>
                </a:lnTo>
                <a:close/>
                <a:moveTo>
                  <a:pt x="242" y="163"/>
                </a:moveTo>
                <a:cubicBezTo>
                  <a:pt x="249" y="163"/>
                  <a:pt x="254" y="169"/>
                  <a:pt x="254" y="176"/>
                </a:cubicBezTo>
                <a:cubicBezTo>
                  <a:pt x="254" y="182"/>
                  <a:pt x="249" y="188"/>
                  <a:pt x="242" y="188"/>
                </a:cubicBezTo>
                <a:cubicBezTo>
                  <a:pt x="235" y="188"/>
                  <a:pt x="229" y="182"/>
                  <a:pt x="229" y="176"/>
                </a:cubicBezTo>
                <a:cubicBezTo>
                  <a:pt x="229" y="169"/>
                  <a:pt x="235" y="163"/>
                  <a:pt x="242" y="163"/>
                </a:cubicBezTo>
                <a:close/>
                <a:moveTo>
                  <a:pt x="247" y="202"/>
                </a:moveTo>
                <a:cubicBezTo>
                  <a:pt x="258" y="201"/>
                  <a:pt x="266" y="192"/>
                  <a:pt x="269" y="181"/>
                </a:cubicBezTo>
                <a:cubicBezTo>
                  <a:pt x="285" y="181"/>
                  <a:pt x="285" y="181"/>
                  <a:pt x="285" y="181"/>
                </a:cubicBezTo>
                <a:cubicBezTo>
                  <a:pt x="284" y="197"/>
                  <a:pt x="279" y="212"/>
                  <a:pt x="272" y="226"/>
                </a:cubicBezTo>
                <a:cubicBezTo>
                  <a:pt x="242" y="226"/>
                  <a:pt x="242" y="226"/>
                  <a:pt x="242" y="226"/>
                </a:cubicBezTo>
                <a:cubicBezTo>
                  <a:pt x="244" y="218"/>
                  <a:pt x="245" y="211"/>
                  <a:pt x="247" y="202"/>
                </a:cubicBezTo>
                <a:close/>
                <a:moveTo>
                  <a:pt x="232" y="150"/>
                </a:moveTo>
                <a:cubicBezTo>
                  <a:pt x="225" y="153"/>
                  <a:pt x="219" y="159"/>
                  <a:pt x="216" y="166"/>
                </a:cubicBezTo>
                <a:cubicBezTo>
                  <a:pt x="181" y="166"/>
                  <a:pt x="181" y="166"/>
                  <a:pt x="181" y="166"/>
                </a:cubicBezTo>
                <a:cubicBezTo>
                  <a:pt x="181" y="121"/>
                  <a:pt x="181" y="121"/>
                  <a:pt x="181" y="121"/>
                </a:cubicBezTo>
                <a:cubicBezTo>
                  <a:pt x="227" y="121"/>
                  <a:pt x="227" y="121"/>
                  <a:pt x="227" y="121"/>
                </a:cubicBezTo>
                <a:cubicBezTo>
                  <a:pt x="229" y="130"/>
                  <a:pt x="231" y="140"/>
                  <a:pt x="232" y="150"/>
                </a:cubicBezTo>
                <a:close/>
                <a:moveTo>
                  <a:pt x="181" y="106"/>
                </a:moveTo>
                <a:cubicBezTo>
                  <a:pt x="181" y="63"/>
                  <a:pt x="181" y="63"/>
                  <a:pt x="181" y="63"/>
                </a:cubicBezTo>
                <a:cubicBezTo>
                  <a:pt x="197" y="66"/>
                  <a:pt x="212" y="83"/>
                  <a:pt x="222" y="106"/>
                </a:cubicBezTo>
                <a:lnTo>
                  <a:pt x="181" y="106"/>
                </a:lnTo>
                <a:close/>
                <a:moveTo>
                  <a:pt x="166" y="63"/>
                </a:moveTo>
                <a:cubicBezTo>
                  <a:pt x="166" y="106"/>
                  <a:pt x="166" y="106"/>
                  <a:pt x="166" y="106"/>
                </a:cubicBezTo>
                <a:cubicBezTo>
                  <a:pt x="144" y="106"/>
                  <a:pt x="144" y="106"/>
                  <a:pt x="144" y="106"/>
                </a:cubicBezTo>
                <a:cubicBezTo>
                  <a:pt x="142" y="101"/>
                  <a:pt x="138" y="96"/>
                  <a:pt x="132" y="92"/>
                </a:cubicBezTo>
                <a:cubicBezTo>
                  <a:pt x="142" y="76"/>
                  <a:pt x="154" y="66"/>
                  <a:pt x="166" y="63"/>
                </a:cubicBezTo>
                <a:close/>
                <a:moveTo>
                  <a:pt x="118" y="103"/>
                </a:moveTo>
                <a:cubicBezTo>
                  <a:pt x="125" y="103"/>
                  <a:pt x="130" y="109"/>
                  <a:pt x="130" y="116"/>
                </a:cubicBezTo>
                <a:cubicBezTo>
                  <a:pt x="130" y="122"/>
                  <a:pt x="125" y="128"/>
                  <a:pt x="118" y="128"/>
                </a:cubicBezTo>
                <a:cubicBezTo>
                  <a:pt x="111" y="128"/>
                  <a:pt x="105" y="122"/>
                  <a:pt x="105" y="116"/>
                </a:cubicBezTo>
                <a:cubicBezTo>
                  <a:pt x="105" y="109"/>
                  <a:pt x="111" y="103"/>
                  <a:pt x="118" y="103"/>
                </a:cubicBezTo>
                <a:close/>
                <a:moveTo>
                  <a:pt x="98" y="181"/>
                </a:moveTo>
                <a:cubicBezTo>
                  <a:pt x="99" y="197"/>
                  <a:pt x="101" y="212"/>
                  <a:pt x="105" y="226"/>
                </a:cubicBezTo>
                <a:cubicBezTo>
                  <a:pt x="75" y="226"/>
                  <a:pt x="75" y="226"/>
                  <a:pt x="75" y="226"/>
                </a:cubicBezTo>
                <a:cubicBezTo>
                  <a:pt x="67" y="212"/>
                  <a:pt x="63" y="197"/>
                  <a:pt x="62" y="181"/>
                </a:cubicBezTo>
                <a:lnTo>
                  <a:pt x="98" y="181"/>
                </a:lnTo>
                <a:close/>
                <a:moveTo>
                  <a:pt x="217" y="276"/>
                </a:moveTo>
                <a:cubicBezTo>
                  <a:pt x="225" y="267"/>
                  <a:pt x="232" y="255"/>
                  <a:pt x="237" y="240"/>
                </a:cubicBezTo>
                <a:cubicBezTo>
                  <a:pt x="263" y="240"/>
                  <a:pt x="263" y="240"/>
                  <a:pt x="263" y="240"/>
                </a:cubicBezTo>
                <a:cubicBezTo>
                  <a:pt x="251" y="256"/>
                  <a:pt x="235" y="268"/>
                  <a:pt x="217" y="276"/>
                </a:cubicBezTo>
                <a:close/>
                <a:moveTo>
                  <a:pt x="263" y="106"/>
                </a:moveTo>
                <a:cubicBezTo>
                  <a:pt x="237" y="106"/>
                  <a:pt x="237" y="106"/>
                  <a:pt x="237" y="106"/>
                </a:cubicBezTo>
                <a:cubicBezTo>
                  <a:pt x="232" y="92"/>
                  <a:pt x="226" y="80"/>
                  <a:pt x="218" y="71"/>
                </a:cubicBezTo>
                <a:cubicBezTo>
                  <a:pt x="236" y="79"/>
                  <a:pt x="251" y="91"/>
                  <a:pt x="263" y="106"/>
                </a:cubicBezTo>
                <a:close/>
                <a:moveTo>
                  <a:pt x="129" y="71"/>
                </a:moveTo>
                <a:cubicBezTo>
                  <a:pt x="125" y="76"/>
                  <a:pt x="121" y="82"/>
                  <a:pt x="118" y="88"/>
                </a:cubicBezTo>
                <a:cubicBezTo>
                  <a:pt x="106" y="88"/>
                  <a:pt x="96" y="96"/>
                  <a:pt x="92" y="106"/>
                </a:cubicBezTo>
                <a:cubicBezTo>
                  <a:pt x="84" y="106"/>
                  <a:pt x="84" y="106"/>
                  <a:pt x="84" y="106"/>
                </a:cubicBezTo>
                <a:cubicBezTo>
                  <a:pt x="96" y="91"/>
                  <a:pt x="111" y="79"/>
                  <a:pt x="129" y="71"/>
                </a:cubicBezTo>
                <a:close/>
              </a:path>
            </a:pathLst>
          </a:custGeom>
          <a:solidFill>
            <a:srgbClr val="44546A"/>
          </a:solidFill>
          <a:ln>
            <a:noFill/>
          </a:ln>
        </p:spPr>
        <p:txBody>
          <a:bodyPr spcFirstLastPara="1" wrap="square" lIns="68575" tIns="34275" rIns="68575" bIns="342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dirty="0">
              <a:ln>
                <a:noFill/>
              </a:ln>
              <a:solidFill>
                <a:srgbClr val="A32020"/>
              </a:solidFill>
              <a:effectLst/>
              <a:uLnTx/>
              <a:uFillTx/>
              <a:latin typeface="Arial"/>
              <a:ea typeface="Arial"/>
              <a:cs typeface="Arial"/>
              <a:sym typeface="Arial"/>
            </a:endParaRPr>
          </a:p>
        </p:txBody>
      </p:sp>
      <p:sp>
        <p:nvSpPr>
          <p:cNvPr id="34" name="Google Shape;1251;p94">
            <a:extLst>
              <a:ext uri="{FF2B5EF4-FFF2-40B4-BE49-F238E27FC236}">
                <a16:creationId xmlns:a16="http://schemas.microsoft.com/office/drawing/2014/main" id="{B059D3C0-7B5F-29C6-0F75-818EBCB974F2}"/>
              </a:ext>
            </a:extLst>
          </p:cNvPr>
          <p:cNvSpPr/>
          <p:nvPr/>
        </p:nvSpPr>
        <p:spPr>
          <a:xfrm>
            <a:off x="7894332" y="3343374"/>
            <a:ext cx="471486" cy="452156"/>
          </a:xfrm>
          <a:custGeom>
            <a:avLst/>
            <a:gdLst/>
            <a:ahLst/>
            <a:cxnLst/>
            <a:rect l="l" t="t" r="r" b="b"/>
            <a:pathLst>
              <a:path w="396" h="440" extrusionOk="0">
                <a:moveTo>
                  <a:pt x="0" y="0"/>
                </a:moveTo>
                <a:lnTo>
                  <a:pt x="0" y="315"/>
                </a:lnTo>
                <a:lnTo>
                  <a:pt x="198" y="440"/>
                </a:lnTo>
                <a:lnTo>
                  <a:pt x="396" y="315"/>
                </a:lnTo>
                <a:lnTo>
                  <a:pt x="396" y="0"/>
                </a:lnTo>
                <a:lnTo>
                  <a:pt x="0" y="0"/>
                </a:lnTo>
                <a:close/>
                <a:moveTo>
                  <a:pt x="379" y="306"/>
                </a:moveTo>
                <a:lnTo>
                  <a:pt x="198" y="419"/>
                </a:lnTo>
                <a:lnTo>
                  <a:pt x="17" y="306"/>
                </a:lnTo>
                <a:lnTo>
                  <a:pt x="17" y="18"/>
                </a:lnTo>
                <a:lnTo>
                  <a:pt x="379" y="18"/>
                </a:lnTo>
                <a:lnTo>
                  <a:pt x="379" y="306"/>
                </a:lnTo>
                <a:close/>
                <a:moveTo>
                  <a:pt x="327" y="280"/>
                </a:moveTo>
                <a:lnTo>
                  <a:pt x="327" y="59"/>
                </a:lnTo>
                <a:lnTo>
                  <a:pt x="64" y="59"/>
                </a:lnTo>
                <a:lnTo>
                  <a:pt x="64" y="280"/>
                </a:lnTo>
                <a:lnTo>
                  <a:pt x="198" y="359"/>
                </a:lnTo>
                <a:lnTo>
                  <a:pt x="327" y="280"/>
                </a:lnTo>
                <a:close/>
                <a:moveTo>
                  <a:pt x="80" y="270"/>
                </a:moveTo>
                <a:lnTo>
                  <a:pt x="80" y="75"/>
                </a:lnTo>
                <a:lnTo>
                  <a:pt x="311" y="75"/>
                </a:lnTo>
                <a:lnTo>
                  <a:pt x="311" y="270"/>
                </a:lnTo>
                <a:lnTo>
                  <a:pt x="198" y="339"/>
                </a:lnTo>
                <a:lnTo>
                  <a:pt x="80" y="270"/>
                </a:lnTo>
                <a:close/>
                <a:moveTo>
                  <a:pt x="252" y="149"/>
                </a:moveTo>
                <a:lnTo>
                  <a:pt x="264" y="161"/>
                </a:lnTo>
                <a:lnTo>
                  <a:pt x="188" y="245"/>
                </a:lnTo>
                <a:lnTo>
                  <a:pt x="143" y="203"/>
                </a:lnTo>
                <a:lnTo>
                  <a:pt x="155" y="190"/>
                </a:lnTo>
                <a:lnTo>
                  <a:pt x="187" y="221"/>
                </a:lnTo>
                <a:lnTo>
                  <a:pt x="252" y="149"/>
                </a:lnTo>
                <a:close/>
              </a:path>
            </a:pathLst>
          </a:custGeom>
          <a:solidFill>
            <a:srgbClr val="D04A02"/>
          </a:solidFill>
          <a:ln>
            <a:noFill/>
          </a:ln>
        </p:spPr>
        <p:txBody>
          <a:bodyPr spcFirstLastPara="1" wrap="square" lIns="68575" tIns="34275" rIns="68575" bIns="3427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300" b="0" i="0" u="none" strike="noStrike" kern="0" cap="none" spc="0" normalizeH="0" baseline="0" noProof="0" dirty="0">
              <a:ln>
                <a:noFill/>
              </a:ln>
              <a:solidFill>
                <a:srgbClr val="D04A02"/>
              </a:solidFill>
              <a:effectLst/>
              <a:uLnTx/>
              <a:uFillTx/>
              <a:latin typeface="Arial"/>
              <a:ea typeface="Arial"/>
              <a:cs typeface="Arial"/>
              <a:sym typeface="Arial"/>
            </a:endParaRPr>
          </a:p>
        </p:txBody>
      </p:sp>
      <p:cxnSp>
        <p:nvCxnSpPr>
          <p:cNvPr id="35" name="Google Shape;1252;p94">
            <a:extLst>
              <a:ext uri="{FF2B5EF4-FFF2-40B4-BE49-F238E27FC236}">
                <a16:creationId xmlns:a16="http://schemas.microsoft.com/office/drawing/2014/main" id="{9E637C5E-5220-C023-4513-A1B4622F3B2E}"/>
              </a:ext>
            </a:extLst>
          </p:cNvPr>
          <p:cNvCxnSpPr/>
          <p:nvPr/>
        </p:nvCxnSpPr>
        <p:spPr>
          <a:xfrm rot="10800000">
            <a:off x="7927900" y="3974446"/>
            <a:ext cx="3190500" cy="0"/>
          </a:xfrm>
          <a:prstGeom prst="straightConnector1">
            <a:avLst/>
          </a:prstGeom>
          <a:noFill/>
          <a:ln w="9525" cap="flat" cmpd="sng">
            <a:solidFill>
              <a:schemeClr val="accent3"/>
            </a:solidFill>
            <a:prstDash val="dash"/>
            <a:round/>
            <a:headEnd type="none" w="sm" len="sm"/>
            <a:tailEnd type="none" w="sm" len="sm"/>
          </a:ln>
        </p:spPr>
      </p:cxnSp>
      <p:sp>
        <p:nvSpPr>
          <p:cNvPr id="36" name="Google Shape;1253;p94">
            <a:extLst>
              <a:ext uri="{FF2B5EF4-FFF2-40B4-BE49-F238E27FC236}">
                <a16:creationId xmlns:a16="http://schemas.microsoft.com/office/drawing/2014/main" id="{958506CE-A849-8FE0-06EE-88CE9A7784F8}"/>
              </a:ext>
            </a:extLst>
          </p:cNvPr>
          <p:cNvSpPr txBox="1"/>
          <p:nvPr/>
        </p:nvSpPr>
        <p:spPr>
          <a:xfrm>
            <a:off x="8631368" y="4508332"/>
            <a:ext cx="2467500" cy="375300"/>
          </a:xfrm>
          <a:prstGeom prst="rect">
            <a:avLst/>
          </a:prstGeom>
          <a:noFill/>
          <a:ln>
            <a:noFill/>
          </a:ln>
        </p:spPr>
        <p:txBody>
          <a:bodyPr spcFirstLastPara="1" wrap="square" lIns="0" tIns="0" rIns="0" bIns="0" anchor="t" anchorCtr="0">
            <a:no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200" strike="noStrike" kern="0" cap="none" spc="0" normalizeH="0" noProof="0" dirty="0">
                <a:ln>
                  <a:noFill/>
                </a:ln>
                <a:solidFill>
                  <a:srgbClr val="000000"/>
                </a:solidFill>
                <a:effectLst/>
                <a:uLnTx/>
                <a:uFillTx/>
                <a:latin typeface="Arial"/>
                <a:ea typeface="+mn-ea"/>
                <a:cs typeface="Arial"/>
                <a:sym typeface="Arial"/>
              </a:rPr>
              <a:t>المؤسسات التي تم تدريبها</a:t>
            </a:r>
          </a:p>
        </p:txBody>
      </p:sp>
      <p:cxnSp>
        <p:nvCxnSpPr>
          <p:cNvPr id="37" name="Google Shape;1254;p94">
            <a:extLst>
              <a:ext uri="{FF2B5EF4-FFF2-40B4-BE49-F238E27FC236}">
                <a16:creationId xmlns:a16="http://schemas.microsoft.com/office/drawing/2014/main" id="{378A1455-F224-B766-77D5-3D7C7ECB9413}"/>
              </a:ext>
            </a:extLst>
          </p:cNvPr>
          <p:cNvCxnSpPr/>
          <p:nvPr/>
        </p:nvCxnSpPr>
        <p:spPr>
          <a:xfrm rot="10800000">
            <a:off x="7927900" y="4851351"/>
            <a:ext cx="3190500" cy="0"/>
          </a:xfrm>
          <a:prstGeom prst="straightConnector1">
            <a:avLst/>
          </a:prstGeom>
          <a:noFill/>
          <a:ln w="9525" cap="flat" cmpd="sng">
            <a:solidFill>
              <a:schemeClr val="accent3"/>
            </a:solidFill>
            <a:prstDash val="dash"/>
            <a:round/>
            <a:headEnd type="none" w="sm" len="sm"/>
            <a:tailEnd type="none" w="sm" len="sm"/>
          </a:ln>
        </p:spPr>
      </p:cxnSp>
      <p:pic>
        <p:nvPicPr>
          <p:cNvPr id="38" name="Google Shape;1255;p94">
            <a:extLst>
              <a:ext uri="{FF2B5EF4-FFF2-40B4-BE49-F238E27FC236}">
                <a16:creationId xmlns:a16="http://schemas.microsoft.com/office/drawing/2014/main" id="{E9A7679A-F566-9B45-7128-272E7045C172}"/>
              </a:ext>
            </a:extLst>
          </p:cNvPr>
          <p:cNvPicPr preferRelativeResize="0"/>
          <p:nvPr/>
        </p:nvPicPr>
        <p:blipFill rotWithShape="1">
          <a:blip r:embed="rId5">
            <a:alphaModFix/>
          </a:blip>
          <a:srcRect b="62052"/>
          <a:stretch/>
        </p:blipFill>
        <p:spPr>
          <a:xfrm>
            <a:off x="7627000" y="5382074"/>
            <a:ext cx="3792400" cy="809499"/>
          </a:xfrm>
          <a:prstGeom prst="rect">
            <a:avLst/>
          </a:prstGeom>
          <a:noFill/>
          <a:ln>
            <a:noFill/>
          </a:ln>
        </p:spPr>
      </p:pic>
      <p:sp>
        <p:nvSpPr>
          <p:cNvPr id="46" name="Rectangle 45">
            <a:extLst>
              <a:ext uri="{FF2B5EF4-FFF2-40B4-BE49-F238E27FC236}">
                <a16:creationId xmlns:a16="http://schemas.microsoft.com/office/drawing/2014/main" id="{FC4CD6B1-70F1-1805-F076-2CE56F7833ED}"/>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3880063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2D93E58-970C-17B5-ACD6-4A4B2FEA1EFF}"/>
              </a:ext>
            </a:extLst>
          </p:cNvPr>
          <p:cNvGraphicFramePr>
            <a:graphicFrameLocks noChangeAspect="1"/>
          </p:cNvGraphicFramePr>
          <p:nvPr>
            <p:custDataLst>
              <p:tags r:id="rId1"/>
            </p:custDataLst>
            <p:extLst>
              <p:ext uri="{D42A27DB-BD31-4B8C-83A1-F6EECF244321}">
                <p14:modId xmlns:p14="http://schemas.microsoft.com/office/powerpoint/2010/main" val="210612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0CBF70F-4EAD-2C05-8BAA-E41542ED56B5}"/>
              </a:ext>
            </a:extLst>
          </p:cNvPr>
          <p:cNvSpPr>
            <a:spLocks noGrp="1"/>
          </p:cNvSpPr>
          <p:nvPr>
            <p:ph type="title"/>
          </p:nvPr>
        </p:nvSpPr>
        <p:spPr/>
        <p:txBody>
          <a:bodyPr vert="horz"/>
          <a:lstStyle/>
          <a:p>
            <a:pPr algn="r" rtl="1"/>
            <a:r>
              <a:rPr lang="ar-SA" dirty="0">
                <a:cs typeface="Arial" charset="0"/>
              </a:rPr>
              <a:t>تتولى أكاديمية بي دبليو سي تطوير برامج تدريبية مخصصة ودورات لتنمية القدرات تناسب الاحتياجات التدريبية لعملائها</a:t>
            </a:r>
          </a:p>
        </p:txBody>
      </p:sp>
      <p:sp>
        <p:nvSpPr>
          <p:cNvPr id="3" name="Subtitle 2">
            <a:extLst>
              <a:ext uri="{FF2B5EF4-FFF2-40B4-BE49-F238E27FC236}">
                <a16:creationId xmlns:a16="http://schemas.microsoft.com/office/drawing/2014/main" id="{B844258D-3995-A817-A0A8-04D69039776A}"/>
              </a:ext>
            </a:extLst>
          </p:cNvPr>
          <p:cNvSpPr>
            <a:spLocks noGrp="1"/>
          </p:cNvSpPr>
          <p:nvPr>
            <p:ph type="subTitle" idx="13"/>
          </p:nvPr>
        </p:nvSpPr>
        <p:spPr/>
        <p:txBody>
          <a:bodyPr/>
          <a:lstStyle/>
          <a:p>
            <a:pPr algn="r" rtl="1"/>
            <a:r>
              <a:rPr lang="ar-SA" dirty="0">
                <a:cs typeface="Arial" charset="0"/>
              </a:rPr>
              <a:t>ركائز تطوير القدرات في الأكاديمية</a:t>
            </a:r>
          </a:p>
        </p:txBody>
      </p:sp>
      <p:sp>
        <p:nvSpPr>
          <p:cNvPr id="4" name="Text Placeholder 3">
            <a:extLst>
              <a:ext uri="{FF2B5EF4-FFF2-40B4-BE49-F238E27FC236}">
                <a16:creationId xmlns:a16="http://schemas.microsoft.com/office/drawing/2014/main" id="{0F7FE3C5-666E-BA04-38AE-4D58FCF43E23}"/>
              </a:ext>
            </a:extLst>
          </p:cNvPr>
          <p:cNvSpPr>
            <a:spLocks noGrp="1"/>
          </p:cNvSpPr>
          <p:nvPr>
            <p:ph type="body" sz="quarter" idx="17"/>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2ECC6F89-82FC-165C-CF52-5269676F15CA}"/>
              </a:ext>
            </a:extLst>
          </p:cNvPr>
          <p:cNvSpPr>
            <a:spLocks noGrp="1"/>
          </p:cNvSpPr>
          <p:nvPr>
            <p:ph type="sldNum" sz="quarter" idx="18"/>
          </p:nvPr>
        </p:nvSpPr>
        <p:spPr/>
        <p:txBody>
          <a:bodyPr/>
          <a:lstStyle/>
          <a:p>
            <a:pPr algn="r" rtl="1">
              <a:defRPr/>
            </a:pPr>
            <a:r>
              <a:rPr lang="ar-SA" b="1" dirty="0">
                <a:cs typeface="Arial" charset="0"/>
              </a:rPr>
              <a:t>13</a:t>
            </a:r>
          </a:p>
        </p:txBody>
      </p:sp>
      <p:cxnSp>
        <p:nvCxnSpPr>
          <p:cNvPr id="11" name="Google Shape;2837;g8abf067fc7_0_31">
            <a:extLst>
              <a:ext uri="{FF2B5EF4-FFF2-40B4-BE49-F238E27FC236}">
                <a16:creationId xmlns:a16="http://schemas.microsoft.com/office/drawing/2014/main" id="{91A8EBFE-C08C-88C6-BC86-53BF5971B7D3}"/>
              </a:ext>
            </a:extLst>
          </p:cNvPr>
          <p:cNvCxnSpPr>
            <a:cxnSpLocks/>
          </p:cNvCxnSpPr>
          <p:nvPr/>
        </p:nvCxnSpPr>
        <p:spPr>
          <a:xfrm>
            <a:off x="461963" y="2281242"/>
            <a:ext cx="3503612"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sp>
        <p:nvSpPr>
          <p:cNvPr id="12" name="Google Shape;2840;g8abf067fc7_0_31">
            <a:extLst>
              <a:ext uri="{FF2B5EF4-FFF2-40B4-BE49-F238E27FC236}">
                <a16:creationId xmlns:a16="http://schemas.microsoft.com/office/drawing/2014/main" id="{43E1D84F-FCBC-F9A0-4601-60D4C6FB22F9}"/>
              </a:ext>
            </a:extLst>
          </p:cNvPr>
          <p:cNvSpPr>
            <a:spLocks noChangeArrowheads="1"/>
          </p:cNvSpPr>
          <p:nvPr/>
        </p:nvSpPr>
        <p:spPr bwMode="auto">
          <a:xfrm>
            <a:off x="525463" y="2298704"/>
            <a:ext cx="337820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165 عامًا من الخبرة في تطوير المواهب</a:t>
            </a:r>
          </a:p>
        </p:txBody>
      </p:sp>
      <p:sp>
        <p:nvSpPr>
          <p:cNvPr id="13" name="Google Shape;2841;g8abf067fc7_0_31">
            <a:extLst>
              <a:ext uri="{FF2B5EF4-FFF2-40B4-BE49-F238E27FC236}">
                <a16:creationId xmlns:a16="http://schemas.microsoft.com/office/drawing/2014/main" id="{54AE833C-82B2-55F2-30DA-E82FF5470F48}"/>
              </a:ext>
            </a:extLst>
          </p:cNvPr>
          <p:cNvSpPr>
            <a:spLocks noChangeArrowheads="1"/>
          </p:cNvSpPr>
          <p:nvPr/>
        </p:nvSpPr>
        <p:spPr bwMode="auto">
          <a:xfrm>
            <a:off x="4513263" y="2303467"/>
            <a:ext cx="3141662"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الحضور العالمي والإقليمي</a:t>
            </a:r>
          </a:p>
        </p:txBody>
      </p:sp>
      <p:sp>
        <p:nvSpPr>
          <p:cNvPr id="14" name="Google Shape;2842;g8abf067fc7_0_31">
            <a:extLst>
              <a:ext uri="{FF2B5EF4-FFF2-40B4-BE49-F238E27FC236}">
                <a16:creationId xmlns:a16="http://schemas.microsoft.com/office/drawing/2014/main" id="{4AFFCCD2-3CF7-250B-31E4-EAB43A16CCA1}"/>
              </a:ext>
            </a:extLst>
          </p:cNvPr>
          <p:cNvSpPr>
            <a:spLocks noChangeArrowheads="1"/>
          </p:cNvSpPr>
          <p:nvPr/>
        </p:nvSpPr>
        <p:spPr bwMode="auto">
          <a:xfrm>
            <a:off x="8847138" y="2295529"/>
            <a:ext cx="22812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حلول مخصصة</a:t>
            </a:r>
          </a:p>
        </p:txBody>
      </p:sp>
      <p:sp>
        <p:nvSpPr>
          <p:cNvPr id="15" name="Google Shape;2843;g8abf067fc7_0_31">
            <a:extLst>
              <a:ext uri="{FF2B5EF4-FFF2-40B4-BE49-F238E27FC236}">
                <a16:creationId xmlns:a16="http://schemas.microsoft.com/office/drawing/2014/main" id="{6A27F057-99D4-D1B9-EAC1-B87927FDCA89}"/>
              </a:ext>
            </a:extLst>
          </p:cNvPr>
          <p:cNvSpPr>
            <a:spLocks noChangeArrowheads="1"/>
          </p:cNvSpPr>
          <p:nvPr/>
        </p:nvSpPr>
        <p:spPr bwMode="auto">
          <a:xfrm>
            <a:off x="461963" y="2760667"/>
            <a:ext cx="3509962" cy="12096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ts val="70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تعمل بي دبليو سي على تطوير قدرات موظفيها وإعداد قادة أعمال منذ أكثر من 165 عامًا.</a:t>
            </a:r>
            <a:r>
              <a:rPr lang="ar-SA" dirty="0">
                <a:cs typeface="Arial" charset="0"/>
              </a:rPr>
              <a:t> </a:t>
            </a: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ولستة عشر عامًا، لا تزال أكاديمياتنا المنتشرة حول العالم تساعد العملاء على تطوير مواهبهم وقدراتهم</a:t>
            </a:r>
          </a:p>
        </p:txBody>
      </p:sp>
      <p:sp>
        <p:nvSpPr>
          <p:cNvPr id="16" name="Google Shape;2844;g8abf067fc7_0_31">
            <a:extLst>
              <a:ext uri="{FF2B5EF4-FFF2-40B4-BE49-F238E27FC236}">
                <a16:creationId xmlns:a16="http://schemas.microsoft.com/office/drawing/2014/main" id="{0BD0D613-DF73-2398-A561-A8C8EDFE49F1}"/>
              </a:ext>
            </a:extLst>
          </p:cNvPr>
          <p:cNvSpPr>
            <a:spLocks noChangeArrowheads="1"/>
          </p:cNvSpPr>
          <p:nvPr/>
        </p:nvSpPr>
        <p:spPr bwMode="auto">
          <a:xfrm>
            <a:off x="4332288" y="2765429"/>
            <a:ext cx="3522662" cy="12096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شبكة ممتدة من أكثر من 40 أكاديمية حول العالم، منها 8 أكاديميات في 6 دول في الشرق الأوسط.</a:t>
            </a:r>
            <a:r>
              <a:rPr lang="ar-SA" dirty="0">
                <a:cs typeface="Arial" charset="0"/>
              </a:rPr>
              <a:t> </a:t>
            </a: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ولدينا أكثر من 200 خبير في مجال التدريب في الشرق الأوسط، وفريق من القيادات العليا يتمتع بأكثر من 75 عامًا من الخبرة في تعليم الكبار ولديهم القدرة على الوصول إلى موارد عالمية المستوى من خلال شبكة بي دبليو سي</a:t>
            </a:r>
          </a:p>
        </p:txBody>
      </p:sp>
      <p:sp>
        <p:nvSpPr>
          <p:cNvPr id="17" name="Google Shape;2845;g8abf067fc7_0_31">
            <a:extLst>
              <a:ext uri="{FF2B5EF4-FFF2-40B4-BE49-F238E27FC236}">
                <a16:creationId xmlns:a16="http://schemas.microsoft.com/office/drawing/2014/main" id="{5C3DD63B-7C1F-5A1D-F0CA-1EA89D1E8C80}"/>
              </a:ext>
            </a:extLst>
          </p:cNvPr>
          <p:cNvSpPr>
            <a:spLocks noChangeArrowheads="1"/>
          </p:cNvSpPr>
          <p:nvPr/>
        </p:nvSpPr>
        <p:spPr bwMode="auto">
          <a:xfrm>
            <a:off x="8239125" y="2757492"/>
            <a:ext cx="3521075" cy="12096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لقد صممنا حلولًا مخصصة للعديد من العملاء في الشرق الأوسط، ولا زلنا نعمل في هذا المجال منذ أكثر من ست سنوات.</a:t>
            </a:r>
            <a:r>
              <a:rPr lang="ar-SA" dirty="0">
                <a:cs typeface="Arial" charset="0"/>
              </a:rPr>
              <a:t> </a:t>
            </a: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وبالإمكان تخصيص المواد الدراسية والمناهج بحيث تناسب عملياتكم وإجراءاتكم ومنهجياتكم ولوائحكم عند الاقتضاء</a:t>
            </a:r>
          </a:p>
        </p:txBody>
      </p:sp>
      <p:sp>
        <p:nvSpPr>
          <p:cNvPr id="18" name="Google Shape;2849;g8abf067fc7_0_31">
            <a:extLst>
              <a:ext uri="{FF2B5EF4-FFF2-40B4-BE49-F238E27FC236}">
                <a16:creationId xmlns:a16="http://schemas.microsoft.com/office/drawing/2014/main" id="{B4E245AF-F9D0-35D7-BA02-D9A2971886FE}"/>
              </a:ext>
            </a:extLst>
          </p:cNvPr>
          <p:cNvSpPr>
            <a:spLocks noChangeArrowheads="1"/>
          </p:cNvSpPr>
          <p:nvPr/>
        </p:nvSpPr>
        <p:spPr bwMode="auto">
          <a:xfrm>
            <a:off x="841375" y="4721229"/>
            <a:ext cx="27463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عشق التعلم</a:t>
            </a:r>
          </a:p>
        </p:txBody>
      </p:sp>
      <p:sp>
        <p:nvSpPr>
          <p:cNvPr id="19" name="Google Shape;2850;g8abf067fc7_0_31">
            <a:extLst>
              <a:ext uri="{FF2B5EF4-FFF2-40B4-BE49-F238E27FC236}">
                <a16:creationId xmlns:a16="http://schemas.microsoft.com/office/drawing/2014/main" id="{72AEC86D-0F32-1A26-5962-A9A7CC8F9B0D}"/>
              </a:ext>
            </a:extLst>
          </p:cNvPr>
          <p:cNvSpPr>
            <a:spLocks noChangeArrowheads="1"/>
          </p:cNvSpPr>
          <p:nvPr/>
        </p:nvSpPr>
        <p:spPr bwMode="auto">
          <a:xfrm>
            <a:off x="5457332" y="4725992"/>
            <a:ext cx="1251946" cy="288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lang="ar-SA" sz="1400" dirty="0">
                <a:solidFill>
                  <a:srgbClr val="000000"/>
                </a:solidFill>
                <a:cs typeface="Arial" panose="020B0604020202020204" pitchFamily="34" charset="0"/>
                <a:sym typeface="Arial" panose="020B0604020202020204" pitchFamily="34" charset="0"/>
              </a:rPr>
              <a:t>حائزة على عدة جوائز</a:t>
            </a:r>
            <a:endPar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20" name="Google Shape;2851;g8abf067fc7_0_31">
            <a:extLst>
              <a:ext uri="{FF2B5EF4-FFF2-40B4-BE49-F238E27FC236}">
                <a16:creationId xmlns:a16="http://schemas.microsoft.com/office/drawing/2014/main" id="{2870E396-E5BD-9CB6-ED23-7555EBB23975}"/>
              </a:ext>
            </a:extLst>
          </p:cNvPr>
          <p:cNvSpPr>
            <a:spLocks noChangeArrowheads="1"/>
          </p:cNvSpPr>
          <p:nvPr/>
        </p:nvSpPr>
        <p:spPr bwMode="auto">
          <a:xfrm>
            <a:off x="8821738" y="4718054"/>
            <a:ext cx="23320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72000" rIns="0" bIns="0">
            <a:spAutoFit/>
          </a:bodyP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ctr" defTabSz="898525" rtl="1" eaLnBrk="1" fontAlgn="base" latinLnBrk="0" hangingPunct="1">
              <a:lnSpc>
                <a:spcPct val="100000"/>
              </a:lnSpc>
              <a:spcBef>
                <a:spcPct val="0"/>
              </a:spcBef>
              <a:spcAft>
                <a:spcPct val="0"/>
              </a:spcAft>
              <a:buClrTx/>
              <a:buSzTx/>
              <a:buFontTx/>
              <a:buNone/>
              <a:tabLst/>
              <a:defRPr/>
            </a:pPr>
            <a:r>
              <a:rPr kumimoji="0" lang="ar-SA" sz="14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النهج التجريبي</a:t>
            </a:r>
          </a:p>
        </p:txBody>
      </p:sp>
      <p:sp>
        <p:nvSpPr>
          <p:cNvPr id="21" name="Google Shape;2852;g8abf067fc7_0_31">
            <a:extLst>
              <a:ext uri="{FF2B5EF4-FFF2-40B4-BE49-F238E27FC236}">
                <a16:creationId xmlns:a16="http://schemas.microsoft.com/office/drawing/2014/main" id="{CC038802-A892-4336-F901-9BDC5DBF8944}"/>
              </a:ext>
            </a:extLst>
          </p:cNvPr>
          <p:cNvSpPr>
            <a:spLocks noChangeArrowheads="1"/>
          </p:cNvSpPr>
          <p:nvPr/>
        </p:nvSpPr>
        <p:spPr bwMode="auto">
          <a:xfrm>
            <a:off x="461963" y="5160967"/>
            <a:ext cx="3509962" cy="12096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التدريب والتطوير هو تخصصنا وليس مجرد شيء آخر نفعله.</a:t>
            </a:r>
            <a:r>
              <a:rPr lang="ar-SA" dirty="0">
                <a:cs typeface="Arial" charset="0"/>
              </a:rPr>
              <a:t> </a:t>
            </a: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ونريد لعملائنا أن يتفوقوا ويطوروا مواهبهم بأفضل طريقة ممكنة، ونساعدهم على تحقيق ذلك من خلال الاستفادة من خبراتنا ورؤيتنا ومواردنا</a:t>
            </a:r>
          </a:p>
        </p:txBody>
      </p:sp>
      <p:sp>
        <p:nvSpPr>
          <p:cNvPr id="22" name="Google Shape;2853;g8abf067fc7_0_31">
            <a:extLst>
              <a:ext uri="{FF2B5EF4-FFF2-40B4-BE49-F238E27FC236}">
                <a16:creationId xmlns:a16="http://schemas.microsoft.com/office/drawing/2014/main" id="{4A85BFA5-793F-8235-8A89-40AC4B72E1D6}"/>
              </a:ext>
            </a:extLst>
          </p:cNvPr>
          <p:cNvSpPr>
            <a:spLocks noChangeArrowheads="1"/>
          </p:cNvSpPr>
          <p:nvPr/>
        </p:nvSpPr>
        <p:spPr bwMode="auto">
          <a:xfrm>
            <a:off x="4344988" y="5167317"/>
            <a:ext cx="3509962" cy="1208087"/>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حصلت أكاديمية بي دبليو سي في الشرق الأوسط على جوائز من وزارة الاقتصاد الإماراتية لجهودها في "تدريب المواطنين الإماراتيين" ومن معهد المحاسبين القانونيين في إنجلترا وويلز تحت شعار "التميز في التدريب والتطوير".</a:t>
            </a:r>
          </a:p>
        </p:txBody>
      </p:sp>
      <p:sp>
        <p:nvSpPr>
          <p:cNvPr id="23" name="Google Shape;2854;g8abf067fc7_0_31">
            <a:extLst>
              <a:ext uri="{FF2B5EF4-FFF2-40B4-BE49-F238E27FC236}">
                <a16:creationId xmlns:a16="http://schemas.microsoft.com/office/drawing/2014/main" id="{CE4CAFF2-0751-49C7-5725-5B4D55E4812F}"/>
              </a:ext>
            </a:extLst>
          </p:cNvPr>
          <p:cNvSpPr>
            <a:spLocks noChangeArrowheads="1"/>
          </p:cNvSpPr>
          <p:nvPr/>
        </p:nvSpPr>
        <p:spPr bwMode="auto">
          <a:xfrm>
            <a:off x="8220075" y="5157792"/>
            <a:ext cx="3540125" cy="12096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72000" tIns="72000" rIns="72000" bIns="72000" anchor="ctr"/>
          <a:lstStyle>
            <a:lvl1pPr>
              <a:defRPr sz="900">
                <a:solidFill>
                  <a:schemeClr val="tx1"/>
                </a:solidFill>
                <a:latin typeface="Arial" panose="020B0604020202020204" pitchFamily="34" charset="0"/>
              </a:defRPr>
            </a:lvl1pPr>
            <a:lvl2pPr marL="742950" indent="-285750">
              <a:defRPr sz="900">
                <a:solidFill>
                  <a:schemeClr val="tx1"/>
                </a:solidFill>
                <a:latin typeface="Arial" panose="020B0604020202020204" pitchFamily="34" charset="0"/>
              </a:defRPr>
            </a:lvl2pPr>
            <a:lvl3pPr marL="1143000" indent="-228600">
              <a:defRPr sz="900">
                <a:solidFill>
                  <a:schemeClr val="tx1"/>
                </a:solidFill>
                <a:latin typeface="Arial" panose="020B0604020202020204" pitchFamily="34" charset="0"/>
              </a:defRPr>
            </a:lvl3pPr>
            <a:lvl4pPr marL="1600200" indent="-228600">
              <a:defRPr sz="900">
                <a:solidFill>
                  <a:schemeClr val="tx1"/>
                </a:solidFill>
                <a:latin typeface="Arial" panose="020B0604020202020204" pitchFamily="34" charset="0"/>
              </a:defRPr>
            </a:lvl4pPr>
            <a:lvl5pPr marL="2057400" indent="-228600">
              <a:defRPr sz="900">
                <a:solidFill>
                  <a:schemeClr val="tx1"/>
                </a:solidFill>
                <a:latin typeface="Arial" panose="020B0604020202020204" pitchFamily="34" charset="0"/>
              </a:defRPr>
            </a:lvl5pPr>
            <a:lvl6pPr marL="2514600" indent="-228600" defTabSz="898525" eaLnBrk="0" fontAlgn="base" hangingPunct="0">
              <a:spcBef>
                <a:spcPct val="0"/>
              </a:spcBef>
              <a:spcAft>
                <a:spcPct val="0"/>
              </a:spcAft>
              <a:defRPr sz="900">
                <a:solidFill>
                  <a:schemeClr val="tx1"/>
                </a:solidFill>
                <a:latin typeface="Arial" panose="020B0604020202020204" pitchFamily="34" charset="0"/>
              </a:defRPr>
            </a:lvl6pPr>
            <a:lvl7pPr marL="2971800" indent="-228600" defTabSz="898525" eaLnBrk="0" fontAlgn="base" hangingPunct="0">
              <a:spcBef>
                <a:spcPct val="0"/>
              </a:spcBef>
              <a:spcAft>
                <a:spcPct val="0"/>
              </a:spcAft>
              <a:defRPr sz="900">
                <a:solidFill>
                  <a:schemeClr val="tx1"/>
                </a:solidFill>
                <a:latin typeface="Arial" panose="020B0604020202020204" pitchFamily="34" charset="0"/>
              </a:defRPr>
            </a:lvl7pPr>
            <a:lvl8pPr marL="3429000" indent="-228600" defTabSz="898525" eaLnBrk="0" fontAlgn="base" hangingPunct="0">
              <a:spcBef>
                <a:spcPct val="0"/>
              </a:spcBef>
              <a:spcAft>
                <a:spcPct val="0"/>
              </a:spcAft>
              <a:defRPr sz="900">
                <a:solidFill>
                  <a:schemeClr val="tx1"/>
                </a:solidFill>
                <a:latin typeface="Arial" panose="020B0604020202020204" pitchFamily="34" charset="0"/>
              </a:defRPr>
            </a:lvl8pPr>
            <a:lvl9pPr marL="3886200" indent="-228600" defTabSz="898525" eaLnBrk="0" fontAlgn="base" hangingPunct="0">
              <a:spcBef>
                <a:spcPct val="0"/>
              </a:spcBef>
              <a:spcAft>
                <a:spcPct val="0"/>
              </a:spcAft>
              <a:defRPr sz="900">
                <a:solidFill>
                  <a:schemeClr val="tx1"/>
                </a:solidFill>
                <a:latin typeface="Arial" panose="020B0604020202020204" pitchFamily="34" charset="0"/>
              </a:defRPr>
            </a:lvl9pPr>
          </a:lstStyle>
          <a:p>
            <a:pPr marL="0" marR="0" lvl="0" indent="0" algn="r" defTabSz="898525" rtl="1" eaLnBrk="1" fontAlgn="base" latinLnBrk="0" hangingPunct="1">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ندمج عمليات المحاكاة والأنشطة التجريبية في منهاجنا التدريبية لنصنع عملية تعلم تفاعلية وجذابة، فنحوز بذلك على انتباه الدارسين ونضمن استمرارهم والتطبيق بشكل أفضل في مكان العمل</a:t>
            </a:r>
          </a:p>
        </p:txBody>
      </p:sp>
      <p:sp>
        <p:nvSpPr>
          <p:cNvPr id="24" name="Google Shape;2855;g8abf067fc7_0_31">
            <a:extLst>
              <a:ext uri="{FF2B5EF4-FFF2-40B4-BE49-F238E27FC236}">
                <a16:creationId xmlns:a16="http://schemas.microsoft.com/office/drawing/2014/main" id="{36AD687B-A152-1B70-62C1-8E3607B79104}"/>
              </a:ext>
            </a:extLst>
          </p:cNvPr>
          <p:cNvSpPr/>
          <p:nvPr/>
        </p:nvSpPr>
        <p:spPr>
          <a:xfrm>
            <a:off x="5832475" y="4127504"/>
            <a:ext cx="503238" cy="503238"/>
          </a:xfrm>
          <a:custGeom>
            <a:avLst/>
            <a:gdLst/>
            <a:ahLst/>
            <a:cxnLst/>
            <a:rect l="l" t="t" r="r" b="b"/>
            <a:pathLst>
              <a:path w="1829435" h="1829435" extrusionOk="0">
                <a:moveTo>
                  <a:pt x="1828850" y="0"/>
                </a:moveTo>
                <a:lnTo>
                  <a:pt x="0" y="0"/>
                </a:lnTo>
                <a:lnTo>
                  <a:pt x="0" y="1828850"/>
                </a:lnTo>
                <a:lnTo>
                  <a:pt x="1828850" y="1828850"/>
                </a:lnTo>
                <a:lnTo>
                  <a:pt x="1828850" y="1750847"/>
                </a:lnTo>
                <a:lnTo>
                  <a:pt x="77977" y="1750847"/>
                </a:lnTo>
                <a:lnTo>
                  <a:pt x="77977" y="77990"/>
                </a:lnTo>
                <a:lnTo>
                  <a:pt x="1828850" y="77990"/>
                </a:lnTo>
                <a:lnTo>
                  <a:pt x="1828850" y="0"/>
                </a:lnTo>
                <a:close/>
              </a:path>
              <a:path w="1829435" h="1829435" extrusionOk="0">
                <a:moveTo>
                  <a:pt x="1828850" y="77990"/>
                </a:moveTo>
                <a:lnTo>
                  <a:pt x="1750860" y="77990"/>
                </a:lnTo>
                <a:lnTo>
                  <a:pt x="1750860" y="1750847"/>
                </a:lnTo>
                <a:lnTo>
                  <a:pt x="1828850" y="1750847"/>
                </a:lnTo>
                <a:lnTo>
                  <a:pt x="1828850" y="77990"/>
                </a:lnTo>
                <a:close/>
              </a:path>
              <a:path w="1829435" h="1829435" extrusionOk="0">
                <a:moveTo>
                  <a:pt x="1243291" y="1377683"/>
                </a:moveTo>
                <a:lnTo>
                  <a:pt x="585546" y="1377683"/>
                </a:lnTo>
                <a:lnTo>
                  <a:pt x="585546" y="1655508"/>
                </a:lnTo>
                <a:lnTo>
                  <a:pt x="1243291" y="1655508"/>
                </a:lnTo>
                <a:lnTo>
                  <a:pt x="1243291" y="1577517"/>
                </a:lnTo>
                <a:lnTo>
                  <a:pt x="663536" y="1577517"/>
                </a:lnTo>
                <a:lnTo>
                  <a:pt x="663536" y="1455673"/>
                </a:lnTo>
                <a:lnTo>
                  <a:pt x="1243291" y="1455673"/>
                </a:lnTo>
                <a:lnTo>
                  <a:pt x="1243291" y="1377683"/>
                </a:lnTo>
                <a:close/>
              </a:path>
              <a:path w="1829435" h="1829435" extrusionOk="0">
                <a:moveTo>
                  <a:pt x="1243291" y="1455673"/>
                </a:moveTo>
                <a:lnTo>
                  <a:pt x="1165313" y="1455673"/>
                </a:lnTo>
                <a:lnTo>
                  <a:pt x="1165313" y="1577517"/>
                </a:lnTo>
                <a:lnTo>
                  <a:pt x="1243291" y="1577517"/>
                </a:lnTo>
                <a:lnTo>
                  <a:pt x="1243291" y="1455673"/>
                </a:lnTo>
                <a:close/>
              </a:path>
              <a:path w="1829435" h="1829435" extrusionOk="0">
                <a:moveTo>
                  <a:pt x="1344295" y="215595"/>
                </a:moveTo>
                <a:lnTo>
                  <a:pt x="484543" y="215595"/>
                </a:lnTo>
                <a:lnTo>
                  <a:pt x="484543" y="366636"/>
                </a:lnTo>
                <a:lnTo>
                  <a:pt x="436886" y="378025"/>
                </a:lnTo>
                <a:lnTo>
                  <a:pt x="392875" y="397392"/>
                </a:lnTo>
                <a:lnTo>
                  <a:pt x="353345" y="423911"/>
                </a:lnTo>
                <a:lnTo>
                  <a:pt x="319130" y="456758"/>
                </a:lnTo>
                <a:lnTo>
                  <a:pt x="291065" y="495107"/>
                </a:lnTo>
                <a:lnTo>
                  <a:pt x="269985" y="538132"/>
                </a:lnTo>
                <a:lnTo>
                  <a:pt x="256725" y="585009"/>
                </a:lnTo>
                <a:lnTo>
                  <a:pt x="252120" y="634911"/>
                </a:lnTo>
                <a:lnTo>
                  <a:pt x="256167" y="681737"/>
                </a:lnTo>
                <a:lnTo>
                  <a:pt x="267852" y="725956"/>
                </a:lnTo>
                <a:lnTo>
                  <a:pt x="286488" y="766887"/>
                </a:lnTo>
                <a:lnTo>
                  <a:pt x="311391" y="803853"/>
                </a:lnTo>
                <a:lnTo>
                  <a:pt x="341875" y="836175"/>
                </a:lnTo>
                <a:lnTo>
                  <a:pt x="377255" y="863174"/>
                </a:lnTo>
                <a:lnTo>
                  <a:pt x="416846" y="884171"/>
                </a:lnTo>
                <a:lnTo>
                  <a:pt x="459961" y="898488"/>
                </a:lnTo>
                <a:lnTo>
                  <a:pt x="505917" y="905446"/>
                </a:lnTo>
                <a:lnTo>
                  <a:pt x="524300" y="952181"/>
                </a:lnTo>
                <a:lnTo>
                  <a:pt x="547801" y="996073"/>
                </a:lnTo>
                <a:lnTo>
                  <a:pt x="576046" y="1036748"/>
                </a:lnTo>
                <a:lnTo>
                  <a:pt x="608666" y="1073836"/>
                </a:lnTo>
                <a:lnTo>
                  <a:pt x="645288" y="1106963"/>
                </a:lnTo>
                <a:lnTo>
                  <a:pt x="685541" y="1135758"/>
                </a:lnTo>
                <a:lnTo>
                  <a:pt x="729052" y="1159847"/>
                </a:lnTo>
                <a:lnTo>
                  <a:pt x="775451" y="1178859"/>
                </a:lnTo>
                <a:lnTo>
                  <a:pt x="824365" y="1192422"/>
                </a:lnTo>
                <a:lnTo>
                  <a:pt x="875423" y="1200162"/>
                </a:lnTo>
                <a:lnTo>
                  <a:pt x="875423" y="1377683"/>
                </a:lnTo>
                <a:lnTo>
                  <a:pt x="953414" y="1377683"/>
                </a:lnTo>
                <a:lnTo>
                  <a:pt x="953414" y="1200162"/>
                </a:lnTo>
                <a:lnTo>
                  <a:pt x="1004472" y="1192422"/>
                </a:lnTo>
                <a:lnTo>
                  <a:pt x="1053387" y="1178859"/>
                </a:lnTo>
                <a:lnTo>
                  <a:pt x="1099786" y="1159847"/>
                </a:lnTo>
                <a:lnTo>
                  <a:pt x="1143297" y="1135758"/>
                </a:lnTo>
                <a:lnTo>
                  <a:pt x="1159538" y="1124140"/>
                </a:lnTo>
                <a:lnTo>
                  <a:pt x="914425" y="1124140"/>
                </a:lnTo>
                <a:lnTo>
                  <a:pt x="866739" y="1120922"/>
                </a:lnTo>
                <a:lnTo>
                  <a:pt x="820983" y="1111549"/>
                </a:lnTo>
                <a:lnTo>
                  <a:pt x="777580" y="1096444"/>
                </a:lnTo>
                <a:lnTo>
                  <a:pt x="736952" y="1076030"/>
                </a:lnTo>
                <a:lnTo>
                  <a:pt x="699522" y="1050727"/>
                </a:lnTo>
                <a:lnTo>
                  <a:pt x="665713" y="1020960"/>
                </a:lnTo>
                <a:lnTo>
                  <a:pt x="635946" y="987151"/>
                </a:lnTo>
                <a:lnTo>
                  <a:pt x="610644" y="949721"/>
                </a:lnTo>
                <a:lnTo>
                  <a:pt x="590229" y="909093"/>
                </a:lnTo>
                <a:lnTo>
                  <a:pt x="575124" y="865691"/>
                </a:lnTo>
                <a:lnTo>
                  <a:pt x="566777" y="824941"/>
                </a:lnTo>
                <a:lnTo>
                  <a:pt x="488111" y="824941"/>
                </a:lnTo>
                <a:lnTo>
                  <a:pt x="445235" y="811627"/>
                </a:lnTo>
                <a:lnTo>
                  <a:pt x="407248" y="789257"/>
                </a:lnTo>
                <a:lnTo>
                  <a:pt x="375445" y="759115"/>
                </a:lnTo>
                <a:lnTo>
                  <a:pt x="351123" y="722487"/>
                </a:lnTo>
                <a:lnTo>
                  <a:pt x="335580" y="680657"/>
                </a:lnTo>
                <a:lnTo>
                  <a:pt x="330111" y="634911"/>
                </a:lnTo>
                <a:lnTo>
                  <a:pt x="335436" y="589739"/>
                </a:lnTo>
                <a:lnTo>
                  <a:pt x="350585" y="548346"/>
                </a:lnTo>
                <a:lnTo>
                  <a:pt x="374313" y="511978"/>
                </a:lnTo>
                <a:lnTo>
                  <a:pt x="405377" y="481877"/>
                </a:lnTo>
                <a:lnTo>
                  <a:pt x="442535" y="459287"/>
                </a:lnTo>
                <a:lnTo>
                  <a:pt x="484543" y="445452"/>
                </a:lnTo>
                <a:lnTo>
                  <a:pt x="562533" y="445452"/>
                </a:lnTo>
                <a:lnTo>
                  <a:pt x="562533" y="293598"/>
                </a:lnTo>
                <a:lnTo>
                  <a:pt x="1344295" y="293598"/>
                </a:lnTo>
                <a:lnTo>
                  <a:pt x="1344295" y="215595"/>
                </a:lnTo>
                <a:close/>
              </a:path>
              <a:path w="1829435" h="1829435" extrusionOk="0">
                <a:moveTo>
                  <a:pt x="1344295" y="293598"/>
                </a:moveTo>
                <a:lnTo>
                  <a:pt x="1266317" y="293598"/>
                </a:lnTo>
                <a:lnTo>
                  <a:pt x="1266317" y="772248"/>
                </a:lnTo>
                <a:lnTo>
                  <a:pt x="1263098" y="819935"/>
                </a:lnTo>
                <a:lnTo>
                  <a:pt x="1253725" y="865691"/>
                </a:lnTo>
                <a:lnTo>
                  <a:pt x="1238619" y="909093"/>
                </a:lnTo>
                <a:lnTo>
                  <a:pt x="1218203" y="949721"/>
                </a:lnTo>
                <a:lnTo>
                  <a:pt x="1192900" y="987151"/>
                </a:lnTo>
                <a:lnTo>
                  <a:pt x="1163132" y="1020960"/>
                </a:lnTo>
                <a:lnTo>
                  <a:pt x="1129322" y="1050727"/>
                </a:lnTo>
                <a:lnTo>
                  <a:pt x="1091892" y="1076030"/>
                </a:lnTo>
                <a:lnTo>
                  <a:pt x="1051265" y="1096444"/>
                </a:lnTo>
                <a:lnTo>
                  <a:pt x="1007863" y="1111549"/>
                </a:lnTo>
                <a:lnTo>
                  <a:pt x="962109" y="1120922"/>
                </a:lnTo>
                <a:lnTo>
                  <a:pt x="914425" y="1124140"/>
                </a:lnTo>
                <a:lnTo>
                  <a:pt x="1159538" y="1124140"/>
                </a:lnTo>
                <a:lnTo>
                  <a:pt x="1220174" y="1073836"/>
                </a:lnTo>
                <a:lnTo>
                  <a:pt x="1252795" y="1036748"/>
                </a:lnTo>
                <a:lnTo>
                  <a:pt x="1281043" y="996073"/>
                </a:lnTo>
                <a:lnTo>
                  <a:pt x="1304546" y="952181"/>
                </a:lnTo>
                <a:lnTo>
                  <a:pt x="1322933" y="905446"/>
                </a:lnTo>
                <a:lnTo>
                  <a:pt x="1368885" y="898488"/>
                </a:lnTo>
                <a:lnTo>
                  <a:pt x="1411997" y="884171"/>
                </a:lnTo>
                <a:lnTo>
                  <a:pt x="1451586" y="863174"/>
                </a:lnTo>
                <a:lnTo>
                  <a:pt x="1486964" y="836175"/>
                </a:lnTo>
                <a:lnTo>
                  <a:pt x="1497559" y="824941"/>
                </a:lnTo>
                <a:lnTo>
                  <a:pt x="1340739" y="824941"/>
                </a:lnTo>
                <a:lnTo>
                  <a:pt x="1342214" y="811627"/>
                </a:lnTo>
                <a:lnTo>
                  <a:pt x="1343312" y="798814"/>
                </a:lnTo>
                <a:lnTo>
                  <a:pt x="1344037" y="785593"/>
                </a:lnTo>
                <a:lnTo>
                  <a:pt x="1344295" y="772248"/>
                </a:lnTo>
                <a:lnTo>
                  <a:pt x="1344295" y="445452"/>
                </a:lnTo>
                <a:lnTo>
                  <a:pt x="1497930" y="445452"/>
                </a:lnTo>
                <a:lnTo>
                  <a:pt x="1475492" y="423911"/>
                </a:lnTo>
                <a:lnTo>
                  <a:pt x="1435962" y="397392"/>
                </a:lnTo>
                <a:lnTo>
                  <a:pt x="1391951" y="378025"/>
                </a:lnTo>
                <a:lnTo>
                  <a:pt x="1344295" y="366636"/>
                </a:lnTo>
                <a:lnTo>
                  <a:pt x="1344295" y="293598"/>
                </a:lnTo>
                <a:close/>
              </a:path>
              <a:path w="1829435" h="1829435" extrusionOk="0">
                <a:moveTo>
                  <a:pt x="562533" y="445452"/>
                </a:moveTo>
                <a:lnTo>
                  <a:pt x="484543" y="445452"/>
                </a:lnTo>
                <a:lnTo>
                  <a:pt x="484543" y="772248"/>
                </a:lnTo>
                <a:lnTo>
                  <a:pt x="484800" y="785593"/>
                </a:lnTo>
                <a:lnTo>
                  <a:pt x="485527" y="798814"/>
                </a:lnTo>
                <a:lnTo>
                  <a:pt x="486654" y="811925"/>
                </a:lnTo>
                <a:lnTo>
                  <a:pt x="488111" y="824941"/>
                </a:lnTo>
                <a:lnTo>
                  <a:pt x="566777" y="824941"/>
                </a:lnTo>
                <a:lnTo>
                  <a:pt x="565751" y="819935"/>
                </a:lnTo>
                <a:lnTo>
                  <a:pt x="562533" y="772248"/>
                </a:lnTo>
                <a:lnTo>
                  <a:pt x="562533" y="445452"/>
                </a:lnTo>
                <a:close/>
              </a:path>
              <a:path w="1829435" h="1829435" extrusionOk="0">
                <a:moveTo>
                  <a:pt x="1497930" y="445452"/>
                </a:moveTo>
                <a:lnTo>
                  <a:pt x="1344295" y="445452"/>
                </a:lnTo>
                <a:lnTo>
                  <a:pt x="1386302" y="459287"/>
                </a:lnTo>
                <a:lnTo>
                  <a:pt x="1423460" y="481877"/>
                </a:lnTo>
                <a:lnTo>
                  <a:pt x="1454524" y="511978"/>
                </a:lnTo>
                <a:lnTo>
                  <a:pt x="1478252" y="548346"/>
                </a:lnTo>
                <a:lnTo>
                  <a:pt x="1493401" y="589739"/>
                </a:lnTo>
                <a:lnTo>
                  <a:pt x="1498727" y="634911"/>
                </a:lnTo>
                <a:lnTo>
                  <a:pt x="1493257" y="680657"/>
                </a:lnTo>
                <a:lnTo>
                  <a:pt x="1477714" y="722487"/>
                </a:lnTo>
                <a:lnTo>
                  <a:pt x="1453394" y="759115"/>
                </a:lnTo>
                <a:lnTo>
                  <a:pt x="1421593" y="789257"/>
                </a:lnTo>
                <a:lnTo>
                  <a:pt x="1383609" y="811627"/>
                </a:lnTo>
                <a:lnTo>
                  <a:pt x="1340739" y="824941"/>
                </a:lnTo>
                <a:lnTo>
                  <a:pt x="1497559" y="824941"/>
                </a:lnTo>
                <a:lnTo>
                  <a:pt x="1542350" y="766887"/>
                </a:lnTo>
                <a:lnTo>
                  <a:pt x="1560986" y="725956"/>
                </a:lnTo>
                <a:lnTo>
                  <a:pt x="1572670" y="681737"/>
                </a:lnTo>
                <a:lnTo>
                  <a:pt x="1576717" y="634911"/>
                </a:lnTo>
                <a:lnTo>
                  <a:pt x="1572112" y="585009"/>
                </a:lnTo>
                <a:lnTo>
                  <a:pt x="1558852" y="538132"/>
                </a:lnTo>
                <a:lnTo>
                  <a:pt x="1537772" y="495107"/>
                </a:lnTo>
                <a:lnTo>
                  <a:pt x="1509707" y="456758"/>
                </a:lnTo>
                <a:lnTo>
                  <a:pt x="1497930" y="445452"/>
                </a:lnTo>
                <a:close/>
              </a:path>
            </a:pathLst>
          </a:custGeom>
          <a:solidFill>
            <a:srgbClr val="666666"/>
          </a:solidFill>
          <a:ln>
            <a:noFill/>
          </a:ln>
        </p:spPr>
        <p:txBody>
          <a:bodyPr spcFirstLastPara="1" lIns="0" tIns="0" rIns="0" bIns="0"/>
          <a:lstStyle/>
          <a:p>
            <a:pPr marL="0" marR="0" lvl="0" indent="0" algn="l" defTabSz="898798" rtl="0" eaLnBrk="1" fontAlgn="auto" latinLnBrk="0" hangingPunct="1">
              <a:lnSpc>
                <a:spcPct val="100000"/>
              </a:lnSpc>
              <a:spcBef>
                <a:spcPts val="0"/>
              </a:spcBef>
              <a:spcAft>
                <a:spcPts val="0"/>
              </a:spcAft>
              <a:buClrTx/>
              <a:buSzTx/>
              <a:buFontTx/>
              <a:buNone/>
              <a:tabLst/>
              <a:defRPr/>
            </a:pPr>
            <a:endParaRPr kumimoji="0" sz="971"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5" name="Google Shape;2856;g8abf067fc7_0_31">
            <a:extLst>
              <a:ext uri="{FF2B5EF4-FFF2-40B4-BE49-F238E27FC236}">
                <a16:creationId xmlns:a16="http://schemas.microsoft.com/office/drawing/2014/main" id="{60823353-11D3-F256-738F-A01B8791BE51}"/>
              </a:ext>
            </a:extLst>
          </p:cNvPr>
          <p:cNvSpPr/>
          <p:nvPr/>
        </p:nvSpPr>
        <p:spPr>
          <a:xfrm>
            <a:off x="5832475" y="1673229"/>
            <a:ext cx="503238" cy="504825"/>
          </a:xfrm>
          <a:custGeom>
            <a:avLst/>
            <a:gdLst/>
            <a:ahLst/>
            <a:cxnLst/>
            <a:rect l="l" t="t" r="r" b="b"/>
            <a:pathLst>
              <a:path w="1829435" h="1828800" extrusionOk="0">
                <a:moveTo>
                  <a:pt x="1828850" y="0"/>
                </a:moveTo>
                <a:lnTo>
                  <a:pt x="0" y="0"/>
                </a:lnTo>
                <a:lnTo>
                  <a:pt x="0" y="1828800"/>
                </a:lnTo>
                <a:lnTo>
                  <a:pt x="1828850" y="1828800"/>
                </a:lnTo>
                <a:lnTo>
                  <a:pt x="1828850" y="1752600"/>
                </a:lnTo>
                <a:lnTo>
                  <a:pt x="77977" y="1752600"/>
                </a:lnTo>
                <a:lnTo>
                  <a:pt x="77977" y="88900"/>
                </a:lnTo>
                <a:lnTo>
                  <a:pt x="1828850" y="88900"/>
                </a:lnTo>
                <a:lnTo>
                  <a:pt x="1828850" y="0"/>
                </a:lnTo>
                <a:close/>
              </a:path>
              <a:path w="1829435" h="1828800" extrusionOk="0">
                <a:moveTo>
                  <a:pt x="1828850" y="88900"/>
                </a:moveTo>
                <a:lnTo>
                  <a:pt x="1750860" y="88900"/>
                </a:lnTo>
                <a:lnTo>
                  <a:pt x="1750860" y="1752600"/>
                </a:lnTo>
                <a:lnTo>
                  <a:pt x="1828850" y="1752600"/>
                </a:lnTo>
                <a:lnTo>
                  <a:pt x="1828850" y="88900"/>
                </a:lnTo>
                <a:close/>
              </a:path>
              <a:path w="1829435" h="1828800" extrusionOk="0">
                <a:moveTo>
                  <a:pt x="1008869" y="254000"/>
                </a:moveTo>
                <a:lnTo>
                  <a:pt x="819978" y="254000"/>
                </a:lnTo>
                <a:lnTo>
                  <a:pt x="729562" y="279400"/>
                </a:lnTo>
                <a:lnTo>
                  <a:pt x="644087" y="304800"/>
                </a:lnTo>
                <a:lnTo>
                  <a:pt x="603488" y="330200"/>
                </a:lnTo>
                <a:lnTo>
                  <a:pt x="564467" y="355600"/>
                </a:lnTo>
                <a:lnTo>
                  <a:pt x="527137" y="381000"/>
                </a:lnTo>
                <a:lnTo>
                  <a:pt x="491612" y="406400"/>
                </a:lnTo>
                <a:lnTo>
                  <a:pt x="458007" y="431800"/>
                </a:lnTo>
                <a:lnTo>
                  <a:pt x="426435" y="469900"/>
                </a:lnTo>
                <a:lnTo>
                  <a:pt x="397010" y="495300"/>
                </a:lnTo>
                <a:lnTo>
                  <a:pt x="369847" y="533400"/>
                </a:lnTo>
                <a:lnTo>
                  <a:pt x="345059" y="571500"/>
                </a:lnTo>
                <a:lnTo>
                  <a:pt x="322761" y="609600"/>
                </a:lnTo>
                <a:lnTo>
                  <a:pt x="303066" y="647700"/>
                </a:lnTo>
                <a:lnTo>
                  <a:pt x="286088" y="698500"/>
                </a:lnTo>
                <a:lnTo>
                  <a:pt x="271941" y="736600"/>
                </a:lnTo>
                <a:lnTo>
                  <a:pt x="260740" y="774700"/>
                </a:lnTo>
                <a:lnTo>
                  <a:pt x="252598" y="825500"/>
                </a:lnTo>
                <a:lnTo>
                  <a:pt x="247629" y="876300"/>
                </a:lnTo>
                <a:lnTo>
                  <a:pt x="245948" y="914400"/>
                </a:lnTo>
                <a:lnTo>
                  <a:pt x="247629" y="965200"/>
                </a:lnTo>
                <a:lnTo>
                  <a:pt x="252598" y="1016000"/>
                </a:lnTo>
                <a:lnTo>
                  <a:pt x="260740" y="1066800"/>
                </a:lnTo>
                <a:lnTo>
                  <a:pt x="271941" y="1104900"/>
                </a:lnTo>
                <a:lnTo>
                  <a:pt x="286088" y="1143000"/>
                </a:lnTo>
                <a:lnTo>
                  <a:pt x="303066" y="1193800"/>
                </a:lnTo>
                <a:lnTo>
                  <a:pt x="322761" y="1231900"/>
                </a:lnTo>
                <a:lnTo>
                  <a:pt x="345059" y="1270000"/>
                </a:lnTo>
                <a:lnTo>
                  <a:pt x="369847" y="1308100"/>
                </a:lnTo>
                <a:lnTo>
                  <a:pt x="397010" y="1346200"/>
                </a:lnTo>
                <a:lnTo>
                  <a:pt x="426435" y="1371600"/>
                </a:lnTo>
                <a:lnTo>
                  <a:pt x="458007" y="1409700"/>
                </a:lnTo>
                <a:lnTo>
                  <a:pt x="491612" y="1435100"/>
                </a:lnTo>
                <a:lnTo>
                  <a:pt x="527137" y="1460500"/>
                </a:lnTo>
                <a:lnTo>
                  <a:pt x="564467" y="1485900"/>
                </a:lnTo>
                <a:lnTo>
                  <a:pt x="603488" y="1511300"/>
                </a:lnTo>
                <a:lnTo>
                  <a:pt x="644087" y="1536700"/>
                </a:lnTo>
                <a:lnTo>
                  <a:pt x="729562" y="1562100"/>
                </a:lnTo>
                <a:lnTo>
                  <a:pt x="819978" y="1587500"/>
                </a:lnTo>
                <a:lnTo>
                  <a:pt x="1008869" y="1587500"/>
                </a:lnTo>
                <a:lnTo>
                  <a:pt x="1099284" y="1562100"/>
                </a:lnTo>
                <a:lnTo>
                  <a:pt x="1184757" y="1536700"/>
                </a:lnTo>
                <a:lnTo>
                  <a:pt x="1225356" y="1511300"/>
                </a:lnTo>
                <a:lnTo>
                  <a:pt x="875423" y="1511300"/>
                </a:lnTo>
                <a:lnTo>
                  <a:pt x="839104" y="1498600"/>
                </a:lnTo>
                <a:lnTo>
                  <a:pt x="804226" y="1473200"/>
                </a:lnTo>
                <a:lnTo>
                  <a:pt x="787649" y="1460500"/>
                </a:lnTo>
                <a:lnTo>
                  <a:pt x="679056" y="1460500"/>
                </a:lnTo>
                <a:lnTo>
                  <a:pt x="632965" y="1435100"/>
                </a:lnTo>
                <a:lnTo>
                  <a:pt x="589210" y="1409700"/>
                </a:lnTo>
                <a:lnTo>
                  <a:pt x="548011" y="1384300"/>
                </a:lnTo>
                <a:lnTo>
                  <a:pt x="509584" y="1346200"/>
                </a:lnTo>
                <a:lnTo>
                  <a:pt x="474148" y="1308100"/>
                </a:lnTo>
                <a:lnTo>
                  <a:pt x="441921" y="1270000"/>
                </a:lnTo>
                <a:lnTo>
                  <a:pt x="869326" y="1270000"/>
                </a:lnTo>
                <a:lnTo>
                  <a:pt x="855028" y="1257300"/>
                </a:lnTo>
                <a:lnTo>
                  <a:pt x="849782" y="1231900"/>
                </a:lnTo>
                <a:lnTo>
                  <a:pt x="855028" y="1206500"/>
                </a:lnTo>
                <a:lnTo>
                  <a:pt x="862177" y="1193800"/>
                </a:lnTo>
                <a:lnTo>
                  <a:pt x="392493" y="1193800"/>
                </a:lnTo>
                <a:lnTo>
                  <a:pt x="371479" y="1155700"/>
                </a:lnTo>
                <a:lnTo>
                  <a:pt x="354080" y="1104900"/>
                </a:lnTo>
                <a:lnTo>
                  <a:pt x="340475" y="1054100"/>
                </a:lnTo>
                <a:lnTo>
                  <a:pt x="330842" y="1016000"/>
                </a:lnTo>
                <a:lnTo>
                  <a:pt x="325361" y="965200"/>
                </a:lnTo>
                <a:lnTo>
                  <a:pt x="1221373" y="965200"/>
                </a:lnTo>
                <a:lnTo>
                  <a:pt x="1214223" y="952500"/>
                </a:lnTo>
                <a:lnTo>
                  <a:pt x="1208976" y="927100"/>
                </a:lnTo>
                <a:lnTo>
                  <a:pt x="1214223" y="901700"/>
                </a:lnTo>
                <a:lnTo>
                  <a:pt x="1228523" y="889000"/>
                </a:lnTo>
                <a:lnTo>
                  <a:pt x="1249711" y="876300"/>
                </a:lnTo>
                <a:lnTo>
                  <a:pt x="325361" y="876300"/>
                </a:lnTo>
                <a:lnTo>
                  <a:pt x="330842" y="825500"/>
                </a:lnTo>
                <a:lnTo>
                  <a:pt x="340475" y="787400"/>
                </a:lnTo>
                <a:lnTo>
                  <a:pt x="354080" y="736600"/>
                </a:lnTo>
                <a:lnTo>
                  <a:pt x="371479" y="685800"/>
                </a:lnTo>
                <a:lnTo>
                  <a:pt x="392493" y="647700"/>
                </a:lnTo>
                <a:lnTo>
                  <a:pt x="566377" y="647700"/>
                </a:lnTo>
                <a:lnTo>
                  <a:pt x="559230" y="635000"/>
                </a:lnTo>
                <a:lnTo>
                  <a:pt x="553986" y="609600"/>
                </a:lnTo>
                <a:lnTo>
                  <a:pt x="559230" y="584200"/>
                </a:lnTo>
                <a:lnTo>
                  <a:pt x="573524" y="571500"/>
                </a:lnTo>
                <a:lnTo>
                  <a:pt x="441921" y="571500"/>
                </a:lnTo>
                <a:lnTo>
                  <a:pt x="474360" y="533400"/>
                </a:lnTo>
                <a:lnTo>
                  <a:pt x="510049" y="495300"/>
                </a:lnTo>
                <a:lnTo>
                  <a:pt x="548767" y="457200"/>
                </a:lnTo>
                <a:lnTo>
                  <a:pt x="590290" y="431800"/>
                </a:lnTo>
                <a:lnTo>
                  <a:pt x="634399" y="406400"/>
                </a:lnTo>
                <a:lnTo>
                  <a:pt x="680872" y="381000"/>
                </a:lnTo>
                <a:lnTo>
                  <a:pt x="786376" y="381000"/>
                </a:lnTo>
                <a:lnTo>
                  <a:pt x="798417" y="368300"/>
                </a:lnTo>
                <a:lnTo>
                  <a:pt x="836274" y="342900"/>
                </a:lnTo>
                <a:lnTo>
                  <a:pt x="875423" y="330200"/>
                </a:lnTo>
                <a:lnTo>
                  <a:pt x="1225356" y="330200"/>
                </a:lnTo>
                <a:lnTo>
                  <a:pt x="1184757" y="304800"/>
                </a:lnTo>
                <a:lnTo>
                  <a:pt x="1099284" y="279400"/>
                </a:lnTo>
                <a:lnTo>
                  <a:pt x="1008869" y="254000"/>
                </a:lnTo>
                <a:close/>
              </a:path>
              <a:path w="1829435" h="1828800" extrusionOk="0">
                <a:moveTo>
                  <a:pt x="869326" y="1270000"/>
                </a:moveTo>
                <a:lnTo>
                  <a:pt x="779780" y="1270000"/>
                </a:lnTo>
                <a:lnTo>
                  <a:pt x="794810" y="1308100"/>
                </a:lnTo>
                <a:lnTo>
                  <a:pt x="816476" y="1333500"/>
                </a:lnTo>
                <a:lnTo>
                  <a:pt x="843705" y="1346200"/>
                </a:lnTo>
                <a:lnTo>
                  <a:pt x="875423" y="1371600"/>
                </a:lnTo>
                <a:lnTo>
                  <a:pt x="875423" y="1511300"/>
                </a:lnTo>
                <a:lnTo>
                  <a:pt x="953414" y="1511300"/>
                </a:lnTo>
                <a:lnTo>
                  <a:pt x="953414" y="1371600"/>
                </a:lnTo>
                <a:lnTo>
                  <a:pt x="986486" y="1358900"/>
                </a:lnTo>
                <a:lnTo>
                  <a:pt x="1014910" y="1333500"/>
                </a:lnTo>
                <a:lnTo>
                  <a:pt x="1037510" y="1308100"/>
                </a:lnTo>
                <a:lnTo>
                  <a:pt x="1042710" y="1295400"/>
                </a:lnTo>
                <a:lnTo>
                  <a:pt x="916444" y="1295400"/>
                </a:lnTo>
                <a:lnTo>
                  <a:pt x="890517" y="1282700"/>
                </a:lnTo>
                <a:lnTo>
                  <a:pt x="869326" y="1270000"/>
                </a:lnTo>
                <a:close/>
              </a:path>
              <a:path w="1829435" h="1828800" extrusionOk="0">
                <a:moveTo>
                  <a:pt x="1251559" y="1270000"/>
                </a:moveTo>
                <a:lnTo>
                  <a:pt x="1167676" y="1270000"/>
                </a:lnTo>
                <a:lnTo>
                  <a:pt x="1144004" y="1320800"/>
                </a:lnTo>
                <a:lnTo>
                  <a:pt x="1117495" y="1371600"/>
                </a:lnTo>
                <a:lnTo>
                  <a:pt x="1088462" y="1409700"/>
                </a:lnTo>
                <a:lnTo>
                  <a:pt x="1057223" y="1447800"/>
                </a:lnTo>
                <a:lnTo>
                  <a:pt x="1024091" y="1473200"/>
                </a:lnTo>
                <a:lnTo>
                  <a:pt x="989383" y="1498600"/>
                </a:lnTo>
                <a:lnTo>
                  <a:pt x="953414" y="1511300"/>
                </a:lnTo>
                <a:lnTo>
                  <a:pt x="1225356" y="1511300"/>
                </a:lnTo>
                <a:lnTo>
                  <a:pt x="1264377" y="1485900"/>
                </a:lnTo>
                <a:lnTo>
                  <a:pt x="1301708" y="1460500"/>
                </a:lnTo>
                <a:lnTo>
                  <a:pt x="1146238" y="1460500"/>
                </a:lnTo>
                <a:lnTo>
                  <a:pt x="1176512" y="1422400"/>
                </a:lnTo>
                <a:lnTo>
                  <a:pt x="1204304" y="1384300"/>
                </a:lnTo>
                <a:lnTo>
                  <a:pt x="1229393" y="1333500"/>
                </a:lnTo>
                <a:lnTo>
                  <a:pt x="1251559" y="1270000"/>
                </a:lnTo>
                <a:close/>
              </a:path>
              <a:path w="1829435" h="1828800" extrusionOk="0">
                <a:moveTo>
                  <a:pt x="661301" y="1270000"/>
                </a:moveTo>
                <a:lnTo>
                  <a:pt x="576122" y="1270000"/>
                </a:lnTo>
                <a:lnTo>
                  <a:pt x="597687" y="1333500"/>
                </a:lnTo>
                <a:lnTo>
                  <a:pt x="622155" y="1371600"/>
                </a:lnTo>
                <a:lnTo>
                  <a:pt x="649340" y="1422400"/>
                </a:lnTo>
                <a:lnTo>
                  <a:pt x="679056" y="1460500"/>
                </a:lnTo>
                <a:lnTo>
                  <a:pt x="787649" y="1460500"/>
                </a:lnTo>
                <a:lnTo>
                  <a:pt x="771071" y="1447800"/>
                </a:lnTo>
                <a:lnTo>
                  <a:pt x="739920" y="1409700"/>
                </a:lnTo>
                <a:lnTo>
                  <a:pt x="711053" y="1371600"/>
                </a:lnTo>
                <a:lnTo>
                  <a:pt x="684753" y="1320800"/>
                </a:lnTo>
                <a:lnTo>
                  <a:pt x="661301" y="1270000"/>
                </a:lnTo>
                <a:close/>
              </a:path>
              <a:path w="1829435" h="1828800" extrusionOk="0">
                <a:moveTo>
                  <a:pt x="1483787" y="1270000"/>
                </a:moveTo>
                <a:lnTo>
                  <a:pt x="1386928" y="1270000"/>
                </a:lnTo>
                <a:lnTo>
                  <a:pt x="1354275" y="1308100"/>
                </a:lnTo>
                <a:lnTo>
                  <a:pt x="1318338" y="1346200"/>
                </a:lnTo>
                <a:lnTo>
                  <a:pt x="1279342" y="1384300"/>
                </a:lnTo>
                <a:lnTo>
                  <a:pt x="1237511" y="1409700"/>
                </a:lnTo>
                <a:lnTo>
                  <a:pt x="1193068" y="1435100"/>
                </a:lnTo>
                <a:lnTo>
                  <a:pt x="1146238" y="1460500"/>
                </a:lnTo>
                <a:lnTo>
                  <a:pt x="1301708" y="1460500"/>
                </a:lnTo>
                <a:lnTo>
                  <a:pt x="1337233" y="1435100"/>
                </a:lnTo>
                <a:lnTo>
                  <a:pt x="1370838" y="1409700"/>
                </a:lnTo>
                <a:lnTo>
                  <a:pt x="1402410" y="1371600"/>
                </a:lnTo>
                <a:lnTo>
                  <a:pt x="1431835" y="1346200"/>
                </a:lnTo>
                <a:lnTo>
                  <a:pt x="1458999" y="1308100"/>
                </a:lnTo>
                <a:lnTo>
                  <a:pt x="1483787" y="1270000"/>
                </a:lnTo>
                <a:close/>
              </a:path>
              <a:path w="1829435" h="1828800" extrusionOk="0">
                <a:moveTo>
                  <a:pt x="1043757" y="1155700"/>
                </a:moveTo>
                <a:lnTo>
                  <a:pt x="916444" y="1155700"/>
                </a:lnTo>
                <a:lnTo>
                  <a:pt x="942358" y="1168400"/>
                </a:lnTo>
                <a:lnTo>
                  <a:pt x="963547" y="1181100"/>
                </a:lnTo>
                <a:lnTo>
                  <a:pt x="977847" y="1206500"/>
                </a:lnTo>
                <a:lnTo>
                  <a:pt x="983094" y="1231900"/>
                </a:lnTo>
                <a:lnTo>
                  <a:pt x="977847" y="1257300"/>
                </a:lnTo>
                <a:lnTo>
                  <a:pt x="963547" y="1270000"/>
                </a:lnTo>
                <a:lnTo>
                  <a:pt x="942358" y="1282700"/>
                </a:lnTo>
                <a:lnTo>
                  <a:pt x="916444" y="1295400"/>
                </a:lnTo>
                <a:lnTo>
                  <a:pt x="1042710" y="1295400"/>
                </a:lnTo>
                <a:lnTo>
                  <a:pt x="1053109" y="1270000"/>
                </a:lnTo>
                <a:lnTo>
                  <a:pt x="1483787" y="1270000"/>
                </a:lnTo>
                <a:lnTo>
                  <a:pt x="1506086" y="1231900"/>
                </a:lnTo>
                <a:lnTo>
                  <a:pt x="1525782" y="1193800"/>
                </a:lnTo>
                <a:lnTo>
                  <a:pt x="1057630" y="1193800"/>
                </a:lnTo>
                <a:lnTo>
                  <a:pt x="1043757" y="1155700"/>
                </a:lnTo>
                <a:close/>
              </a:path>
              <a:path w="1829435" h="1828800" extrusionOk="0">
                <a:moveTo>
                  <a:pt x="596531" y="965200"/>
                </a:moveTo>
                <a:lnTo>
                  <a:pt x="518426" y="965200"/>
                </a:lnTo>
                <a:lnTo>
                  <a:pt x="521140" y="1016000"/>
                </a:lnTo>
                <a:lnTo>
                  <a:pt x="525922" y="1054100"/>
                </a:lnTo>
                <a:lnTo>
                  <a:pt x="532697" y="1104900"/>
                </a:lnTo>
                <a:lnTo>
                  <a:pt x="541387" y="1155700"/>
                </a:lnTo>
                <a:lnTo>
                  <a:pt x="551916" y="1193800"/>
                </a:lnTo>
                <a:lnTo>
                  <a:pt x="633996" y="1193800"/>
                </a:lnTo>
                <a:lnTo>
                  <a:pt x="622297" y="1155700"/>
                </a:lnTo>
                <a:lnTo>
                  <a:pt x="612597" y="1104900"/>
                </a:lnTo>
                <a:lnTo>
                  <a:pt x="605001" y="1054100"/>
                </a:lnTo>
                <a:lnTo>
                  <a:pt x="599611" y="1016000"/>
                </a:lnTo>
                <a:lnTo>
                  <a:pt x="596531" y="965200"/>
                </a:lnTo>
                <a:close/>
              </a:path>
              <a:path w="1829435" h="1828800" extrusionOk="0">
                <a:moveTo>
                  <a:pt x="953414" y="965200"/>
                </a:moveTo>
                <a:lnTo>
                  <a:pt x="875423" y="965200"/>
                </a:lnTo>
                <a:lnTo>
                  <a:pt x="875423" y="1092200"/>
                </a:lnTo>
                <a:lnTo>
                  <a:pt x="840236" y="1104900"/>
                </a:lnTo>
                <a:lnTo>
                  <a:pt x="810799" y="1130300"/>
                </a:lnTo>
                <a:lnTo>
                  <a:pt x="788630" y="1155700"/>
                </a:lnTo>
                <a:lnTo>
                  <a:pt x="775246" y="1193800"/>
                </a:lnTo>
                <a:lnTo>
                  <a:pt x="862177" y="1193800"/>
                </a:lnTo>
                <a:lnTo>
                  <a:pt x="869326" y="1181100"/>
                </a:lnTo>
                <a:lnTo>
                  <a:pt x="890517" y="1168400"/>
                </a:lnTo>
                <a:lnTo>
                  <a:pt x="916444" y="1155700"/>
                </a:lnTo>
                <a:lnTo>
                  <a:pt x="1043757" y="1155700"/>
                </a:lnTo>
                <a:lnTo>
                  <a:pt x="1020667" y="1130300"/>
                </a:lnTo>
                <a:lnTo>
                  <a:pt x="990004" y="1104900"/>
                </a:lnTo>
                <a:lnTo>
                  <a:pt x="953414" y="1092200"/>
                </a:lnTo>
                <a:lnTo>
                  <a:pt x="953414" y="965200"/>
                </a:lnTo>
                <a:close/>
              </a:path>
              <a:path w="1829435" h="1828800" extrusionOk="0">
                <a:moveTo>
                  <a:pt x="1221373" y="965200"/>
                </a:moveTo>
                <a:lnTo>
                  <a:pt x="1133767" y="965200"/>
                </a:lnTo>
                <a:lnTo>
                  <a:pt x="1145372" y="990600"/>
                </a:lnTo>
                <a:lnTo>
                  <a:pt x="1164924" y="1028700"/>
                </a:lnTo>
                <a:lnTo>
                  <a:pt x="1191161" y="1054100"/>
                </a:lnTo>
                <a:lnTo>
                  <a:pt x="1222819" y="1066800"/>
                </a:lnTo>
                <a:lnTo>
                  <a:pt x="1217440" y="1104900"/>
                </a:lnTo>
                <a:lnTo>
                  <a:pt x="1210984" y="1130300"/>
                </a:lnTo>
                <a:lnTo>
                  <a:pt x="1203483" y="1168400"/>
                </a:lnTo>
                <a:lnTo>
                  <a:pt x="1194968" y="1193800"/>
                </a:lnTo>
                <a:lnTo>
                  <a:pt x="1276235" y="1193800"/>
                </a:lnTo>
                <a:lnTo>
                  <a:pt x="1283627" y="1168400"/>
                </a:lnTo>
                <a:lnTo>
                  <a:pt x="1290212" y="1143000"/>
                </a:lnTo>
                <a:lnTo>
                  <a:pt x="1295948" y="1104900"/>
                </a:lnTo>
                <a:lnTo>
                  <a:pt x="1300797" y="1079500"/>
                </a:lnTo>
                <a:lnTo>
                  <a:pt x="1342159" y="1054100"/>
                </a:lnTo>
                <a:lnTo>
                  <a:pt x="1376835" y="1028700"/>
                </a:lnTo>
                <a:lnTo>
                  <a:pt x="1402667" y="1003300"/>
                </a:lnTo>
                <a:lnTo>
                  <a:pt x="1275626" y="1003300"/>
                </a:lnTo>
                <a:lnTo>
                  <a:pt x="1249711" y="990600"/>
                </a:lnTo>
                <a:lnTo>
                  <a:pt x="1228523" y="977900"/>
                </a:lnTo>
                <a:lnTo>
                  <a:pt x="1221373" y="965200"/>
                </a:lnTo>
                <a:close/>
              </a:path>
              <a:path w="1829435" h="1828800" extrusionOk="0">
                <a:moveTo>
                  <a:pt x="1581220" y="965200"/>
                </a:moveTo>
                <a:lnTo>
                  <a:pt x="1503489" y="965200"/>
                </a:lnTo>
                <a:lnTo>
                  <a:pt x="1498009" y="1016000"/>
                </a:lnTo>
                <a:lnTo>
                  <a:pt x="1488379" y="1054100"/>
                </a:lnTo>
                <a:lnTo>
                  <a:pt x="1474775" y="1104900"/>
                </a:lnTo>
                <a:lnTo>
                  <a:pt x="1457375" y="1155700"/>
                </a:lnTo>
                <a:lnTo>
                  <a:pt x="1436357" y="1193800"/>
                </a:lnTo>
                <a:lnTo>
                  <a:pt x="1525782" y="1193800"/>
                </a:lnTo>
                <a:lnTo>
                  <a:pt x="1542760" y="1143000"/>
                </a:lnTo>
                <a:lnTo>
                  <a:pt x="1556907" y="1104900"/>
                </a:lnTo>
                <a:lnTo>
                  <a:pt x="1568109" y="1066800"/>
                </a:lnTo>
                <a:lnTo>
                  <a:pt x="1576251" y="1016000"/>
                </a:lnTo>
                <a:lnTo>
                  <a:pt x="1581220" y="965200"/>
                </a:lnTo>
                <a:close/>
              </a:path>
              <a:path w="1829435" h="1828800" extrusionOk="0">
                <a:moveTo>
                  <a:pt x="1402628" y="863600"/>
                </a:moveTo>
                <a:lnTo>
                  <a:pt x="1275626" y="863600"/>
                </a:lnTo>
                <a:lnTo>
                  <a:pt x="1301552" y="876300"/>
                </a:lnTo>
                <a:lnTo>
                  <a:pt x="1322744" y="889000"/>
                </a:lnTo>
                <a:lnTo>
                  <a:pt x="1337042" y="901700"/>
                </a:lnTo>
                <a:lnTo>
                  <a:pt x="1342288" y="927100"/>
                </a:lnTo>
                <a:lnTo>
                  <a:pt x="1337042" y="952500"/>
                </a:lnTo>
                <a:lnTo>
                  <a:pt x="1322744" y="977900"/>
                </a:lnTo>
                <a:lnTo>
                  <a:pt x="1301552" y="990600"/>
                </a:lnTo>
                <a:lnTo>
                  <a:pt x="1275626" y="1003300"/>
                </a:lnTo>
                <a:lnTo>
                  <a:pt x="1402667" y="1003300"/>
                </a:lnTo>
                <a:lnTo>
                  <a:pt x="1417497" y="965200"/>
                </a:lnTo>
                <a:lnTo>
                  <a:pt x="1581220" y="965200"/>
                </a:lnTo>
                <a:lnTo>
                  <a:pt x="1582902" y="914400"/>
                </a:lnTo>
                <a:lnTo>
                  <a:pt x="1581220" y="876300"/>
                </a:lnTo>
                <a:lnTo>
                  <a:pt x="1411173" y="876300"/>
                </a:lnTo>
                <a:lnTo>
                  <a:pt x="1402628" y="863600"/>
                </a:lnTo>
                <a:close/>
              </a:path>
              <a:path w="1829435" h="1828800" extrusionOk="0">
                <a:moveTo>
                  <a:pt x="566377" y="647700"/>
                </a:moveTo>
                <a:lnTo>
                  <a:pt x="479209" y="647700"/>
                </a:lnTo>
                <a:lnTo>
                  <a:pt x="487049" y="673100"/>
                </a:lnTo>
                <a:lnTo>
                  <a:pt x="499130" y="698500"/>
                </a:lnTo>
                <a:lnTo>
                  <a:pt x="514976" y="711200"/>
                </a:lnTo>
                <a:lnTo>
                  <a:pt x="534111" y="736600"/>
                </a:lnTo>
                <a:lnTo>
                  <a:pt x="528345" y="762000"/>
                </a:lnTo>
                <a:lnTo>
                  <a:pt x="523841" y="800100"/>
                </a:lnTo>
                <a:lnTo>
                  <a:pt x="520611" y="838200"/>
                </a:lnTo>
                <a:lnTo>
                  <a:pt x="518668" y="876300"/>
                </a:lnTo>
                <a:lnTo>
                  <a:pt x="596646" y="876300"/>
                </a:lnTo>
                <a:lnTo>
                  <a:pt x="598221" y="850900"/>
                </a:lnTo>
                <a:lnTo>
                  <a:pt x="600698" y="825500"/>
                </a:lnTo>
                <a:lnTo>
                  <a:pt x="604073" y="787400"/>
                </a:lnTo>
                <a:lnTo>
                  <a:pt x="608342" y="762000"/>
                </a:lnTo>
                <a:lnTo>
                  <a:pt x="620636" y="762000"/>
                </a:lnTo>
                <a:lnTo>
                  <a:pt x="670048" y="749300"/>
                </a:lnTo>
                <a:lnTo>
                  <a:pt x="712141" y="723900"/>
                </a:lnTo>
                <a:lnTo>
                  <a:pt x="743835" y="685800"/>
                </a:lnTo>
                <a:lnTo>
                  <a:pt x="620636" y="685800"/>
                </a:lnTo>
                <a:lnTo>
                  <a:pt x="594711" y="673100"/>
                </a:lnTo>
                <a:lnTo>
                  <a:pt x="573524" y="660400"/>
                </a:lnTo>
                <a:lnTo>
                  <a:pt x="566377" y="647700"/>
                </a:lnTo>
                <a:close/>
              </a:path>
              <a:path w="1829435" h="1828800" extrusionOk="0">
                <a:moveTo>
                  <a:pt x="953414" y="647700"/>
                </a:moveTo>
                <a:lnTo>
                  <a:pt x="875423" y="647700"/>
                </a:lnTo>
                <a:lnTo>
                  <a:pt x="875423" y="876300"/>
                </a:lnTo>
                <a:lnTo>
                  <a:pt x="953414" y="876300"/>
                </a:lnTo>
                <a:lnTo>
                  <a:pt x="953414" y="647700"/>
                </a:lnTo>
                <a:close/>
              </a:path>
              <a:path w="1829435" h="1828800" extrusionOk="0">
                <a:moveTo>
                  <a:pt x="1276591" y="647700"/>
                </a:moveTo>
                <a:lnTo>
                  <a:pt x="1195527" y="647700"/>
                </a:lnTo>
                <a:lnTo>
                  <a:pt x="1205113" y="685800"/>
                </a:lnTo>
                <a:lnTo>
                  <a:pt x="1213392" y="723900"/>
                </a:lnTo>
                <a:lnTo>
                  <a:pt x="1220305" y="762000"/>
                </a:lnTo>
                <a:lnTo>
                  <a:pt x="1225791" y="800100"/>
                </a:lnTo>
                <a:lnTo>
                  <a:pt x="1197750" y="812800"/>
                </a:lnTo>
                <a:lnTo>
                  <a:pt x="1173583" y="825500"/>
                </a:lnTo>
                <a:lnTo>
                  <a:pt x="1154094" y="850900"/>
                </a:lnTo>
                <a:lnTo>
                  <a:pt x="1140091" y="876300"/>
                </a:lnTo>
                <a:lnTo>
                  <a:pt x="1249711" y="876300"/>
                </a:lnTo>
                <a:lnTo>
                  <a:pt x="1275626" y="863600"/>
                </a:lnTo>
                <a:lnTo>
                  <a:pt x="1402628" y="863600"/>
                </a:lnTo>
                <a:lnTo>
                  <a:pt x="1394083" y="850900"/>
                </a:lnTo>
                <a:lnTo>
                  <a:pt x="1369583" y="825500"/>
                </a:lnTo>
                <a:lnTo>
                  <a:pt x="1338992" y="800100"/>
                </a:lnTo>
                <a:lnTo>
                  <a:pt x="1303629" y="787400"/>
                </a:lnTo>
                <a:lnTo>
                  <a:pt x="1298626" y="749300"/>
                </a:lnTo>
                <a:lnTo>
                  <a:pt x="1292425" y="711200"/>
                </a:lnTo>
                <a:lnTo>
                  <a:pt x="1285066" y="685800"/>
                </a:lnTo>
                <a:lnTo>
                  <a:pt x="1276591" y="647700"/>
                </a:lnTo>
                <a:close/>
              </a:path>
              <a:path w="1829435" h="1828800" extrusionOk="0">
                <a:moveTo>
                  <a:pt x="1525782" y="647700"/>
                </a:moveTo>
                <a:lnTo>
                  <a:pt x="1436357" y="647700"/>
                </a:lnTo>
                <a:lnTo>
                  <a:pt x="1457375" y="685800"/>
                </a:lnTo>
                <a:lnTo>
                  <a:pt x="1474775" y="736600"/>
                </a:lnTo>
                <a:lnTo>
                  <a:pt x="1488379" y="787400"/>
                </a:lnTo>
                <a:lnTo>
                  <a:pt x="1498009" y="825500"/>
                </a:lnTo>
                <a:lnTo>
                  <a:pt x="1503489" y="876300"/>
                </a:lnTo>
                <a:lnTo>
                  <a:pt x="1581220" y="876300"/>
                </a:lnTo>
                <a:lnTo>
                  <a:pt x="1576251" y="825500"/>
                </a:lnTo>
                <a:lnTo>
                  <a:pt x="1568109" y="774700"/>
                </a:lnTo>
                <a:lnTo>
                  <a:pt x="1556907" y="736600"/>
                </a:lnTo>
                <a:lnTo>
                  <a:pt x="1542760" y="698500"/>
                </a:lnTo>
                <a:lnTo>
                  <a:pt x="1525782" y="647700"/>
                </a:lnTo>
                <a:close/>
              </a:path>
              <a:path w="1829435" h="1828800" extrusionOk="0">
                <a:moveTo>
                  <a:pt x="746867" y="546100"/>
                </a:moveTo>
                <a:lnTo>
                  <a:pt x="620636" y="546100"/>
                </a:lnTo>
                <a:lnTo>
                  <a:pt x="646550" y="558800"/>
                </a:lnTo>
                <a:lnTo>
                  <a:pt x="667739" y="571500"/>
                </a:lnTo>
                <a:lnTo>
                  <a:pt x="682038" y="584200"/>
                </a:lnTo>
                <a:lnTo>
                  <a:pt x="687285" y="609600"/>
                </a:lnTo>
                <a:lnTo>
                  <a:pt x="682038" y="635000"/>
                </a:lnTo>
                <a:lnTo>
                  <a:pt x="667739" y="660400"/>
                </a:lnTo>
                <a:lnTo>
                  <a:pt x="646550" y="673100"/>
                </a:lnTo>
                <a:lnTo>
                  <a:pt x="620636" y="685800"/>
                </a:lnTo>
                <a:lnTo>
                  <a:pt x="743835" y="685800"/>
                </a:lnTo>
                <a:lnTo>
                  <a:pt x="762050" y="647700"/>
                </a:lnTo>
                <a:lnTo>
                  <a:pt x="1525782" y="647700"/>
                </a:lnTo>
                <a:lnTo>
                  <a:pt x="1506086" y="609600"/>
                </a:lnTo>
                <a:lnTo>
                  <a:pt x="1483787" y="571500"/>
                </a:lnTo>
                <a:lnTo>
                  <a:pt x="756983" y="571500"/>
                </a:lnTo>
                <a:lnTo>
                  <a:pt x="746867" y="546100"/>
                </a:lnTo>
                <a:close/>
              </a:path>
              <a:path w="1829435" h="1828800" extrusionOk="0">
                <a:moveTo>
                  <a:pt x="786376" y="381000"/>
                </a:moveTo>
                <a:lnTo>
                  <a:pt x="680872" y="381000"/>
                </a:lnTo>
                <a:lnTo>
                  <a:pt x="664696" y="393700"/>
                </a:lnTo>
                <a:lnTo>
                  <a:pt x="649136" y="419100"/>
                </a:lnTo>
                <a:lnTo>
                  <a:pt x="634236" y="444500"/>
                </a:lnTo>
                <a:lnTo>
                  <a:pt x="620039" y="469900"/>
                </a:lnTo>
                <a:lnTo>
                  <a:pt x="575141" y="482600"/>
                </a:lnTo>
                <a:lnTo>
                  <a:pt x="536043" y="495300"/>
                </a:lnTo>
                <a:lnTo>
                  <a:pt x="505005" y="533400"/>
                </a:lnTo>
                <a:lnTo>
                  <a:pt x="484289" y="571500"/>
                </a:lnTo>
                <a:lnTo>
                  <a:pt x="573524" y="571500"/>
                </a:lnTo>
                <a:lnTo>
                  <a:pt x="594711" y="558800"/>
                </a:lnTo>
                <a:lnTo>
                  <a:pt x="620636" y="546100"/>
                </a:lnTo>
                <a:lnTo>
                  <a:pt x="746867" y="546100"/>
                </a:lnTo>
                <a:lnTo>
                  <a:pt x="733250" y="520700"/>
                </a:lnTo>
                <a:lnTo>
                  <a:pt x="716514" y="508000"/>
                </a:lnTo>
                <a:lnTo>
                  <a:pt x="697039" y="495300"/>
                </a:lnTo>
                <a:lnTo>
                  <a:pt x="728355" y="444500"/>
                </a:lnTo>
                <a:lnTo>
                  <a:pt x="762295" y="406400"/>
                </a:lnTo>
                <a:lnTo>
                  <a:pt x="786376" y="381000"/>
                </a:lnTo>
                <a:close/>
              </a:path>
              <a:path w="1829435" h="1828800" extrusionOk="0">
                <a:moveTo>
                  <a:pt x="953414" y="330200"/>
                </a:moveTo>
                <a:lnTo>
                  <a:pt x="875423" y="330200"/>
                </a:lnTo>
                <a:lnTo>
                  <a:pt x="875423" y="571500"/>
                </a:lnTo>
                <a:lnTo>
                  <a:pt x="953414" y="571500"/>
                </a:lnTo>
                <a:lnTo>
                  <a:pt x="953414" y="330200"/>
                </a:lnTo>
                <a:close/>
              </a:path>
              <a:path w="1829435" h="1828800" extrusionOk="0">
                <a:moveTo>
                  <a:pt x="1225356" y="330200"/>
                </a:moveTo>
                <a:lnTo>
                  <a:pt x="953414" y="330200"/>
                </a:lnTo>
                <a:lnTo>
                  <a:pt x="989810" y="342900"/>
                </a:lnTo>
                <a:lnTo>
                  <a:pt x="1024818" y="368300"/>
                </a:lnTo>
                <a:lnTo>
                  <a:pt x="1058139" y="393700"/>
                </a:lnTo>
                <a:lnTo>
                  <a:pt x="1089470" y="431800"/>
                </a:lnTo>
                <a:lnTo>
                  <a:pt x="1118512" y="469900"/>
                </a:lnTo>
                <a:lnTo>
                  <a:pt x="1144965" y="520700"/>
                </a:lnTo>
                <a:lnTo>
                  <a:pt x="1168527" y="571500"/>
                </a:lnTo>
                <a:lnTo>
                  <a:pt x="1252194" y="571500"/>
                </a:lnTo>
                <a:lnTo>
                  <a:pt x="1230386" y="508000"/>
                </a:lnTo>
                <a:lnTo>
                  <a:pt x="1205679" y="469900"/>
                </a:lnTo>
                <a:lnTo>
                  <a:pt x="1178283" y="419100"/>
                </a:lnTo>
                <a:lnTo>
                  <a:pt x="1148410" y="381000"/>
                </a:lnTo>
                <a:lnTo>
                  <a:pt x="1301708" y="381000"/>
                </a:lnTo>
                <a:lnTo>
                  <a:pt x="1264377" y="355600"/>
                </a:lnTo>
                <a:lnTo>
                  <a:pt x="1225356" y="330200"/>
                </a:lnTo>
                <a:close/>
              </a:path>
              <a:path w="1829435" h="1828800" extrusionOk="0">
                <a:moveTo>
                  <a:pt x="1301708" y="381000"/>
                </a:moveTo>
                <a:lnTo>
                  <a:pt x="1148410" y="381000"/>
                </a:lnTo>
                <a:lnTo>
                  <a:pt x="1194790" y="406400"/>
                </a:lnTo>
                <a:lnTo>
                  <a:pt x="1238814" y="431800"/>
                </a:lnTo>
                <a:lnTo>
                  <a:pt x="1280261" y="457200"/>
                </a:lnTo>
                <a:lnTo>
                  <a:pt x="1318910" y="495300"/>
                </a:lnTo>
                <a:lnTo>
                  <a:pt x="1354539" y="533400"/>
                </a:lnTo>
                <a:lnTo>
                  <a:pt x="1386928" y="571500"/>
                </a:lnTo>
                <a:lnTo>
                  <a:pt x="1483787" y="571500"/>
                </a:lnTo>
                <a:lnTo>
                  <a:pt x="1458999" y="533400"/>
                </a:lnTo>
                <a:lnTo>
                  <a:pt x="1431835" y="495300"/>
                </a:lnTo>
                <a:lnTo>
                  <a:pt x="1402410" y="469900"/>
                </a:lnTo>
                <a:lnTo>
                  <a:pt x="1370838" y="431800"/>
                </a:lnTo>
                <a:lnTo>
                  <a:pt x="1337233" y="406400"/>
                </a:lnTo>
                <a:lnTo>
                  <a:pt x="1301708" y="381000"/>
                </a:lnTo>
                <a:close/>
              </a:path>
            </a:pathLst>
          </a:custGeom>
          <a:solidFill>
            <a:srgbClr val="666666"/>
          </a:solidFill>
          <a:ln>
            <a:noFill/>
          </a:ln>
        </p:spPr>
        <p:txBody>
          <a:bodyPr spcFirstLastPara="1" lIns="0" tIns="0" rIns="0" bIns="0"/>
          <a:lstStyle/>
          <a:p>
            <a:pPr marL="0" marR="0" lvl="0" indent="0" algn="l" defTabSz="898798" rtl="0" eaLnBrk="1" fontAlgn="auto" latinLnBrk="0" hangingPunct="1">
              <a:lnSpc>
                <a:spcPct val="100000"/>
              </a:lnSpc>
              <a:spcBef>
                <a:spcPts val="0"/>
              </a:spcBef>
              <a:spcAft>
                <a:spcPts val="0"/>
              </a:spcAft>
              <a:buClrTx/>
              <a:buSzTx/>
              <a:buFontTx/>
              <a:buNone/>
              <a:tabLst/>
              <a:defRPr/>
            </a:pPr>
            <a:endParaRPr kumimoji="0" sz="971"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6" name="Google Shape;2857;g8abf067fc7_0_31">
            <a:extLst>
              <a:ext uri="{FF2B5EF4-FFF2-40B4-BE49-F238E27FC236}">
                <a16:creationId xmlns:a16="http://schemas.microsoft.com/office/drawing/2014/main" id="{54130708-EB53-7684-9A3B-CB4A846555FC}"/>
              </a:ext>
            </a:extLst>
          </p:cNvPr>
          <p:cNvSpPr/>
          <p:nvPr/>
        </p:nvSpPr>
        <p:spPr>
          <a:xfrm>
            <a:off x="1962150" y="1673229"/>
            <a:ext cx="503238" cy="504825"/>
          </a:xfrm>
          <a:custGeom>
            <a:avLst/>
            <a:gdLst/>
            <a:ahLst/>
            <a:cxnLst/>
            <a:rect l="l" t="t" r="r" b="b"/>
            <a:pathLst>
              <a:path w="1829435" h="1829435" extrusionOk="0">
                <a:moveTo>
                  <a:pt x="1828850" y="0"/>
                </a:moveTo>
                <a:lnTo>
                  <a:pt x="0" y="0"/>
                </a:lnTo>
                <a:lnTo>
                  <a:pt x="0" y="1828863"/>
                </a:lnTo>
                <a:lnTo>
                  <a:pt x="285597" y="1828863"/>
                </a:lnTo>
                <a:lnTo>
                  <a:pt x="295587" y="1750860"/>
                </a:lnTo>
                <a:lnTo>
                  <a:pt x="77990" y="1750860"/>
                </a:lnTo>
                <a:lnTo>
                  <a:pt x="77990" y="77990"/>
                </a:lnTo>
                <a:lnTo>
                  <a:pt x="1828850" y="77990"/>
                </a:lnTo>
                <a:lnTo>
                  <a:pt x="1828850" y="0"/>
                </a:lnTo>
                <a:close/>
              </a:path>
              <a:path w="1829435" h="1829435" extrusionOk="0">
                <a:moveTo>
                  <a:pt x="1312202" y="1179106"/>
                </a:moveTo>
                <a:lnTo>
                  <a:pt x="1069682" y="1179106"/>
                </a:lnTo>
                <a:lnTo>
                  <a:pt x="1346441" y="1273098"/>
                </a:lnTo>
                <a:lnTo>
                  <a:pt x="1394524" y="1296005"/>
                </a:lnTo>
                <a:lnTo>
                  <a:pt x="1435650" y="1328972"/>
                </a:lnTo>
                <a:lnTo>
                  <a:pt x="1468240" y="1370378"/>
                </a:lnTo>
                <a:lnTo>
                  <a:pt x="1490713" y="1418602"/>
                </a:lnTo>
                <a:lnTo>
                  <a:pt x="1543253" y="1828863"/>
                </a:lnTo>
                <a:lnTo>
                  <a:pt x="1828850" y="1828863"/>
                </a:lnTo>
                <a:lnTo>
                  <a:pt x="1828850" y="1750860"/>
                </a:lnTo>
                <a:lnTo>
                  <a:pt x="1611883" y="1750860"/>
                </a:lnTo>
                <a:lnTo>
                  <a:pt x="1567611" y="1405127"/>
                </a:lnTo>
                <a:lnTo>
                  <a:pt x="1547977" y="1353443"/>
                </a:lnTo>
                <a:lnTo>
                  <a:pt x="1523229" y="1312300"/>
                </a:lnTo>
                <a:lnTo>
                  <a:pt x="1492551" y="1275638"/>
                </a:lnTo>
                <a:lnTo>
                  <a:pt x="1456601" y="1244128"/>
                </a:lnTo>
                <a:lnTo>
                  <a:pt x="1416035" y="1218441"/>
                </a:lnTo>
                <a:lnTo>
                  <a:pt x="1371511" y="1199248"/>
                </a:lnTo>
                <a:lnTo>
                  <a:pt x="1312202" y="1179106"/>
                </a:lnTo>
                <a:close/>
              </a:path>
              <a:path w="1829435" h="1829435" extrusionOk="0">
                <a:moveTo>
                  <a:pt x="755018" y="1101863"/>
                </a:moveTo>
                <a:lnTo>
                  <a:pt x="457339" y="1199248"/>
                </a:lnTo>
                <a:lnTo>
                  <a:pt x="412820" y="1218441"/>
                </a:lnTo>
                <a:lnTo>
                  <a:pt x="372258" y="1244128"/>
                </a:lnTo>
                <a:lnTo>
                  <a:pt x="336310" y="1275638"/>
                </a:lnTo>
                <a:lnTo>
                  <a:pt x="305633" y="1312300"/>
                </a:lnTo>
                <a:lnTo>
                  <a:pt x="280886" y="1353443"/>
                </a:lnTo>
                <a:lnTo>
                  <a:pt x="262724" y="1398396"/>
                </a:lnTo>
                <a:lnTo>
                  <a:pt x="216966" y="1750860"/>
                </a:lnTo>
                <a:lnTo>
                  <a:pt x="295587" y="1750860"/>
                </a:lnTo>
                <a:lnTo>
                  <a:pt x="338137" y="1418602"/>
                </a:lnTo>
                <a:lnTo>
                  <a:pt x="360610" y="1370378"/>
                </a:lnTo>
                <a:lnTo>
                  <a:pt x="393201" y="1328972"/>
                </a:lnTo>
                <a:lnTo>
                  <a:pt x="434331" y="1296005"/>
                </a:lnTo>
                <a:lnTo>
                  <a:pt x="482422" y="1273098"/>
                </a:lnTo>
                <a:lnTo>
                  <a:pt x="759167" y="1179118"/>
                </a:lnTo>
                <a:lnTo>
                  <a:pt x="900990" y="1179118"/>
                </a:lnTo>
                <a:lnTo>
                  <a:pt x="894323" y="1178457"/>
                </a:lnTo>
                <a:lnTo>
                  <a:pt x="875328" y="1172595"/>
                </a:lnTo>
                <a:lnTo>
                  <a:pt x="857886" y="1163055"/>
                </a:lnTo>
                <a:lnTo>
                  <a:pt x="842441" y="1150023"/>
                </a:lnTo>
                <a:lnTo>
                  <a:pt x="821054" y="1128052"/>
                </a:lnTo>
                <a:lnTo>
                  <a:pt x="801582" y="1113066"/>
                </a:lnTo>
                <a:lnTo>
                  <a:pt x="779097" y="1104226"/>
                </a:lnTo>
                <a:lnTo>
                  <a:pt x="755018" y="1101863"/>
                </a:lnTo>
                <a:close/>
              </a:path>
              <a:path w="1829435" h="1829435" extrusionOk="0">
                <a:moveTo>
                  <a:pt x="1828850" y="77990"/>
                </a:moveTo>
                <a:lnTo>
                  <a:pt x="1750860" y="77990"/>
                </a:lnTo>
                <a:lnTo>
                  <a:pt x="1750860" y="1750860"/>
                </a:lnTo>
                <a:lnTo>
                  <a:pt x="1828850" y="1750860"/>
                </a:lnTo>
                <a:lnTo>
                  <a:pt x="1828850" y="77990"/>
                </a:lnTo>
                <a:close/>
              </a:path>
              <a:path w="1829435" h="1829435" extrusionOk="0">
                <a:moveTo>
                  <a:pt x="900990" y="1179118"/>
                </a:moveTo>
                <a:lnTo>
                  <a:pt x="759167" y="1179118"/>
                </a:lnTo>
                <a:lnTo>
                  <a:pt x="762774" y="1179982"/>
                </a:lnTo>
                <a:lnTo>
                  <a:pt x="786523" y="1204404"/>
                </a:lnTo>
                <a:lnTo>
                  <a:pt x="813968" y="1227544"/>
                </a:lnTo>
                <a:lnTo>
                  <a:pt x="844954" y="1244487"/>
                </a:lnTo>
                <a:lnTo>
                  <a:pt x="878701" y="1254898"/>
                </a:lnTo>
                <a:lnTo>
                  <a:pt x="914425" y="1258442"/>
                </a:lnTo>
                <a:lnTo>
                  <a:pt x="950149" y="1254898"/>
                </a:lnTo>
                <a:lnTo>
                  <a:pt x="983895" y="1244487"/>
                </a:lnTo>
                <a:lnTo>
                  <a:pt x="1014882" y="1227544"/>
                </a:lnTo>
                <a:lnTo>
                  <a:pt x="1042327" y="1204404"/>
                </a:lnTo>
                <a:lnTo>
                  <a:pt x="1065607" y="1180452"/>
                </a:lnTo>
                <a:lnTo>
                  <a:pt x="914425" y="1180452"/>
                </a:lnTo>
                <a:lnTo>
                  <a:pt x="900990" y="1179118"/>
                </a:lnTo>
                <a:close/>
              </a:path>
              <a:path w="1829435" h="1829435" extrusionOk="0">
                <a:moveTo>
                  <a:pt x="1073834" y="1101859"/>
                </a:moveTo>
                <a:lnTo>
                  <a:pt x="1049737" y="1104226"/>
                </a:lnTo>
                <a:lnTo>
                  <a:pt x="1027234" y="1113077"/>
                </a:lnTo>
                <a:lnTo>
                  <a:pt x="1007795" y="1128052"/>
                </a:lnTo>
                <a:lnTo>
                  <a:pt x="986409" y="1150023"/>
                </a:lnTo>
                <a:lnTo>
                  <a:pt x="970966" y="1163055"/>
                </a:lnTo>
                <a:lnTo>
                  <a:pt x="953527" y="1172595"/>
                </a:lnTo>
                <a:lnTo>
                  <a:pt x="934532" y="1178457"/>
                </a:lnTo>
                <a:lnTo>
                  <a:pt x="914425" y="1180452"/>
                </a:lnTo>
                <a:lnTo>
                  <a:pt x="1065607" y="1180452"/>
                </a:lnTo>
                <a:lnTo>
                  <a:pt x="1066076" y="1179969"/>
                </a:lnTo>
                <a:lnTo>
                  <a:pt x="1069682" y="1179106"/>
                </a:lnTo>
                <a:lnTo>
                  <a:pt x="1312202" y="1179106"/>
                </a:lnTo>
                <a:lnTo>
                  <a:pt x="1097965" y="1106347"/>
                </a:lnTo>
                <a:lnTo>
                  <a:pt x="1073834" y="1101859"/>
                </a:lnTo>
                <a:close/>
              </a:path>
              <a:path w="1829435" h="1829435" extrusionOk="0">
                <a:moveTo>
                  <a:pt x="914425" y="387007"/>
                </a:moveTo>
                <a:lnTo>
                  <a:pt x="870063" y="391396"/>
                </a:lnTo>
                <a:lnTo>
                  <a:pt x="828287" y="404050"/>
                </a:lnTo>
                <a:lnTo>
                  <a:pt x="789798" y="424193"/>
                </a:lnTo>
                <a:lnTo>
                  <a:pt x="755302" y="451051"/>
                </a:lnTo>
                <a:lnTo>
                  <a:pt x="725500" y="483850"/>
                </a:lnTo>
                <a:lnTo>
                  <a:pt x="701070" y="521877"/>
                </a:lnTo>
                <a:lnTo>
                  <a:pt x="682794" y="564176"/>
                </a:lnTo>
                <a:lnTo>
                  <a:pt x="671297" y="610154"/>
                </a:lnTo>
                <a:lnTo>
                  <a:pt x="667308" y="658977"/>
                </a:lnTo>
                <a:lnTo>
                  <a:pt x="669007" y="719391"/>
                </a:lnTo>
                <a:lnTo>
                  <a:pt x="674093" y="774693"/>
                </a:lnTo>
                <a:lnTo>
                  <a:pt x="682554" y="824834"/>
                </a:lnTo>
                <a:lnTo>
                  <a:pt x="694377" y="869763"/>
                </a:lnTo>
                <a:lnTo>
                  <a:pt x="709548" y="909429"/>
                </a:lnTo>
                <a:lnTo>
                  <a:pt x="728055" y="943781"/>
                </a:lnTo>
                <a:lnTo>
                  <a:pt x="783898" y="1008436"/>
                </a:lnTo>
                <a:lnTo>
                  <a:pt x="820524" y="1037745"/>
                </a:lnTo>
                <a:lnTo>
                  <a:pt x="862966" y="1057601"/>
                </a:lnTo>
                <a:lnTo>
                  <a:pt x="914425" y="1064907"/>
                </a:lnTo>
                <a:lnTo>
                  <a:pt x="965891" y="1057601"/>
                </a:lnTo>
                <a:lnTo>
                  <a:pt x="1008335" y="1037745"/>
                </a:lnTo>
                <a:lnTo>
                  <a:pt x="1044959" y="1008436"/>
                </a:lnTo>
                <a:lnTo>
                  <a:pt x="1065477" y="986916"/>
                </a:lnTo>
                <a:lnTo>
                  <a:pt x="914425" y="986916"/>
                </a:lnTo>
                <a:lnTo>
                  <a:pt x="888645" y="983885"/>
                </a:lnTo>
                <a:lnTo>
                  <a:pt x="839001" y="953039"/>
                </a:lnTo>
                <a:lnTo>
                  <a:pt x="808050" y="920826"/>
                </a:lnTo>
                <a:lnTo>
                  <a:pt x="773789" y="860260"/>
                </a:lnTo>
                <a:lnTo>
                  <a:pt x="761490" y="819243"/>
                </a:lnTo>
                <a:lnTo>
                  <a:pt x="752564" y="771706"/>
                </a:lnTo>
                <a:lnTo>
                  <a:pt x="747125" y="718125"/>
                </a:lnTo>
                <a:lnTo>
                  <a:pt x="745286" y="658977"/>
                </a:lnTo>
                <a:lnTo>
                  <a:pt x="751339" y="607470"/>
                </a:lnTo>
                <a:lnTo>
                  <a:pt x="768413" y="561149"/>
                </a:lnTo>
                <a:lnTo>
                  <a:pt x="794885" y="521877"/>
                </a:lnTo>
                <a:lnTo>
                  <a:pt x="829127" y="491520"/>
                </a:lnTo>
                <a:lnTo>
                  <a:pt x="869516" y="471938"/>
                </a:lnTo>
                <a:lnTo>
                  <a:pt x="914425" y="464997"/>
                </a:lnTo>
                <a:lnTo>
                  <a:pt x="1086226" y="464997"/>
                </a:lnTo>
                <a:lnTo>
                  <a:pt x="1073554" y="451051"/>
                </a:lnTo>
                <a:lnTo>
                  <a:pt x="1039055" y="424193"/>
                </a:lnTo>
                <a:lnTo>
                  <a:pt x="1000565" y="404050"/>
                </a:lnTo>
                <a:lnTo>
                  <a:pt x="958787" y="391396"/>
                </a:lnTo>
                <a:lnTo>
                  <a:pt x="914425" y="387007"/>
                </a:lnTo>
                <a:close/>
              </a:path>
              <a:path w="1829435" h="1829435" extrusionOk="0">
                <a:moveTo>
                  <a:pt x="1086226" y="464997"/>
                </a:moveTo>
                <a:lnTo>
                  <a:pt x="914425" y="464997"/>
                </a:lnTo>
                <a:lnTo>
                  <a:pt x="959339" y="471938"/>
                </a:lnTo>
                <a:lnTo>
                  <a:pt x="999728" y="491520"/>
                </a:lnTo>
                <a:lnTo>
                  <a:pt x="1033970" y="521877"/>
                </a:lnTo>
                <a:lnTo>
                  <a:pt x="1060439" y="561149"/>
                </a:lnTo>
                <a:lnTo>
                  <a:pt x="1077512" y="607470"/>
                </a:lnTo>
                <a:lnTo>
                  <a:pt x="1083564" y="658977"/>
                </a:lnTo>
                <a:lnTo>
                  <a:pt x="1081725" y="718125"/>
                </a:lnTo>
                <a:lnTo>
                  <a:pt x="1076286" y="771706"/>
                </a:lnTo>
                <a:lnTo>
                  <a:pt x="1067360" y="819243"/>
                </a:lnTo>
                <a:lnTo>
                  <a:pt x="1055061" y="860260"/>
                </a:lnTo>
                <a:lnTo>
                  <a:pt x="1020800" y="920826"/>
                </a:lnTo>
                <a:lnTo>
                  <a:pt x="989854" y="953039"/>
                </a:lnTo>
                <a:lnTo>
                  <a:pt x="940206" y="983885"/>
                </a:lnTo>
                <a:lnTo>
                  <a:pt x="914425" y="986916"/>
                </a:lnTo>
                <a:lnTo>
                  <a:pt x="1065477" y="986916"/>
                </a:lnTo>
                <a:lnTo>
                  <a:pt x="1100796" y="943780"/>
                </a:lnTo>
                <a:lnTo>
                  <a:pt x="1119304" y="909426"/>
                </a:lnTo>
                <a:lnTo>
                  <a:pt x="1134478" y="869759"/>
                </a:lnTo>
                <a:lnTo>
                  <a:pt x="1146304" y="824829"/>
                </a:lnTo>
                <a:lnTo>
                  <a:pt x="1154767" y="774688"/>
                </a:lnTo>
                <a:lnTo>
                  <a:pt x="1159855" y="719391"/>
                </a:lnTo>
                <a:lnTo>
                  <a:pt x="1161554" y="658977"/>
                </a:lnTo>
                <a:lnTo>
                  <a:pt x="1157565" y="610154"/>
                </a:lnTo>
                <a:lnTo>
                  <a:pt x="1146067" y="564176"/>
                </a:lnTo>
                <a:lnTo>
                  <a:pt x="1127763" y="521817"/>
                </a:lnTo>
                <a:lnTo>
                  <a:pt x="1103358" y="483850"/>
                </a:lnTo>
                <a:lnTo>
                  <a:pt x="1086226" y="464997"/>
                </a:lnTo>
                <a:close/>
              </a:path>
            </a:pathLst>
          </a:custGeom>
          <a:solidFill>
            <a:srgbClr val="666666"/>
          </a:solidFill>
          <a:ln>
            <a:noFill/>
          </a:ln>
        </p:spPr>
        <p:txBody>
          <a:bodyPr spcFirstLastPara="1" lIns="0" tIns="0" rIns="0" bIns="0"/>
          <a:lstStyle/>
          <a:p>
            <a:pPr marL="0" marR="0" lvl="0" indent="0" algn="l" defTabSz="898798" rtl="0" eaLnBrk="1" fontAlgn="auto" latinLnBrk="0" hangingPunct="1">
              <a:lnSpc>
                <a:spcPct val="100000"/>
              </a:lnSpc>
              <a:spcBef>
                <a:spcPts val="0"/>
              </a:spcBef>
              <a:spcAft>
                <a:spcPts val="0"/>
              </a:spcAft>
              <a:buClrTx/>
              <a:buSzTx/>
              <a:buFontTx/>
              <a:buNone/>
              <a:tabLst/>
              <a:defRPr/>
            </a:pPr>
            <a:endParaRPr kumimoji="0" sz="971"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27" name="Google Shape;2858;g8abf067fc7_0_31">
            <a:extLst>
              <a:ext uri="{FF2B5EF4-FFF2-40B4-BE49-F238E27FC236}">
                <a16:creationId xmlns:a16="http://schemas.microsoft.com/office/drawing/2014/main" id="{9CF87843-7DE4-B33E-274A-E748D4D0B4B6}"/>
              </a:ext>
            </a:extLst>
          </p:cNvPr>
          <p:cNvSpPr>
            <a:spLocks/>
          </p:cNvSpPr>
          <p:nvPr/>
        </p:nvSpPr>
        <p:spPr bwMode="auto">
          <a:xfrm>
            <a:off x="9701213" y="1673229"/>
            <a:ext cx="504825" cy="504825"/>
          </a:xfrm>
          <a:custGeom>
            <a:avLst/>
            <a:gdLst>
              <a:gd name="T0" fmla="*/ 0 w 346"/>
              <a:gd name="T1" fmla="*/ 0 h 346"/>
              <a:gd name="T2" fmla="*/ 0 w 346"/>
              <a:gd name="T3" fmla="*/ 2147483646 h 346"/>
              <a:gd name="T4" fmla="*/ 2147483646 w 346"/>
              <a:gd name="T5" fmla="*/ 2147483646 h 346"/>
              <a:gd name="T6" fmla="*/ 2147483646 w 346"/>
              <a:gd name="T7" fmla="*/ 0 h 346"/>
              <a:gd name="T8" fmla="*/ 0 w 346"/>
              <a:gd name="T9" fmla="*/ 0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2147483646 w 346"/>
              <a:gd name="T21" fmla="*/ 2147483646 h 346"/>
              <a:gd name="T22" fmla="*/ 2147483646 w 346"/>
              <a:gd name="T23" fmla="*/ 2147483646 h 346"/>
              <a:gd name="T24" fmla="*/ 2147483646 w 346"/>
              <a:gd name="T25" fmla="*/ 2147483646 h 346"/>
              <a:gd name="T26" fmla="*/ 2147483646 w 346"/>
              <a:gd name="T27" fmla="*/ 2147483646 h 346"/>
              <a:gd name="T28" fmla="*/ 2147483646 w 346"/>
              <a:gd name="T29" fmla="*/ 2147483646 h 346"/>
              <a:gd name="T30" fmla="*/ 2147483646 w 346"/>
              <a:gd name="T31" fmla="*/ 2147483646 h 346"/>
              <a:gd name="T32" fmla="*/ 2147483646 w 346"/>
              <a:gd name="T33" fmla="*/ 2147483646 h 346"/>
              <a:gd name="T34" fmla="*/ 2147483646 w 346"/>
              <a:gd name="T35" fmla="*/ 2147483646 h 346"/>
              <a:gd name="T36" fmla="*/ 2147483646 w 346"/>
              <a:gd name="T37" fmla="*/ 2147483646 h 346"/>
              <a:gd name="T38" fmla="*/ 2147483646 w 346"/>
              <a:gd name="T39" fmla="*/ 2147483646 h 346"/>
              <a:gd name="T40" fmla="*/ 2147483646 w 346"/>
              <a:gd name="T41" fmla="*/ 2147483646 h 346"/>
              <a:gd name="T42" fmla="*/ 2147483646 w 346"/>
              <a:gd name="T43" fmla="*/ 2147483646 h 346"/>
              <a:gd name="T44" fmla="*/ 2147483646 w 346"/>
              <a:gd name="T45" fmla="*/ 2147483646 h 346"/>
              <a:gd name="T46" fmla="*/ 2147483646 w 346"/>
              <a:gd name="T47" fmla="*/ 2147483646 h 346"/>
              <a:gd name="T48" fmla="*/ 2147483646 w 346"/>
              <a:gd name="T49" fmla="*/ 2147483646 h 346"/>
              <a:gd name="T50" fmla="*/ 2147483646 w 346"/>
              <a:gd name="T51" fmla="*/ 2147483646 h 346"/>
              <a:gd name="T52" fmla="*/ 2147483646 w 346"/>
              <a:gd name="T53" fmla="*/ 2147483646 h 346"/>
              <a:gd name="T54" fmla="*/ 2147483646 w 346"/>
              <a:gd name="T55" fmla="*/ 2147483646 h 346"/>
              <a:gd name="T56" fmla="*/ 2147483646 w 346"/>
              <a:gd name="T57" fmla="*/ 2147483646 h 346"/>
              <a:gd name="T58" fmla="*/ 2147483646 w 346"/>
              <a:gd name="T59" fmla="*/ 2147483646 h 346"/>
              <a:gd name="T60" fmla="*/ 2147483646 w 346"/>
              <a:gd name="T61" fmla="*/ 2147483646 h 346"/>
              <a:gd name="T62" fmla="*/ 2147483646 w 346"/>
              <a:gd name="T63" fmla="*/ 2147483646 h 346"/>
              <a:gd name="T64" fmla="*/ 2147483646 w 346"/>
              <a:gd name="T65" fmla="*/ 2147483646 h 346"/>
              <a:gd name="T66" fmla="*/ 2147483646 w 346"/>
              <a:gd name="T67" fmla="*/ 2147483646 h 346"/>
              <a:gd name="T68" fmla="*/ 2147483646 w 346"/>
              <a:gd name="T69" fmla="*/ 2147483646 h 346"/>
              <a:gd name="T70" fmla="*/ 2147483646 w 346"/>
              <a:gd name="T71" fmla="*/ 2147483646 h 346"/>
              <a:gd name="T72" fmla="*/ 2147483646 w 346"/>
              <a:gd name="T73" fmla="*/ 2147483646 h 346"/>
              <a:gd name="T74" fmla="*/ 2147483646 w 346"/>
              <a:gd name="T75" fmla="*/ 2147483646 h 346"/>
              <a:gd name="T76" fmla="*/ 2147483646 w 346"/>
              <a:gd name="T77" fmla="*/ 2147483646 h 346"/>
              <a:gd name="T78" fmla="*/ 2147483646 w 346"/>
              <a:gd name="T79" fmla="*/ 2147483646 h 346"/>
              <a:gd name="T80" fmla="*/ 2147483646 w 346"/>
              <a:gd name="T81" fmla="*/ 2147483646 h 346"/>
              <a:gd name="T82" fmla="*/ 2147483646 w 346"/>
              <a:gd name="T83" fmla="*/ 2147483646 h 346"/>
              <a:gd name="T84" fmla="*/ 2147483646 w 346"/>
              <a:gd name="T85" fmla="*/ 2147483646 h 346"/>
              <a:gd name="T86" fmla="*/ 2147483646 w 346"/>
              <a:gd name="T87" fmla="*/ 2147483646 h 346"/>
              <a:gd name="T88" fmla="*/ 2147483646 w 346"/>
              <a:gd name="T89" fmla="*/ 2147483646 h 346"/>
              <a:gd name="T90" fmla="*/ 2147483646 w 346"/>
              <a:gd name="T91" fmla="*/ 2147483646 h 346"/>
              <a:gd name="T92" fmla="*/ 2147483646 w 346"/>
              <a:gd name="T93" fmla="*/ 2147483646 h 346"/>
              <a:gd name="T94" fmla="*/ 2147483646 w 346"/>
              <a:gd name="T95" fmla="*/ 2147483646 h 346"/>
              <a:gd name="T96" fmla="*/ 2147483646 w 346"/>
              <a:gd name="T97" fmla="*/ 2147483646 h 346"/>
              <a:gd name="T98" fmla="*/ 2147483646 w 346"/>
              <a:gd name="T99" fmla="*/ 2147483646 h 346"/>
              <a:gd name="T100" fmla="*/ 2147483646 w 346"/>
              <a:gd name="T101" fmla="*/ 2147483646 h 346"/>
              <a:gd name="T102" fmla="*/ 2147483646 w 346"/>
              <a:gd name="T103" fmla="*/ 2147483646 h 346"/>
              <a:gd name="T104" fmla="*/ 2147483646 w 346"/>
              <a:gd name="T105" fmla="*/ 2147483646 h 346"/>
              <a:gd name="T106" fmla="*/ 2147483646 w 346"/>
              <a:gd name="T107" fmla="*/ 2147483646 h 346"/>
              <a:gd name="T108" fmla="*/ 2147483646 w 346"/>
              <a:gd name="T109" fmla="*/ 2147483646 h 346"/>
              <a:gd name="T110" fmla="*/ 2147483646 w 346"/>
              <a:gd name="T111" fmla="*/ 2147483646 h 346"/>
              <a:gd name="T112" fmla="*/ 2147483646 w 346"/>
              <a:gd name="T113" fmla="*/ 2147483646 h 346"/>
              <a:gd name="T114" fmla="*/ 2147483646 w 346"/>
              <a:gd name="T115" fmla="*/ 2147483646 h 346"/>
              <a:gd name="T116" fmla="*/ 2147483646 w 346"/>
              <a:gd name="T117" fmla="*/ 2147483646 h 346"/>
              <a:gd name="T118" fmla="*/ 2147483646 w 346"/>
              <a:gd name="T119" fmla="*/ 2147483646 h 346"/>
              <a:gd name="T120" fmla="*/ 2147483646 w 346"/>
              <a:gd name="T121" fmla="*/ 2147483646 h 34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346" h="346" extrusionOk="0">
                <a:moveTo>
                  <a:pt x="0" y="0"/>
                </a:moveTo>
                <a:cubicBezTo>
                  <a:pt x="0" y="346"/>
                  <a:pt x="0" y="346"/>
                  <a:pt x="0" y="346"/>
                </a:cubicBezTo>
                <a:cubicBezTo>
                  <a:pt x="346" y="346"/>
                  <a:pt x="346" y="346"/>
                  <a:pt x="346" y="346"/>
                </a:cubicBezTo>
                <a:cubicBezTo>
                  <a:pt x="346" y="0"/>
                  <a:pt x="346" y="0"/>
                  <a:pt x="346" y="0"/>
                </a:cubicBezTo>
                <a:lnTo>
                  <a:pt x="0" y="0"/>
                </a:lnTo>
                <a:close/>
                <a:moveTo>
                  <a:pt x="332" y="331"/>
                </a:moveTo>
                <a:cubicBezTo>
                  <a:pt x="15" y="331"/>
                  <a:pt x="15" y="331"/>
                  <a:pt x="15" y="331"/>
                </a:cubicBezTo>
                <a:cubicBezTo>
                  <a:pt x="15" y="15"/>
                  <a:pt x="15" y="15"/>
                  <a:pt x="15" y="15"/>
                </a:cubicBezTo>
                <a:cubicBezTo>
                  <a:pt x="332" y="15"/>
                  <a:pt x="332" y="15"/>
                  <a:pt x="332" y="15"/>
                </a:cubicBezTo>
                <a:lnTo>
                  <a:pt x="332" y="331"/>
                </a:lnTo>
                <a:close/>
                <a:moveTo>
                  <a:pt x="48" y="309"/>
                </a:moveTo>
                <a:cubicBezTo>
                  <a:pt x="133" y="224"/>
                  <a:pt x="133" y="224"/>
                  <a:pt x="133" y="224"/>
                </a:cubicBezTo>
                <a:cubicBezTo>
                  <a:pt x="153" y="241"/>
                  <a:pt x="178" y="250"/>
                  <a:pt x="204" y="250"/>
                </a:cubicBezTo>
                <a:cubicBezTo>
                  <a:pt x="231" y="250"/>
                  <a:pt x="259" y="240"/>
                  <a:pt x="280" y="219"/>
                </a:cubicBezTo>
                <a:cubicBezTo>
                  <a:pt x="300" y="198"/>
                  <a:pt x="311" y="171"/>
                  <a:pt x="311" y="143"/>
                </a:cubicBezTo>
                <a:cubicBezTo>
                  <a:pt x="311" y="114"/>
                  <a:pt x="300" y="87"/>
                  <a:pt x="280" y="66"/>
                </a:cubicBezTo>
                <a:cubicBezTo>
                  <a:pt x="260" y="46"/>
                  <a:pt x="232" y="35"/>
                  <a:pt x="204" y="35"/>
                </a:cubicBezTo>
                <a:cubicBezTo>
                  <a:pt x="175" y="35"/>
                  <a:pt x="148" y="46"/>
                  <a:pt x="127" y="66"/>
                </a:cubicBezTo>
                <a:cubicBezTo>
                  <a:pt x="107" y="87"/>
                  <a:pt x="96" y="114"/>
                  <a:pt x="96" y="143"/>
                </a:cubicBezTo>
                <a:cubicBezTo>
                  <a:pt x="96" y="169"/>
                  <a:pt x="105" y="194"/>
                  <a:pt x="122" y="213"/>
                </a:cubicBezTo>
                <a:cubicBezTo>
                  <a:pt x="37" y="299"/>
                  <a:pt x="37" y="299"/>
                  <a:pt x="37" y="299"/>
                </a:cubicBezTo>
                <a:lnTo>
                  <a:pt x="48" y="309"/>
                </a:lnTo>
                <a:close/>
                <a:moveTo>
                  <a:pt x="138" y="208"/>
                </a:moveTo>
                <a:cubicBezTo>
                  <a:pt x="136" y="206"/>
                  <a:pt x="134" y="204"/>
                  <a:pt x="132" y="202"/>
                </a:cubicBezTo>
                <a:cubicBezTo>
                  <a:pt x="181" y="185"/>
                  <a:pt x="181" y="185"/>
                  <a:pt x="181" y="185"/>
                </a:cubicBezTo>
                <a:cubicBezTo>
                  <a:pt x="184" y="188"/>
                  <a:pt x="184" y="188"/>
                  <a:pt x="184" y="188"/>
                </a:cubicBezTo>
                <a:cubicBezTo>
                  <a:pt x="189" y="193"/>
                  <a:pt x="196" y="196"/>
                  <a:pt x="204" y="196"/>
                </a:cubicBezTo>
                <a:cubicBezTo>
                  <a:pt x="204" y="196"/>
                  <a:pt x="204" y="196"/>
                  <a:pt x="204" y="196"/>
                </a:cubicBezTo>
                <a:cubicBezTo>
                  <a:pt x="211" y="196"/>
                  <a:pt x="218" y="193"/>
                  <a:pt x="223" y="188"/>
                </a:cubicBezTo>
                <a:cubicBezTo>
                  <a:pt x="226" y="185"/>
                  <a:pt x="226" y="185"/>
                  <a:pt x="226" y="185"/>
                </a:cubicBezTo>
                <a:cubicBezTo>
                  <a:pt x="276" y="202"/>
                  <a:pt x="276" y="202"/>
                  <a:pt x="276" y="202"/>
                </a:cubicBezTo>
                <a:cubicBezTo>
                  <a:pt x="274" y="204"/>
                  <a:pt x="272" y="206"/>
                  <a:pt x="269" y="208"/>
                </a:cubicBezTo>
                <a:cubicBezTo>
                  <a:pt x="233" y="245"/>
                  <a:pt x="174" y="245"/>
                  <a:pt x="138" y="208"/>
                </a:cubicBezTo>
                <a:close/>
                <a:moveTo>
                  <a:pt x="138" y="77"/>
                </a:moveTo>
                <a:cubicBezTo>
                  <a:pt x="155" y="59"/>
                  <a:pt x="179" y="50"/>
                  <a:pt x="204" y="50"/>
                </a:cubicBezTo>
                <a:cubicBezTo>
                  <a:pt x="229" y="50"/>
                  <a:pt x="252" y="59"/>
                  <a:pt x="269" y="77"/>
                </a:cubicBezTo>
                <a:cubicBezTo>
                  <a:pt x="287" y="94"/>
                  <a:pt x="297" y="118"/>
                  <a:pt x="297" y="143"/>
                </a:cubicBezTo>
                <a:cubicBezTo>
                  <a:pt x="297" y="159"/>
                  <a:pt x="292" y="175"/>
                  <a:pt x="284" y="189"/>
                </a:cubicBezTo>
                <a:cubicBezTo>
                  <a:pt x="230" y="171"/>
                  <a:pt x="230" y="171"/>
                  <a:pt x="230" y="171"/>
                </a:cubicBezTo>
                <a:cubicBezTo>
                  <a:pt x="225" y="169"/>
                  <a:pt x="220" y="171"/>
                  <a:pt x="216" y="175"/>
                </a:cubicBezTo>
                <a:cubicBezTo>
                  <a:pt x="213" y="178"/>
                  <a:pt x="213" y="178"/>
                  <a:pt x="213" y="178"/>
                </a:cubicBezTo>
                <a:cubicBezTo>
                  <a:pt x="208" y="183"/>
                  <a:pt x="199" y="183"/>
                  <a:pt x="195" y="178"/>
                </a:cubicBezTo>
                <a:cubicBezTo>
                  <a:pt x="192" y="175"/>
                  <a:pt x="192" y="175"/>
                  <a:pt x="192" y="175"/>
                </a:cubicBezTo>
                <a:cubicBezTo>
                  <a:pt x="188" y="171"/>
                  <a:pt x="182" y="169"/>
                  <a:pt x="177" y="171"/>
                </a:cubicBezTo>
                <a:cubicBezTo>
                  <a:pt x="123" y="189"/>
                  <a:pt x="123" y="189"/>
                  <a:pt x="123" y="189"/>
                </a:cubicBezTo>
                <a:cubicBezTo>
                  <a:pt x="115" y="175"/>
                  <a:pt x="111" y="159"/>
                  <a:pt x="111" y="143"/>
                </a:cubicBezTo>
                <a:cubicBezTo>
                  <a:pt x="111" y="118"/>
                  <a:pt x="120" y="94"/>
                  <a:pt x="138" y="77"/>
                </a:cubicBezTo>
                <a:close/>
                <a:moveTo>
                  <a:pt x="204" y="169"/>
                </a:moveTo>
                <a:cubicBezTo>
                  <a:pt x="215" y="169"/>
                  <a:pt x="222" y="162"/>
                  <a:pt x="229" y="155"/>
                </a:cubicBezTo>
                <a:cubicBezTo>
                  <a:pt x="237" y="146"/>
                  <a:pt x="241" y="130"/>
                  <a:pt x="241" y="109"/>
                </a:cubicBezTo>
                <a:cubicBezTo>
                  <a:pt x="241" y="86"/>
                  <a:pt x="224" y="68"/>
                  <a:pt x="204" y="68"/>
                </a:cubicBezTo>
                <a:cubicBezTo>
                  <a:pt x="183" y="68"/>
                  <a:pt x="167" y="86"/>
                  <a:pt x="167" y="109"/>
                </a:cubicBezTo>
                <a:cubicBezTo>
                  <a:pt x="167" y="130"/>
                  <a:pt x="171" y="146"/>
                  <a:pt x="179" y="155"/>
                </a:cubicBezTo>
                <a:cubicBezTo>
                  <a:pt x="186" y="162"/>
                  <a:pt x="192" y="169"/>
                  <a:pt x="204" y="169"/>
                </a:cubicBezTo>
                <a:close/>
                <a:moveTo>
                  <a:pt x="204" y="83"/>
                </a:moveTo>
                <a:cubicBezTo>
                  <a:pt x="216" y="83"/>
                  <a:pt x="226" y="95"/>
                  <a:pt x="226" y="109"/>
                </a:cubicBezTo>
                <a:cubicBezTo>
                  <a:pt x="226" y="126"/>
                  <a:pt x="223" y="139"/>
                  <a:pt x="218" y="145"/>
                </a:cubicBezTo>
                <a:cubicBezTo>
                  <a:pt x="211" y="153"/>
                  <a:pt x="208" y="154"/>
                  <a:pt x="204" y="154"/>
                </a:cubicBezTo>
                <a:cubicBezTo>
                  <a:pt x="199" y="154"/>
                  <a:pt x="197" y="153"/>
                  <a:pt x="190" y="145"/>
                </a:cubicBezTo>
                <a:cubicBezTo>
                  <a:pt x="184" y="139"/>
                  <a:pt x="181" y="126"/>
                  <a:pt x="181" y="109"/>
                </a:cubicBezTo>
                <a:cubicBezTo>
                  <a:pt x="181" y="95"/>
                  <a:pt x="191" y="83"/>
                  <a:pt x="204" y="83"/>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lIns="68575" tIns="34275" rIns="68575" bIns="34275"/>
          <a:lstStyle/>
          <a:p>
            <a:pPr marL="0" marR="0" lvl="0" indent="0" algn="l" defTabSz="898525" rtl="0" eaLnBrk="0" fontAlgn="base" latinLnBrk="0" hangingPunct="0">
              <a:lnSpc>
                <a:spcPct val="100000"/>
              </a:lnSpc>
              <a:spcBef>
                <a:spcPct val="0"/>
              </a:spcBef>
              <a:spcAft>
                <a:spcPct val="0"/>
              </a:spcAft>
              <a:buClrTx/>
              <a:buSzTx/>
              <a:buFontTx/>
              <a:buNone/>
              <a:tabLst/>
              <a:defRPr/>
            </a:pPr>
            <a:endParaRPr kumimoji="0" lang="en-GB" sz="9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8" name="Google Shape;2859;g8abf067fc7_0_31">
            <a:extLst>
              <a:ext uri="{FF2B5EF4-FFF2-40B4-BE49-F238E27FC236}">
                <a16:creationId xmlns:a16="http://schemas.microsoft.com/office/drawing/2014/main" id="{F93601E8-DDF9-E0D1-3B8B-9D2C167A1B57}"/>
              </a:ext>
            </a:extLst>
          </p:cNvPr>
          <p:cNvSpPr>
            <a:spLocks/>
          </p:cNvSpPr>
          <p:nvPr/>
        </p:nvSpPr>
        <p:spPr bwMode="auto">
          <a:xfrm>
            <a:off x="9701213" y="4127504"/>
            <a:ext cx="504825" cy="503238"/>
          </a:xfrm>
          <a:custGeom>
            <a:avLst/>
            <a:gdLst>
              <a:gd name="T0" fmla="*/ 0 w 346"/>
              <a:gd name="T1" fmla="*/ 0 h 346"/>
              <a:gd name="T2" fmla="*/ 0 w 346"/>
              <a:gd name="T3" fmla="*/ 2147483646 h 346"/>
              <a:gd name="T4" fmla="*/ 2147483646 w 346"/>
              <a:gd name="T5" fmla="*/ 2147483646 h 346"/>
              <a:gd name="T6" fmla="*/ 2147483646 w 346"/>
              <a:gd name="T7" fmla="*/ 2147483646 h 346"/>
              <a:gd name="T8" fmla="*/ 2147483646 w 346"/>
              <a:gd name="T9" fmla="*/ 2147483646 h 346"/>
              <a:gd name="T10" fmla="*/ 2147483646 w 346"/>
              <a:gd name="T11" fmla="*/ 2147483646 h 346"/>
              <a:gd name="T12" fmla="*/ 2147483646 w 346"/>
              <a:gd name="T13" fmla="*/ 2147483646 h 346"/>
              <a:gd name="T14" fmla="*/ 2147483646 w 346"/>
              <a:gd name="T15" fmla="*/ 2147483646 h 346"/>
              <a:gd name="T16" fmla="*/ 2147483646 w 346"/>
              <a:gd name="T17" fmla="*/ 2147483646 h 346"/>
              <a:gd name="T18" fmla="*/ 2147483646 w 346"/>
              <a:gd name="T19" fmla="*/ 2147483646 h 346"/>
              <a:gd name="T20" fmla="*/ 2147483646 w 346"/>
              <a:gd name="T21" fmla="*/ 2147483646 h 346"/>
              <a:gd name="T22" fmla="*/ 2147483646 w 346"/>
              <a:gd name="T23" fmla="*/ 2147483646 h 346"/>
              <a:gd name="T24" fmla="*/ 2147483646 w 346"/>
              <a:gd name="T25" fmla="*/ 2147483646 h 346"/>
              <a:gd name="T26" fmla="*/ 2147483646 w 346"/>
              <a:gd name="T27" fmla="*/ 2147483646 h 346"/>
              <a:gd name="T28" fmla="*/ 2147483646 w 346"/>
              <a:gd name="T29" fmla="*/ 2147483646 h 346"/>
              <a:gd name="T30" fmla="*/ 2147483646 w 346"/>
              <a:gd name="T31" fmla="*/ 2147483646 h 346"/>
              <a:gd name="T32" fmla="*/ 2147483646 w 346"/>
              <a:gd name="T33" fmla="*/ 0 h 346"/>
              <a:gd name="T34" fmla="*/ 0 w 346"/>
              <a:gd name="T35" fmla="*/ 0 h 346"/>
              <a:gd name="T36" fmla="*/ 2147483646 w 346"/>
              <a:gd name="T37" fmla="*/ 2147483646 h 346"/>
              <a:gd name="T38" fmla="*/ 2147483646 w 346"/>
              <a:gd name="T39" fmla="*/ 2147483646 h 346"/>
              <a:gd name="T40" fmla="*/ 2147483646 w 346"/>
              <a:gd name="T41" fmla="*/ 2147483646 h 346"/>
              <a:gd name="T42" fmla="*/ 2147483646 w 346"/>
              <a:gd name="T43" fmla="*/ 2147483646 h 346"/>
              <a:gd name="T44" fmla="*/ 2147483646 w 346"/>
              <a:gd name="T45" fmla="*/ 2147483646 h 346"/>
              <a:gd name="T46" fmla="*/ 2147483646 w 346"/>
              <a:gd name="T47" fmla="*/ 2147483646 h 346"/>
              <a:gd name="T48" fmla="*/ 2147483646 w 346"/>
              <a:gd name="T49" fmla="*/ 2147483646 h 346"/>
              <a:gd name="T50" fmla="*/ 2147483646 w 346"/>
              <a:gd name="T51" fmla="*/ 2147483646 h 346"/>
              <a:gd name="T52" fmla="*/ 2147483646 w 346"/>
              <a:gd name="T53" fmla="*/ 2147483646 h 346"/>
              <a:gd name="T54" fmla="*/ 2147483646 w 346"/>
              <a:gd name="T55" fmla="*/ 2147483646 h 346"/>
              <a:gd name="T56" fmla="*/ 2147483646 w 346"/>
              <a:gd name="T57" fmla="*/ 2147483646 h 346"/>
              <a:gd name="T58" fmla="*/ 2147483646 w 346"/>
              <a:gd name="T59" fmla="*/ 2147483646 h 346"/>
              <a:gd name="T60" fmla="*/ 2147483646 w 346"/>
              <a:gd name="T61" fmla="*/ 2147483646 h 346"/>
              <a:gd name="T62" fmla="*/ 2147483646 w 346"/>
              <a:gd name="T63" fmla="*/ 2147483646 h 346"/>
              <a:gd name="T64" fmla="*/ 2147483646 w 346"/>
              <a:gd name="T65" fmla="*/ 2147483646 h 346"/>
              <a:gd name="T66" fmla="*/ 2147483646 w 346"/>
              <a:gd name="T67" fmla="*/ 2147483646 h 346"/>
              <a:gd name="T68" fmla="*/ 2147483646 w 346"/>
              <a:gd name="T69" fmla="*/ 2147483646 h 346"/>
              <a:gd name="T70" fmla="*/ 2147483646 w 346"/>
              <a:gd name="T71" fmla="*/ 2147483646 h 346"/>
              <a:gd name="T72" fmla="*/ 2147483646 w 346"/>
              <a:gd name="T73" fmla="*/ 2147483646 h 346"/>
              <a:gd name="T74" fmla="*/ 2147483646 w 346"/>
              <a:gd name="T75" fmla="*/ 2147483646 h 346"/>
              <a:gd name="T76" fmla="*/ 2147483646 w 346"/>
              <a:gd name="T77" fmla="*/ 2147483646 h 346"/>
              <a:gd name="T78" fmla="*/ 2147483646 w 346"/>
              <a:gd name="T79" fmla="*/ 2147483646 h 346"/>
              <a:gd name="T80" fmla="*/ 2147483646 w 346"/>
              <a:gd name="T81" fmla="*/ 2147483646 h 346"/>
              <a:gd name="T82" fmla="*/ 2147483646 w 346"/>
              <a:gd name="T83" fmla="*/ 2147483646 h 346"/>
              <a:gd name="T84" fmla="*/ 2147483646 w 346"/>
              <a:gd name="T85" fmla="*/ 2147483646 h 346"/>
              <a:gd name="T86" fmla="*/ 2147483646 w 346"/>
              <a:gd name="T87" fmla="*/ 2147483646 h 346"/>
              <a:gd name="T88" fmla="*/ 2147483646 w 346"/>
              <a:gd name="T89" fmla="*/ 2147483646 h 346"/>
              <a:gd name="T90" fmla="*/ 2147483646 w 346"/>
              <a:gd name="T91" fmla="*/ 2147483646 h 346"/>
              <a:gd name="T92" fmla="*/ 2147483646 w 346"/>
              <a:gd name="T93" fmla="*/ 2147483646 h 346"/>
              <a:gd name="T94" fmla="*/ 2147483646 w 346"/>
              <a:gd name="T95" fmla="*/ 2147483646 h 346"/>
              <a:gd name="T96" fmla="*/ 2147483646 w 346"/>
              <a:gd name="T97" fmla="*/ 2147483646 h 346"/>
              <a:gd name="T98" fmla="*/ 2147483646 w 346"/>
              <a:gd name="T99" fmla="*/ 2147483646 h 346"/>
              <a:gd name="T100" fmla="*/ 2147483646 w 346"/>
              <a:gd name="T101" fmla="*/ 2147483646 h 34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46" h="346" extrusionOk="0">
                <a:moveTo>
                  <a:pt x="0" y="0"/>
                </a:moveTo>
                <a:cubicBezTo>
                  <a:pt x="0" y="346"/>
                  <a:pt x="0" y="346"/>
                  <a:pt x="0" y="346"/>
                </a:cubicBezTo>
                <a:cubicBezTo>
                  <a:pt x="54" y="346"/>
                  <a:pt x="54" y="346"/>
                  <a:pt x="54" y="346"/>
                </a:cubicBezTo>
                <a:cubicBezTo>
                  <a:pt x="64" y="268"/>
                  <a:pt x="64" y="268"/>
                  <a:pt x="64" y="268"/>
                </a:cubicBezTo>
                <a:cubicBezTo>
                  <a:pt x="68" y="255"/>
                  <a:pt x="78" y="245"/>
                  <a:pt x="91" y="241"/>
                </a:cubicBezTo>
                <a:cubicBezTo>
                  <a:pt x="143" y="223"/>
                  <a:pt x="143" y="223"/>
                  <a:pt x="143" y="223"/>
                </a:cubicBezTo>
                <a:cubicBezTo>
                  <a:pt x="143" y="223"/>
                  <a:pt x="144" y="223"/>
                  <a:pt x="145" y="224"/>
                </a:cubicBezTo>
                <a:cubicBezTo>
                  <a:pt x="149" y="228"/>
                  <a:pt x="149" y="228"/>
                  <a:pt x="149" y="228"/>
                </a:cubicBezTo>
                <a:cubicBezTo>
                  <a:pt x="155" y="234"/>
                  <a:pt x="164" y="238"/>
                  <a:pt x="173" y="238"/>
                </a:cubicBezTo>
                <a:cubicBezTo>
                  <a:pt x="182" y="238"/>
                  <a:pt x="191" y="234"/>
                  <a:pt x="197" y="228"/>
                </a:cubicBezTo>
                <a:cubicBezTo>
                  <a:pt x="201" y="224"/>
                  <a:pt x="201" y="224"/>
                  <a:pt x="201" y="224"/>
                </a:cubicBezTo>
                <a:cubicBezTo>
                  <a:pt x="202" y="223"/>
                  <a:pt x="202" y="223"/>
                  <a:pt x="203" y="223"/>
                </a:cubicBezTo>
                <a:cubicBezTo>
                  <a:pt x="255" y="241"/>
                  <a:pt x="255" y="241"/>
                  <a:pt x="255" y="241"/>
                </a:cubicBezTo>
                <a:cubicBezTo>
                  <a:pt x="267" y="245"/>
                  <a:pt x="278" y="255"/>
                  <a:pt x="282" y="268"/>
                </a:cubicBezTo>
                <a:cubicBezTo>
                  <a:pt x="292" y="346"/>
                  <a:pt x="292" y="346"/>
                  <a:pt x="292" y="346"/>
                </a:cubicBezTo>
                <a:cubicBezTo>
                  <a:pt x="346" y="346"/>
                  <a:pt x="346" y="346"/>
                  <a:pt x="346" y="346"/>
                </a:cubicBezTo>
                <a:cubicBezTo>
                  <a:pt x="346" y="0"/>
                  <a:pt x="346" y="0"/>
                  <a:pt x="346" y="0"/>
                </a:cubicBezTo>
                <a:lnTo>
                  <a:pt x="0" y="0"/>
                </a:lnTo>
                <a:close/>
                <a:moveTo>
                  <a:pt x="331" y="331"/>
                </a:moveTo>
                <a:cubicBezTo>
                  <a:pt x="305" y="331"/>
                  <a:pt x="305" y="331"/>
                  <a:pt x="305" y="331"/>
                </a:cubicBezTo>
                <a:cubicBezTo>
                  <a:pt x="296" y="266"/>
                  <a:pt x="296" y="266"/>
                  <a:pt x="296" y="266"/>
                </a:cubicBezTo>
                <a:cubicBezTo>
                  <a:pt x="296" y="264"/>
                  <a:pt x="296" y="264"/>
                  <a:pt x="296" y="264"/>
                </a:cubicBezTo>
                <a:cubicBezTo>
                  <a:pt x="291" y="247"/>
                  <a:pt x="277" y="233"/>
                  <a:pt x="259" y="227"/>
                </a:cubicBezTo>
                <a:cubicBezTo>
                  <a:pt x="208" y="209"/>
                  <a:pt x="208" y="209"/>
                  <a:pt x="208" y="209"/>
                </a:cubicBezTo>
                <a:cubicBezTo>
                  <a:pt x="202" y="207"/>
                  <a:pt x="195" y="209"/>
                  <a:pt x="190" y="213"/>
                </a:cubicBezTo>
                <a:cubicBezTo>
                  <a:pt x="186" y="217"/>
                  <a:pt x="186" y="217"/>
                  <a:pt x="186" y="217"/>
                </a:cubicBezTo>
                <a:cubicBezTo>
                  <a:pt x="183" y="221"/>
                  <a:pt x="178" y="223"/>
                  <a:pt x="173" y="223"/>
                </a:cubicBezTo>
                <a:cubicBezTo>
                  <a:pt x="168" y="223"/>
                  <a:pt x="163" y="221"/>
                  <a:pt x="159" y="217"/>
                </a:cubicBezTo>
                <a:cubicBezTo>
                  <a:pt x="155" y="213"/>
                  <a:pt x="155" y="213"/>
                  <a:pt x="155" y="213"/>
                </a:cubicBezTo>
                <a:cubicBezTo>
                  <a:pt x="151" y="209"/>
                  <a:pt x="144" y="207"/>
                  <a:pt x="138" y="209"/>
                </a:cubicBezTo>
                <a:cubicBezTo>
                  <a:pt x="86" y="227"/>
                  <a:pt x="86" y="227"/>
                  <a:pt x="86" y="227"/>
                </a:cubicBezTo>
                <a:cubicBezTo>
                  <a:pt x="69" y="233"/>
                  <a:pt x="55" y="247"/>
                  <a:pt x="49" y="264"/>
                </a:cubicBezTo>
                <a:cubicBezTo>
                  <a:pt x="41" y="331"/>
                  <a:pt x="41" y="331"/>
                  <a:pt x="41" y="331"/>
                </a:cubicBezTo>
                <a:cubicBezTo>
                  <a:pt x="14" y="331"/>
                  <a:pt x="14" y="331"/>
                  <a:pt x="14" y="331"/>
                </a:cubicBezTo>
                <a:cubicBezTo>
                  <a:pt x="14" y="14"/>
                  <a:pt x="14" y="14"/>
                  <a:pt x="14" y="14"/>
                </a:cubicBezTo>
                <a:cubicBezTo>
                  <a:pt x="331" y="14"/>
                  <a:pt x="331" y="14"/>
                  <a:pt x="331" y="14"/>
                </a:cubicBezTo>
                <a:lnTo>
                  <a:pt x="331" y="331"/>
                </a:lnTo>
                <a:close/>
                <a:moveTo>
                  <a:pt x="173" y="201"/>
                </a:moveTo>
                <a:cubicBezTo>
                  <a:pt x="187" y="201"/>
                  <a:pt x="195" y="193"/>
                  <a:pt x="204" y="184"/>
                </a:cubicBezTo>
                <a:cubicBezTo>
                  <a:pt x="214" y="172"/>
                  <a:pt x="220" y="152"/>
                  <a:pt x="220" y="124"/>
                </a:cubicBezTo>
                <a:cubicBezTo>
                  <a:pt x="220" y="96"/>
                  <a:pt x="199" y="73"/>
                  <a:pt x="173" y="73"/>
                </a:cubicBezTo>
                <a:cubicBezTo>
                  <a:pt x="147" y="73"/>
                  <a:pt x="126" y="96"/>
                  <a:pt x="126" y="124"/>
                </a:cubicBezTo>
                <a:cubicBezTo>
                  <a:pt x="126" y="152"/>
                  <a:pt x="131" y="172"/>
                  <a:pt x="142" y="184"/>
                </a:cubicBezTo>
                <a:cubicBezTo>
                  <a:pt x="150" y="193"/>
                  <a:pt x="158" y="201"/>
                  <a:pt x="173" y="201"/>
                </a:cubicBezTo>
                <a:close/>
                <a:moveTo>
                  <a:pt x="173" y="88"/>
                </a:moveTo>
                <a:cubicBezTo>
                  <a:pt x="190" y="88"/>
                  <a:pt x="205" y="104"/>
                  <a:pt x="205" y="124"/>
                </a:cubicBezTo>
                <a:cubicBezTo>
                  <a:pt x="205" y="148"/>
                  <a:pt x="201" y="165"/>
                  <a:pt x="193" y="174"/>
                </a:cubicBezTo>
                <a:cubicBezTo>
                  <a:pt x="184" y="184"/>
                  <a:pt x="180" y="187"/>
                  <a:pt x="173" y="187"/>
                </a:cubicBezTo>
                <a:cubicBezTo>
                  <a:pt x="166" y="187"/>
                  <a:pt x="161" y="184"/>
                  <a:pt x="153" y="174"/>
                </a:cubicBezTo>
                <a:cubicBezTo>
                  <a:pt x="145" y="165"/>
                  <a:pt x="141" y="148"/>
                  <a:pt x="141" y="124"/>
                </a:cubicBezTo>
                <a:cubicBezTo>
                  <a:pt x="141" y="104"/>
                  <a:pt x="155" y="88"/>
                  <a:pt x="173" y="88"/>
                </a:cubicBezTo>
                <a:close/>
              </a:path>
            </a:pathLst>
          </a:custGeom>
          <a:solidFill>
            <a:srgbClr val="666666"/>
          </a:solidFill>
          <a:ln>
            <a:noFill/>
          </a:ln>
          <a:extLst>
            <a:ext uri="{91240B29-F687-4F45-9708-019B960494DF}">
              <a14:hiddenLine xmlns:a14="http://schemas.microsoft.com/office/drawing/2010/main" w="9525">
                <a:solidFill>
                  <a:srgbClr val="000000"/>
                </a:solidFill>
                <a:round/>
                <a:headEnd/>
                <a:tailEnd/>
              </a14:hiddenLine>
            </a:ext>
          </a:extLst>
        </p:spPr>
        <p:txBody>
          <a:bodyPr lIns="68575" tIns="34275" rIns="68575" bIns="34275"/>
          <a:lstStyle/>
          <a:p>
            <a:pPr marL="0" marR="0" lvl="0" indent="0" algn="l" defTabSz="898525" rtl="0" eaLnBrk="0" fontAlgn="base" latinLnBrk="0" hangingPunct="0">
              <a:lnSpc>
                <a:spcPct val="100000"/>
              </a:lnSpc>
              <a:spcBef>
                <a:spcPct val="0"/>
              </a:spcBef>
              <a:spcAft>
                <a:spcPct val="0"/>
              </a:spcAft>
              <a:buClrTx/>
              <a:buSzTx/>
              <a:buFontTx/>
              <a:buNone/>
              <a:tabLst/>
              <a:defRPr/>
            </a:pPr>
            <a:endParaRPr kumimoji="0" lang="en-GB" sz="9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p:txBody>
      </p:sp>
      <p:sp>
        <p:nvSpPr>
          <p:cNvPr id="29" name="Google Shape;2860;g8abf067fc7_0_31">
            <a:extLst>
              <a:ext uri="{FF2B5EF4-FFF2-40B4-BE49-F238E27FC236}">
                <a16:creationId xmlns:a16="http://schemas.microsoft.com/office/drawing/2014/main" id="{2964231F-5CA9-F93C-BE6B-63A5F1179FEC}"/>
              </a:ext>
            </a:extLst>
          </p:cNvPr>
          <p:cNvSpPr/>
          <p:nvPr/>
        </p:nvSpPr>
        <p:spPr>
          <a:xfrm>
            <a:off x="1962150" y="4127504"/>
            <a:ext cx="503238" cy="503238"/>
          </a:xfrm>
          <a:custGeom>
            <a:avLst/>
            <a:gdLst/>
            <a:ahLst/>
            <a:cxnLst/>
            <a:rect l="l" t="t" r="r" b="b"/>
            <a:pathLst>
              <a:path w="2400" h="2830" extrusionOk="0">
                <a:moveTo>
                  <a:pt x="1205" y="2298"/>
                </a:moveTo>
                <a:lnTo>
                  <a:pt x="1701" y="2298"/>
                </a:lnTo>
                <a:lnTo>
                  <a:pt x="1986" y="2583"/>
                </a:lnTo>
                <a:lnTo>
                  <a:pt x="1986" y="2298"/>
                </a:lnTo>
                <a:lnTo>
                  <a:pt x="2298" y="2298"/>
                </a:lnTo>
                <a:lnTo>
                  <a:pt x="2298" y="1038"/>
                </a:lnTo>
                <a:lnTo>
                  <a:pt x="1205" y="1038"/>
                </a:lnTo>
                <a:lnTo>
                  <a:pt x="1205" y="2298"/>
                </a:lnTo>
                <a:close/>
                <a:moveTo>
                  <a:pt x="1102" y="935"/>
                </a:moveTo>
                <a:lnTo>
                  <a:pt x="2400" y="935"/>
                </a:lnTo>
                <a:lnTo>
                  <a:pt x="2400" y="2400"/>
                </a:lnTo>
                <a:lnTo>
                  <a:pt x="2089" y="2400"/>
                </a:lnTo>
                <a:lnTo>
                  <a:pt x="2089" y="2830"/>
                </a:lnTo>
                <a:lnTo>
                  <a:pt x="1658" y="2400"/>
                </a:lnTo>
                <a:lnTo>
                  <a:pt x="1102" y="2400"/>
                </a:lnTo>
                <a:lnTo>
                  <a:pt x="1102" y="935"/>
                </a:lnTo>
                <a:close/>
                <a:moveTo>
                  <a:pt x="2018" y="1797"/>
                </a:moveTo>
                <a:lnTo>
                  <a:pt x="1468" y="1797"/>
                </a:lnTo>
                <a:lnTo>
                  <a:pt x="1468" y="1900"/>
                </a:lnTo>
                <a:lnTo>
                  <a:pt x="2018" y="1900"/>
                </a:lnTo>
                <a:lnTo>
                  <a:pt x="2018" y="1797"/>
                </a:lnTo>
                <a:close/>
                <a:moveTo>
                  <a:pt x="2018" y="1366"/>
                </a:moveTo>
                <a:lnTo>
                  <a:pt x="1468" y="1366"/>
                </a:lnTo>
                <a:lnTo>
                  <a:pt x="1468" y="1468"/>
                </a:lnTo>
                <a:lnTo>
                  <a:pt x="2018" y="1468"/>
                </a:lnTo>
                <a:lnTo>
                  <a:pt x="2018" y="1366"/>
                </a:lnTo>
                <a:close/>
                <a:moveTo>
                  <a:pt x="445" y="1900"/>
                </a:moveTo>
                <a:lnTo>
                  <a:pt x="871" y="1900"/>
                </a:lnTo>
                <a:lnTo>
                  <a:pt x="871" y="1797"/>
                </a:lnTo>
                <a:lnTo>
                  <a:pt x="445" y="1797"/>
                </a:lnTo>
                <a:lnTo>
                  <a:pt x="445" y="1900"/>
                </a:lnTo>
                <a:close/>
                <a:moveTo>
                  <a:pt x="445" y="1468"/>
                </a:moveTo>
                <a:lnTo>
                  <a:pt x="871" y="1468"/>
                </a:lnTo>
                <a:lnTo>
                  <a:pt x="871" y="1366"/>
                </a:lnTo>
                <a:lnTo>
                  <a:pt x="445" y="1366"/>
                </a:lnTo>
                <a:lnTo>
                  <a:pt x="445" y="1468"/>
                </a:lnTo>
                <a:close/>
                <a:moveTo>
                  <a:pt x="445" y="1036"/>
                </a:moveTo>
                <a:lnTo>
                  <a:pt x="871" y="1036"/>
                </a:lnTo>
                <a:lnTo>
                  <a:pt x="871" y="934"/>
                </a:lnTo>
                <a:lnTo>
                  <a:pt x="445" y="934"/>
                </a:lnTo>
                <a:lnTo>
                  <a:pt x="445" y="1036"/>
                </a:lnTo>
                <a:close/>
                <a:moveTo>
                  <a:pt x="1947" y="503"/>
                </a:moveTo>
                <a:lnTo>
                  <a:pt x="445" y="503"/>
                </a:lnTo>
                <a:lnTo>
                  <a:pt x="445" y="605"/>
                </a:lnTo>
                <a:lnTo>
                  <a:pt x="1947" y="605"/>
                </a:lnTo>
                <a:lnTo>
                  <a:pt x="1947" y="503"/>
                </a:lnTo>
                <a:close/>
                <a:moveTo>
                  <a:pt x="2400" y="0"/>
                </a:moveTo>
                <a:lnTo>
                  <a:pt x="2400" y="769"/>
                </a:lnTo>
                <a:lnTo>
                  <a:pt x="2298" y="769"/>
                </a:lnTo>
                <a:lnTo>
                  <a:pt x="2298" y="102"/>
                </a:lnTo>
                <a:lnTo>
                  <a:pt x="102" y="102"/>
                </a:lnTo>
                <a:lnTo>
                  <a:pt x="102" y="2298"/>
                </a:lnTo>
                <a:lnTo>
                  <a:pt x="431" y="2298"/>
                </a:lnTo>
                <a:lnTo>
                  <a:pt x="431" y="2583"/>
                </a:lnTo>
                <a:lnTo>
                  <a:pt x="717" y="2298"/>
                </a:lnTo>
                <a:lnTo>
                  <a:pt x="871" y="2298"/>
                </a:lnTo>
                <a:lnTo>
                  <a:pt x="871" y="2400"/>
                </a:lnTo>
                <a:lnTo>
                  <a:pt x="759" y="2400"/>
                </a:lnTo>
                <a:lnTo>
                  <a:pt x="329" y="2830"/>
                </a:lnTo>
                <a:lnTo>
                  <a:pt x="329" y="2400"/>
                </a:lnTo>
                <a:lnTo>
                  <a:pt x="0" y="2400"/>
                </a:lnTo>
                <a:lnTo>
                  <a:pt x="0" y="0"/>
                </a:lnTo>
                <a:lnTo>
                  <a:pt x="2400" y="0"/>
                </a:lnTo>
                <a:close/>
              </a:path>
            </a:pathLst>
          </a:custGeom>
          <a:solidFill>
            <a:srgbClr val="666666"/>
          </a:solidFill>
          <a:ln>
            <a:noFill/>
          </a:ln>
        </p:spPr>
        <p:txBody>
          <a:bodyPr spcFirstLastPara="1" lIns="91425" tIns="45700" rIns="91425" bIns="45700"/>
          <a:lstStyle/>
          <a:p>
            <a:pPr marL="0" marR="0" lvl="0" indent="0" algn="l" defTabSz="898798" rtl="0" eaLnBrk="1" fontAlgn="auto" latinLnBrk="0" hangingPunct="1">
              <a:lnSpc>
                <a:spcPct val="100000"/>
              </a:lnSpc>
              <a:spcBef>
                <a:spcPts val="0"/>
              </a:spcBef>
              <a:spcAft>
                <a:spcPts val="0"/>
              </a:spcAft>
              <a:buClrTx/>
              <a:buSzTx/>
              <a:buFontTx/>
              <a:buNone/>
              <a:tabLst/>
              <a:defRPr/>
            </a:pPr>
            <a:endParaRPr kumimoji="0" sz="971" b="0" i="0" u="none" strike="noStrike" kern="1200" cap="none" spc="0" normalizeH="0" baseline="0" noProof="0" dirty="0">
              <a:ln>
                <a:noFill/>
              </a:ln>
              <a:solidFill>
                <a:srgbClr val="E98A24"/>
              </a:solidFill>
              <a:effectLst/>
              <a:uLnTx/>
              <a:uFillTx/>
              <a:latin typeface="Arial"/>
              <a:ea typeface="Arial"/>
              <a:cs typeface="Arial"/>
              <a:sym typeface="Arial"/>
            </a:endParaRPr>
          </a:p>
        </p:txBody>
      </p:sp>
      <p:cxnSp>
        <p:nvCxnSpPr>
          <p:cNvPr id="30" name="Google Shape;2837;g8abf067fc7_0_31">
            <a:extLst>
              <a:ext uri="{FF2B5EF4-FFF2-40B4-BE49-F238E27FC236}">
                <a16:creationId xmlns:a16="http://schemas.microsoft.com/office/drawing/2014/main" id="{578D72EF-2989-D5C6-E808-67C15D0A1B10}"/>
              </a:ext>
            </a:extLst>
          </p:cNvPr>
          <p:cNvCxnSpPr>
            <a:cxnSpLocks/>
          </p:cNvCxnSpPr>
          <p:nvPr/>
        </p:nvCxnSpPr>
        <p:spPr>
          <a:xfrm>
            <a:off x="4332288" y="2281242"/>
            <a:ext cx="3503612"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cxnSp>
        <p:nvCxnSpPr>
          <p:cNvPr id="31" name="Google Shape;2837;g8abf067fc7_0_31">
            <a:extLst>
              <a:ext uri="{FF2B5EF4-FFF2-40B4-BE49-F238E27FC236}">
                <a16:creationId xmlns:a16="http://schemas.microsoft.com/office/drawing/2014/main" id="{9D9CFC2A-EA7D-0F55-3632-758DB6CF3EB2}"/>
              </a:ext>
            </a:extLst>
          </p:cNvPr>
          <p:cNvCxnSpPr>
            <a:cxnSpLocks/>
          </p:cNvCxnSpPr>
          <p:nvPr/>
        </p:nvCxnSpPr>
        <p:spPr>
          <a:xfrm>
            <a:off x="8239125" y="2281242"/>
            <a:ext cx="3498850"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cxnSp>
        <p:nvCxnSpPr>
          <p:cNvPr id="32" name="Google Shape;2837;g8abf067fc7_0_31">
            <a:extLst>
              <a:ext uri="{FF2B5EF4-FFF2-40B4-BE49-F238E27FC236}">
                <a16:creationId xmlns:a16="http://schemas.microsoft.com/office/drawing/2014/main" id="{B7CF6B57-E943-C6FF-2054-673FFCBFF9AD}"/>
              </a:ext>
            </a:extLst>
          </p:cNvPr>
          <p:cNvCxnSpPr>
            <a:cxnSpLocks/>
          </p:cNvCxnSpPr>
          <p:nvPr/>
        </p:nvCxnSpPr>
        <p:spPr>
          <a:xfrm>
            <a:off x="461963" y="4692654"/>
            <a:ext cx="3503612"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cxnSp>
        <p:nvCxnSpPr>
          <p:cNvPr id="33" name="Google Shape;2837;g8abf067fc7_0_31">
            <a:extLst>
              <a:ext uri="{FF2B5EF4-FFF2-40B4-BE49-F238E27FC236}">
                <a16:creationId xmlns:a16="http://schemas.microsoft.com/office/drawing/2014/main" id="{CB8B1281-6FDE-F58C-D0C3-230CDD5A67E3}"/>
              </a:ext>
            </a:extLst>
          </p:cNvPr>
          <p:cNvCxnSpPr>
            <a:cxnSpLocks/>
          </p:cNvCxnSpPr>
          <p:nvPr/>
        </p:nvCxnSpPr>
        <p:spPr>
          <a:xfrm>
            <a:off x="4332288" y="4692654"/>
            <a:ext cx="3503612"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cxnSp>
        <p:nvCxnSpPr>
          <p:cNvPr id="34" name="Google Shape;2837;g8abf067fc7_0_31">
            <a:extLst>
              <a:ext uri="{FF2B5EF4-FFF2-40B4-BE49-F238E27FC236}">
                <a16:creationId xmlns:a16="http://schemas.microsoft.com/office/drawing/2014/main" id="{785A00FE-F3EE-9B85-88AB-28655D404517}"/>
              </a:ext>
            </a:extLst>
          </p:cNvPr>
          <p:cNvCxnSpPr>
            <a:cxnSpLocks/>
          </p:cNvCxnSpPr>
          <p:nvPr/>
        </p:nvCxnSpPr>
        <p:spPr>
          <a:xfrm>
            <a:off x="8210550" y="4692654"/>
            <a:ext cx="3527425" cy="0"/>
          </a:xfrm>
          <a:prstGeom prst="straightConnector1">
            <a:avLst/>
          </a:prstGeom>
          <a:ln w="28575">
            <a:solidFill>
              <a:srgbClr val="7D7D7D"/>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1668E027-0FB7-B048-855D-0F28DAEE8922}"/>
              </a:ext>
            </a:extLst>
          </p:cNvPr>
          <p:cNvSpPr/>
          <p:nvPr/>
        </p:nvSpPr>
        <p:spPr>
          <a:xfrm>
            <a:off x="4463143" y="0"/>
            <a:ext cx="2841171" cy="2553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dirty="0">
                <a:cs typeface="Arial" charset="0"/>
              </a:rPr>
              <a:t>To be translated</a:t>
            </a:r>
          </a:p>
        </p:txBody>
      </p:sp>
    </p:spTree>
    <p:extLst>
      <p:ext uri="{BB962C8B-B14F-4D97-AF65-F5344CB8AC3E}">
        <p14:creationId xmlns:p14="http://schemas.microsoft.com/office/powerpoint/2010/main" val="4061803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ct 51" hidden="1">
            <a:extLst>
              <a:ext uri="{FF2B5EF4-FFF2-40B4-BE49-F238E27FC236}">
                <a16:creationId xmlns:a16="http://schemas.microsoft.com/office/drawing/2014/main" id="{16EC610D-4DA4-44F9-BBB1-C8C7E658765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52" name="Object 51" hidden="1">
                        <a:extLst>
                          <a:ext uri="{FF2B5EF4-FFF2-40B4-BE49-F238E27FC236}">
                            <a16:creationId xmlns:a16="http://schemas.microsoft.com/office/drawing/2014/main" id="{16EC610D-4DA4-44F9-BBB1-C8C7E658765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5" name="AutoShape 7">
            <a:extLst>
              <a:ext uri="{FF2B5EF4-FFF2-40B4-BE49-F238E27FC236}">
                <a16:creationId xmlns:a16="http://schemas.microsoft.com/office/drawing/2014/main" id="{6AF9E687-D067-49C2-AFF6-06411DB38796}"/>
              </a:ext>
            </a:extLst>
          </p:cNvPr>
          <p:cNvSpPr>
            <a:spLocks noChangeArrowheads="1"/>
          </p:cNvSpPr>
          <p:nvPr>
            <p:custDataLst>
              <p:tags r:id="rId2"/>
            </p:custDataLst>
          </p:nvPr>
        </p:nvSpPr>
        <p:spPr bwMode="gray">
          <a:xfrm>
            <a:off x="7667967" y="2106741"/>
            <a:ext cx="4225089" cy="3931789"/>
          </a:xfrm>
          <a:prstGeom prst="chevron">
            <a:avLst>
              <a:gd name="adj" fmla="val 19819"/>
            </a:avLst>
          </a:prstGeom>
          <a:solidFill>
            <a:srgbClr val="C54258"/>
          </a:solidFill>
          <a:ln w="19050">
            <a:solidFill>
              <a:schemeClr val="bg1"/>
            </a:solidFill>
            <a:round/>
            <a:headEnd/>
            <a:tailEnd/>
          </a:ln>
          <a:effectLst/>
        </p:spPr>
        <p:txBody>
          <a:bodyPr lIns="144000" rIns="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Arial" charset="0"/>
            </a:endParaRPr>
          </a:p>
        </p:txBody>
      </p:sp>
      <p:sp>
        <p:nvSpPr>
          <p:cNvPr id="33" name="Round Single Corner Rectangle 6">
            <a:extLst>
              <a:ext uri="{FF2B5EF4-FFF2-40B4-BE49-F238E27FC236}">
                <a16:creationId xmlns:a16="http://schemas.microsoft.com/office/drawing/2014/main" id="{802E84C5-6A5D-43BF-9499-B5F9918AAB69}"/>
              </a:ext>
            </a:extLst>
          </p:cNvPr>
          <p:cNvSpPr/>
          <p:nvPr/>
        </p:nvSpPr>
        <p:spPr bwMode="gray">
          <a:xfrm>
            <a:off x="7667967" y="1586791"/>
            <a:ext cx="3452393" cy="481714"/>
          </a:xfrm>
          <a:prstGeom prst="snip2DiagRect">
            <a:avLst/>
          </a:prstGeom>
          <a:solidFill>
            <a:srgbClr val="C54258"/>
          </a:solidFill>
          <a:ln w="9525" cap="flat" cmpd="sng" algn="ctr">
            <a:noFill/>
            <a:prstDash val="solid"/>
          </a:ln>
          <a:effectLst/>
        </p:spPr>
        <p:txBody>
          <a:bodyPr tIns="91440" bIns="91440" anchor="ctr"/>
          <a:lstStyle/>
          <a:p>
            <a:pPr marL="0" marR="0" lvl="0" indent="0" algn="ctr" defTabSz="898798"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srgbClr val="FFFFFF"/>
                </a:solidFill>
                <a:effectLst/>
                <a:uLnTx/>
                <a:uFillTx/>
                <a:latin typeface="Arial"/>
                <a:ea typeface="+mn-ea"/>
                <a:cs typeface="+mn-cs"/>
              </a:rPr>
              <a:t>تقديم الدعم الاستشاري لخصخصة خدمات المركز</a:t>
            </a:r>
          </a:p>
        </p:txBody>
      </p:sp>
      <p:sp>
        <p:nvSpPr>
          <p:cNvPr id="35" name="Pentagon 211">
            <a:extLst>
              <a:ext uri="{FF2B5EF4-FFF2-40B4-BE49-F238E27FC236}">
                <a16:creationId xmlns:a16="http://schemas.microsoft.com/office/drawing/2014/main" id="{58A327CF-3E0E-4587-BC5A-5BCD2AD5F1D9}"/>
              </a:ext>
            </a:extLst>
          </p:cNvPr>
          <p:cNvSpPr/>
          <p:nvPr/>
        </p:nvSpPr>
        <p:spPr>
          <a:xfrm>
            <a:off x="446088" y="6223346"/>
            <a:ext cx="11090465" cy="274320"/>
          </a:xfrm>
          <a:prstGeom prst="rect">
            <a:avLst/>
          </a:prstGeom>
          <a:solidFill>
            <a:schemeClr val="bg1">
              <a:lumMod val="95000"/>
            </a:schemeClr>
          </a:solidFill>
          <a:ln w="6350">
            <a:noFill/>
          </a:ln>
        </p:spPr>
        <p:txBody>
          <a:bodyPr rot="0" spcFirstLastPara="0" vertOverflow="overflow" horzOverflow="overflow" vert="horz" wrap="square" lIns="274320" tIns="0" rIns="91440" bIns="0" numCol="1" spcCol="0" rtlCol="0" fromWordArt="0" anchor="ctr" anchorCtr="0" forceAA="0" compatLnSpc="1">
            <a:prstTxWarp prst="textNoShape">
              <a:avLst/>
            </a:prstTxWarp>
            <a:noAutofit/>
          </a:bodyPr>
          <a:lstStyle/>
          <a:p>
            <a:pPr marL="0" marR="0" lvl="0" indent="0" algn="ctr" defTabSz="1018824" rtl="1" eaLnBrk="1" fontAlgn="auto" latinLnBrk="0" hangingPunct="1">
              <a:lnSpc>
                <a:spcPct val="100000"/>
              </a:lnSpc>
              <a:spcBef>
                <a:spcPts val="0"/>
              </a:spcBef>
              <a:spcAft>
                <a:spcPts val="0"/>
              </a:spcAft>
              <a:buClrTx/>
              <a:buSzTx/>
              <a:buFontTx/>
              <a:buNone/>
              <a:tabLst/>
              <a:defRPr/>
            </a:pPr>
            <a:r>
              <a:rPr kumimoji="0" lang="ar-SA" sz="1400" b="1" strike="noStrike" kern="1200" cap="none" spc="0" normalizeH="0" noProof="0" dirty="0">
                <a:ln>
                  <a:noFill/>
                </a:ln>
                <a:solidFill>
                  <a:srgbClr val="000000"/>
                </a:solidFill>
                <a:effectLst/>
                <a:uLnTx/>
                <a:uFillTx/>
                <a:latin typeface="Arial"/>
                <a:ea typeface="+mn-ea"/>
                <a:cs typeface="+mn-cs"/>
              </a:rPr>
              <a:t>بناء قدرات فريق تنفيذ الاستراتيجيات</a:t>
            </a:r>
          </a:p>
        </p:txBody>
      </p:sp>
      <p:sp>
        <p:nvSpPr>
          <p:cNvPr id="2" name="Title 1">
            <a:extLst>
              <a:ext uri="{FF2B5EF4-FFF2-40B4-BE49-F238E27FC236}">
                <a16:creationId xmlns:a16="http://schemas.microsoft.com/office/drawing/2014/main" id="{E70728D6-7BF0-468F-8DD5-0A7A5BF53D72}"/>
              </a:ext>
            </a:extLst>
          </p:cNvPr>
          <p:cNvSpPr>
            <a:spLocks noGrp="1"/>
          </p:cNvSpPr>
          <p:nvPr>
            <p:ph type="title"/>
          </p:nvPr>
        </p:nvSpPr>
        <p:spPr>
          <a:xfrm>
            <a:off x="442913" y="384048"/>
            <a:ext cx="11306175" cy="841248"/>
          </a:xfrm>
        </p:spPr>
        <p:txBody>
          <a:bodyPr vert="horz"/>
          <a:lstStyle/>
          <a:p>
            <a:pPr algn="r" rtl="1"/>
            <a:r>
              <a:rPr lang="ar-SA" dirty="0">
                <a:cs typeface="Arial" charset="0"/>
              </a:rPr>
              <a:t>سنتبع نهجاً يتألف من 3 مراحل لتنفيذ نطاق عمل المشروع</a:t>
            </a:r>
          </a:p>
        </p:txBody>
      </p:sp>
      <p:sp>
        <p:nvSpPr>
          <p:cNvPr id="3" name="Subtitle 2">
            <a:extLst>
              <a:ext uri="{FF2B5EF4-FFF2-40B4-BE49-F238E27FC236}">
                <a16:creationId xmlns:a16="http://schemas.microsoft.com/office/drawing/2014/main" id="{25169568-9FE5-4166-AF8C-D6AEA4789E8C}"/>
              </a:ext>
            </a:extLst>
          </p:cNvPr>
          <p:cNvSpPr>
            <a:spLocks noGrp="1"/>
          </p:cNvSpPr>
          <p:nvPr>
            <p:ph type="subTitle" idx="1"/>
          </p:nvPr>
        </p:nvSpPr>
        <p:spPr/>
        <p:txBody>
          <a:bodyPr/>
          <a:lstStyle/>
          <a:p>
            <a:pPr algn="r" rtl="1"/>
            <a:r>
              <a:rPr lang="ar-SA" dirty="0">
                <a:cs typeface="Arial" charset="0"/>
              </a:rPr>
              <a:t>المنهجية المتبعة لتنفيذ المشروع</a:t>
            </a:r>
          </a:p>
        </p:txBody>
      </p:sp>
      <p:sp>
        <p:nvSpPr>
          <p:cNvPr id="5" name="Slide Number Placeholder 4">
            <a:extLst>
              <a:ext uri="{FF2B5EF4-FFF2-40B4-BE49-F238E27FC236}">
                <a16:creationId xmlns:a16="http://schemas.microsoft.com/office/drawing/2014/main" id="{C2274B14-9BEB-4CB1-95EC-CB9147C95EBD}"/>
              </a:ext>
            </a:extLst>
          </p:cNvPr>
          <p:cNvSpPr>
            <a:spLocks noGrp="1"/>
          </p:cNvSpPr>
          <p:nvPr>
            <p:ph type="sldNum"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b="1" strike="noStrike" kern="1200" cap="none" spc="0" normalizeH="0" noProof="0" dirty="0">
                <a:ln>
                  <a:noFill/>
                </a:ln>
                <a:solidFill>
                  <a:srgbClr val="000000"/>
                </a:solidFill>
                <a:effectLst/>
                <a:uLnTx/>
                <a:uFillTx/>
                <a:latin typeface="Arial"/>
                <a:cs typeface="Arial"/>
                <a:sym typeface="Arial"/>
              </a:rPr>
              <a:t>14</a:t>
            </a:r>
          </a:p>
        </p:txBody>
      </p:sp>
      <p:sp>
        <p:nvSpPr>
          <p:cNvPr id="36" name="Isosceles Triangle 35">
            <a:extLst>
              <a:ext uri="{FF2B5EF4-FFF2-40B4-BE49-F238E27FC236}">
                <a16:creationId xmlns:a16="http://schemas.microsoft.com/office/drawing/2014/main" id="{15DFCB87-D269-43A0-805D-044A0597B577}"/>
              </a:ext>
            </a:extLst>
          </p:cNvPr>
          <p:cNvSpPr/>
          <p:nvPr/>
        </p:nvSpPr>
        <p:spPr>
          <a:xfrm>
            <a:off x="873423" y="6126833"/>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37" name="Isosceles Triangle 36">
            <a:extLst>
              <a:ext uri="{FF2B5EF4-FFF2-40B4-BE49-F238E27FC236}">
                <a16:creationId xmlns:a16="http://schemas.microsoft.com/office/drawing/2014/main" id="{9EA1D568-0813-457B-8244-B1596CEFEC84}"/>
              </a:ext>
            </a:extLst>
          </p:cNvPr>
          <p:cNvSpPr/>
          <p:nvPr/>
        </p:nvSpPr>
        <p:spPr>
          <a:xfrm>
            <a:off x="3587559" y="6126833"/>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38" name="Isosceles Triangle 37">
            <a:extLst>
              <a:ext uri="{FF2B5EF4-FFF2-40B4-BE49-F238E27FC236}">
                <a16:creationId xmlns:a16="http://schemas.microsoft.com/office/drawing/2014/main" id="{C3188F66-7EA2-429D-8B8C-C511871BAF94}"/>
              </a:ext>
            </a:extLst>
          </p:cNvPr>
          <p:cNvSpPr/>
          <p:nvPr/>
        </p:nvSpPr>
        <p:spPr>
          <a:xfrm>
            <a:off x="6301695" y="6126833"/>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39" name="Isosceles Triangle 38">
            <a:extLst>
              <a:ext uri="{FF2B5EF4-FFF2-40B4-BE49-F238E27FC236}">
                <a16:creationId xmlns:a16="http://schemas.microsoft.com/office/drawing/2014/main" id="{D9AA2203-C774-4432-9984-06985B0BAE74}"/>
              </a:ext>
            </a:extLst>
          </p:cNvPr>
          <p:cNvSpPr/>
          <p:nvPr/>
        </p:nvSpPr>
        <p:spPr>
          <a:xfrm>
            <a:off x="9015832" y="6126833"/>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68" name="Round Single Corner Rectangle 6">
            <a:extLst>
              <a:ext uri="{FF2B5EF4-FFF2-40B4-BE49-F238E27FC236}">
                <a16:creationId xmlns:a16="http://schemas.microsoft.com/office/drawing/2014/main" id="{9775AC57-B6E1-48CD-B62C-5926907B3B64}"/>
              </a:ext>
            </a:extLst>
          </p:cNvPr>
          <p:cNvSpPr/>
          <p:nvPr/>
        </p:nvSpPr>
        <p:spPr bwMode="gray">
          <a:xfrm>
            <a:off x="472652" y="1586791"/>
            <a:ext cx="3229966" cy="481714"/>
          </a:xfrm>
          <a:prstGeom prst="snip2DiagRect">
            <a:avLst/>
          </a:prstGeom>
          <a:solidFill>
            <a:srgbClr val="F9E4E7"/>
          </a:solidFill>
          <a:ln w="9525" cap="flat" cmpd="sng" algn="ctr">
            <a:noFill/>
            <a:prstDash val="solid"/>
          </a:ln>
          <a:effectLst/>
        </p:spPr>
        <p:txBody>
          <a:bodyPr tIns="91440" bIns="91440" anchor="ctr"/>
          <a:lstStyle/>
          <a:p>
            <a:pPr marL="0" marR="0" lvl="0" indent="0" algn="ctr" defTabSz="898798"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srgbClr val="000000"/>
                </a:solidFill>
                <a:effectLst/>
                <a:uLnTx/>
                <a:uFillTx/>
                <a:latin typeface="Arial"/>
                <a:ea typeface="+mn-ea"/>
                <a:cs typeface="+mn-cs"/>
              </a:rPr>
              <a:t>مراجعة قدرات وخطط التنفيذ الحالية</a:t>
            </a:r>
          </a:p>
        </p:txBody>
      </p:sp>
      <p:sp>
        <p:nvSpPr>
          <p:cNvPr id="69" name="Round Single Corner Rectangle 6">
            <a:extLst>
              <a:ext uri="{FF2B5EF4-FFF2-40B4-BE49-F238E27FC236}">
                <a16:creationId xmlns:a16="http://schemas.microsoft.com/office/drawing/2014/main" id="{91469269-99AA-40D7-802A-7E6D063A96B1}"/>
              </a:ext>
            </a:extLst>
          </p:cNvPr>
          <p:cNvSpPr/>
          <p:nvPr/>
        </p:nvSpPr>
        <p:spPr bwMode="gray">
          <a:xfrm>
            <a:off x="3862168" y="1586791"/>
            <a:ext cx="3684679" cy="481714"/>
          </a:xfrm>
          <a:prstGeom prst="snip2DiagRect">
            <a:avLst/>
          </a:prstGeom>
          <a:solidFill>
            <a:srgbClr val="EDADB8"/>
          </a:solidFill>
          <a:ln w="9525" cap="flat" cmpd="sng" algn="ctr">
            <a:noFill/>
            <a:prstDash val="solid"/>
          </a:ln>
          <a:effectLst/>
        </p:spPr>
        <p:txBody>
          <a:bodyPr tIns="91440" bIns="91440" anchor="ctr"/>
          <a:lstStyle/>
          <a:p>
            <a:pPr marL="0" marR="0" lvl="0" indent="0" algn="ctr" defTabSz="898798" rtl="1" eaLnBrk="1" fontAlgn="base" latinLnBrk="0" hangingPunct="1">
              <a:lnSpc>
                <a:spcPct val="100000"/>
              </a:lnSpc>
              <a:spcBef>
                <a:spcPct val="0"/>
              </a:spcBef>
              <a:spcAft>
                <a:spcPct val="0"/>
              </a:spcAft>
              <a:buClrTx/>
              <a:buSzTx/>
              <a:buFontTx/>
              <a:buNone/>
              <a:tabLst/>
              <a:defRPr/>
            </a:pPr>
            <a:r>
              <a:rPr kumimoji="0" lang="ar-SA" sz="1400" b="1" strike="noStrike" kern="0" cap="none" spc="0" normalizeH="0" noProof="0" dirty="0">
                <a:ln>
                  <a:noFill/>
                </a:ln>
                <a:solidFill>
                  <a:srgbClr val="000000"/>
                </a:solidFill>
                <a:effectLst/>
                <a:uLnTx/>
                <a:uFillTx/>
                <a:latin typeface="Arial"/>
                <a:ea typeface="+mn-ea"/>
                <a:cs typeface="+mn-cs"/>
              </a:rPr>
              <a:t>تصميم وتشغيل وحدة الإنجاز ودعم تنفيذ المبادرات</a:t>
            </a:r>
          </a:p>
        </p:txBody>
      </p:sp>
      <p:sp>
        <p:nvSpPr>
          <p:cNvPr id="23" name="AutoShape 7">
            <a:extLst>
              <a:ext uri="{FF2B5EF4-FFF2-40B4-BE49-F238E27FC236}">
                <a16:creationId xmlns:a16="http://schemas.microsoft.com/office/drawing/2014/main" id="{9F8D158B-E22C-462B-9610-E6250F123E02}"/>
              </a:ext>
            </a:extLst>
          </p:cNvPr>
          <p:cNvSpPr>
            <a:spLocks noChangeArrowheads="1"/>
          </p:cNvSpPr>
          <p:nvPr>
            <p:custDataLst>
              <p:tags r:id="rId3"/>
            </p:custDataLst>
          </p:nvPr>
        </p:nvSpPr>
        <p:spPr bwMode="gray">
          <a:xfrm>
            <a:off x="3862170" y="2106742"/>
            <a:ext cx="4368662" cy="3931789"/>
          </a:xfrm>
          <a:prstGeom prst="chevron">
            <a:avLst>
              <a:gd name="adj" fmla="val 18114"/>
            </a:avLst>
          </a:prstGeom>
          <a:solidFill>
            <a:schemeClr val="accent2">
              <a:lumMod val="60000"/>
              <a:lumOff val="40000"/>
              <a:alpha val="80000"/>
            </a:schemeClr>
          </a:solidFill>
          <a:ln w="19050">
            <a:solidFill>
              <a:schemeClr val="bg1"/>
            </a:solidFill>
            <a:round/>
            <a:headEnd/>
            <a:tailEnd/>
          </a:ln>
          <a:effectLst/>
        </p:spPr>
        <p:txBody>
          <a:bodyPr lIns="144000" rIns="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Arial" charset="0"/>
            </a:endParaRPr>
          </a:p>
        </p:txBody>
      </p:sp>
      <p:sp>
        <p:nvSpPr>
          <p:cNvPr id="8" name="Pentagon 111">
            <a:extLst>
              <a:ext uri="{FF2B5EF4-FFF2-40B4-BE49-F238E27FC236}">
                <a16:creationId xmlns:a16="http://schemas.microsoft.com/office/drawing/2014/main" id="{7A0D66D7-5D2B-4372-AA80-2B24B668697B}"/>
              </a:ext>
            </a:extLst>
          </p:cNvPr>
          <p:cNvSpPr/>
          <p:nvPr/>
        </p:nvSpPr>
        <p:spPr>
          <a:xfrm>
            <a:off x="472652" y="2106742"/>
            <a:ext cx="3844902" cy="3931789"/>
          </a:xfrm>
          <a:prstGeom prst="homePlate">
            <a:avLst>
              <a:gd name="adj" fmla="val 15717"/>
            </a:avLst>
          </a:prstGeom>
          <a:solidFill>
            <a:schemeClr val="accent2">
              <a:lumMod val="20000"/>
              <a:lumOff val="80000"/>
              <a:alpha val="80000"/>
            </a:schemeClr>
          </a:solidFill>
          <a:ln w="19050">
            <a:solidFill>
              <a:schemeClr val="bg1"/>
            </a:solidFill>
            <a:round/>
            <a:headEnd/>
            <a:tailEnd/>
          </a:ln>
          <a:effectLst/>
        </p:spPr>
        <p:txBody>
          <a:bodyPr lIns="144000" rIns="0"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Arial" charset="0"/>
            </a:endParaRPr>
          </a:p>
        </p:txBody>
      </p:sp>
      <p:sp>
        <p:nvSpPr>
          <p:cNvPr id="9" name="Pentagon 7">
            <a:extLst>
              <a:ext uri="{FF2B5EF4-FFF2-40B4-BE49-F238E27FC236}">
                <a16:creationId xmlns:a16="http://schemas.microsoft.com/office/drawing/2014/main" id="{CA312592-72D2-4404-BEE2-B60B6E86BC93}"/>
              </a:ext>
            </a:extLst>
          </p:cNvPr>
          <p:cNvSpPr/>
          <p:nvPr/>
        </p:nvSpPr>
        <p:spPr>
          <a:xfrm>
            <a:off x="580940" y="2139400"/>
            <a:ext cx="3290472"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تقييم قدرات التنفيذ الاستراتيجي الحالية للمركز</a:t>
            </a:r>
            <a:r>
              <a:rPr lang="ar-SA" dirty="0">
                <a:cs typeface="Arial" charset="0"/>
              </a:rPr>
              <a:t> </a:t>
            </a:r>
            <a:br>
              <a:rPr kumimoji="0" lang="fr-FR" sz="1200" b="1" i="0" u="none" strike="noStrike" kern="1200" cap="none" spc="0" normalizeH="0" baseline="0" noProof="0" dirty="0">
                <a:ln>
                  <a:noFill/>
                </a:ln>
                <a:solidFill>
                  <a:srgbClr val="000000"/>
                </a:solidFill>
                <a:effectLst/>
                <a:uLnTx/>
                <a:uFillTx/>
                <a:latin typeface="Arial"/>
                <a:ea typeface="+mn-ea"/>
                <a:cs typeface="+mn-cs"/>
              </a:rPr>
            </a:br>
            <a:endParaRPr kumimoji="0" lang="fr-FR" sz="1200" b="1" i="0" u="none" strike="noStrike" kern="1200" cap="none" spc="0" normalizeH="0" baseline="0" noProof="0" dirty="0">
              <a:ln>
                <a:noFill/>
              </a:ln>
              <a:solidFill>
                <a:srgbClr val="000000"/>
              </a:solidFill>
              <a:effectLst/>
              <a:uLnTx/>
              <a:uFillTx/>
              <a:latin typeface="Arial"/>
              <a:ea typeface="+mn-ea"/>
              <a:cs typeface="+mn-cs"/>
            </a:endParaRP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إجراء مقابلات مع أصحاب المصلحة والجهات المعنية في المركز لفهم الأهداف والتطلعات والتحديات</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تقييم قدرات تنفيذ استراتيجية المركز وتحديد المتطلبات بما يتماشى مع أفضل الممارسات العالمية</a:t>
            </a:r>
          </a:p>
        </p:txBody>
      </p:sp>
      <p:sp>
        <p:nvSpPr>
          <p:cNvPr id="45" name="Pentagon 7">
            <a:extLst>
              <a:ext uri="{FF2B5EF4-FFF2-40B4-BE49-F238E27FC236}">
                <a16:creationId xmlns:a16="http://schemas.microsoft.com/office/drawing/2014/main" id="{38A12C9D-C385-C22B-BF58-23F67965243C}"/>
              </a:ext>
            </a:extLst>
          </p:cNvPr>
          <p:cNvSpPr/>
          <p:nvPr/>
        </p:nvSpPr>
        <p:spPr>
          <a:xfrm>
            <a:off x="580940" y="3634831"/>
            <a:ext cx="3195846"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مواءمة وتوحيد خرائط طريق التنفيذ الحالية في المركز</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وضع خارطة طريق موحدة ومنسجمة لمبادرات وبرامج المركز</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تقييم حالة تنفيذ مبادرات وبرامج المركز</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تقييم إمكانية وأثر تسريع تنفيذ المبادرات والبرامج</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مراجعة وتقييم المؤشرات التشغيلية والاستراتيجية لأداء مبادرات المركز ومبادرات الإستراتيجية الوطنية لإدارة النفايات</a:t>
            </a:r>
          </a:p>
        </p:txBody>
      </p:sp>
      <p:sp>
        <p:nvSpPr>
          <p:cNvPr id="46" name="Pentagon 7">
            <a:extLst>
              <a:ext uri="{FF2B5EF4-FFF2-40B4-BE49-F238E27FC236}">
                <a16:creationId xmlns:a16="http://schemas.microsoft.com/office/drawing/2014/main" id="{3C429C37-43BE-E2D2-463A-4619DCCF0FB3}"/>
              </a:ext>
            </a:extLst>
          </p:cNvPr>
          <p:cNvSpPr/>
          <p:nvPr/>
        </p:nvSpPr>
        <p:spPr>
          <a:xfrm>
            <a:off x="4460635" y="2139400"/>
            <a:ext cx="3543220"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تصميم إطار شامل لحوكمة تنفيذ المبادرات</a:t>
            </a:r>
          </a:p>
        </p:txBody>
      </p:sp>
      <p:sp>
        <p:nvSpPr>
          <p:cNvPr id="48" name="Pentagon 7">
            <a:extLst>
              <a:ext uri="{FF2B5EF4-FFF2-40B4-BE49-F238E27FC236}">
                <a16:creationId xmlns:a16="http://schemas.microsoft.com/office/drawing/2014/main" id="{32B63A7F-A49C-1406-695A-2067319333FE}"/>
              </a:ext>
            </a:extLst>
          </p:cNvPr>
          <p:cNvSpPr/>
          <p:nvPr/>
        </p:nvSpPr>
        <p:spPr>
          <a:xfrm>
            <a:off x="8146937" y="2139400"/>
            <a:ext cx="3100184"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FFFFFF"/>
                </a:solidFill>
                <a:effectLst/>
                <a:uLnTx/>
                <a:uFillTx/>
                <a:latin typeface="Arial"/>
                <a:ea typeface="+mn-ea"/>
                <a:cs typeface="+mn-cs"/>
              </a:rPr>
              <a:t>إجراء دراسات جدوى تمهيدية لفرص تخصيص خدمات المركز</a:t>
            </a:r>
            <a:r>
              <a:rPr lang="ar-SA" dirty="0">
                <a:cs typeface="Arial" charset="0"/>
              </a:rPr>
              <a:t> </a:t>
            </a:r>
            <a:br>
              <a:rPr kumimoji="0" lang="en-US" sz="1200" b="1" i="0" u="none" strike="noStrike" kern="1200" cap="none" spc="0" normalizeH="0" baseline="0" noProof="0" dirty="0">
                <a:ln>
                  <a:noFill/>
                </a:ln>
                <a:solidFill>
                  <a:srgbClr val="FFFFFF"/>
                </a:solidFill>
                <a:effectLst/>
                <a:uLnTx/>
                <a:uFillTx/>
                <a:latin typeface="Arial"/>
                <a:ea typeface="+mn-ea"/>
                <a:cs typeface="+mn-cs"/>
              </a:rPr>
            </a:br>
            <a:endParaRPr kumimoji="0" lang="en-US"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4" name="Oval 2">
            <a:extLst>
              <a:ext uri="{FF2B5EF4-FFF2-40B4-BE49-F238E27FC236}">
                <a16:creationId xmlns:a16="http://schemas.microsoft.com/office/drawing/2014/main" id="{B23F7171-ECA9-A003-1B67-520DE57FD872}"/>
              </a:ext>
            </a:extLst>
          </p:cNvPr>
          <p:cNvSpPr>
            <a:spLocks noChangeArrowheads="1"/>
          </p:cNvSpPr>
          <p:nvPr/>
        </p:nvSpPr>
        <p:spPr bwMode="gray">
          <a:xfrm>
            <a:off x="342362" y="1555715"/>
            <a:ext cx="249382" cy="249382"/>
          </a:xfrm>
          <a:prstGeom prst="ellipse">
            <a:avLst/>
          </a:prstGeom>
          <a:solidFill>
            <a:schemeClr val="tx1">
              <a:lumMod val="50000"/>
              <a:lumOff val="50000"/>
            </a:schemeClr>
          </a:solidFill>
          <a:ln w="9525" algn="ctr">
            <a:solidFill>
              <a:schemeClr val="bg1"/>
            </a:solidFill>
            <a:round/>
            <a:headEnd/>
            <a:tailEnd/>
          </a:ln>
          <a:effec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200" b="1" strike="noStrike" kern="1200" cap="none" spc="0" normalizeH="0" noProof="0" dirty="0">
                <a:ln>
                  <a:noFill/>
                </a:ln>
                <a:solidFill>
                  <a:srgbClr val="FFFFFF"/>
                </a:solidFill>
                <a:effectLst/>
                <a:uLnTx/>
                <a:uFillTx/>
                <a:latin typeface="Arial"/>
                <a:ea typeface="+mn-ea"/>
                <a:cs typeface="+mn-cs"/>
              </a:rPr>
              <a:t>1</a:t>
            </a:r>
          </a:p>
        </p:txBody>
      </p:sp>
      <p:sp>
        <p:nvSpPr>
          <p:cNvPr id="10" name="TextBox 9">
            <a:extLst>
              <a:ext uri="{FF2B5EF4-FFF2-40B4-BE49-F238E27FC236}">
                <a16:creationId xmlns:a16="http://schemas.microsoft.com/office/drawing/2014/main" id="{B6C1BDE9-84A9-4246-820D-1C91185C58C9}"/>
              </a:ext>
            </a:extLst>
          </p:cNvPr>
          <p:cNvSpPr txBox="1"/>
          <p:nvPr/>
        </p:nvSpPr>
        <p:spPr>
          <a:xfrm>
            <a:off x="4385387" y="2511612"/>
            <a:ext cx="3455183" cy="1769715"/>
          </a:xfrm>
          <a:prstGeom prst="rect">
            <a:avLst/>
          </a:prstGeom>
          <a:noFill/>
        </p:spPr>
        <p:txBody>
          <a:bodyPr wrap="square">
            <a:spAutoFit/>
          </a:bodyPr>
          <a:lstStyle/>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تحديد الجهات المسؤولة والمالكة لكل مبادرة وبرنامج وأولويات التركيز ومتطلبات القوى العاملة والقدرات ومتطلبات الميزانية</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تصميم نموذج حوكمة يراعي المبادرات والبرامج التي ينفذها المركز بالتعاون مع الجهات الأخرى ذات العلاقة المساهمة في التنفيذ</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تطوير دليل إجراءات نموذج الحوكمة ومصفوفة الصلاحيات</a:t>
            </a:r>
          </a:p>
        </p:txBody>
      </p:sp>
      <p:sp>
        <p:nvSpPr>
          <p:cNvPr id="12" name="Pentagon 7">
            <a:extLst>
              <a:ext uri="{FF2B5EF4-FFF2-40B4-BE49-F238E27FC236}">
                <a16:creationId xmlns:a16="http://schemas.microsoft.com/office/drawing/2014/main" id="{7D9DB5FB-9E02-6707-3ECF-FCF2D3EBC468}"/>
              </a:ext>
            </a:extLst>
          </p:cNvPr>
          <p:cNvSpPr/>
          <p:nvPr/>
        </p:nvSpPr>
        <p:spPr>
          <a:xfrm>
            <a:off x="4493293" y="4306681"/>
            <a:ext cx="3543220"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تقديم الدعم والمتابعة في تنفيذ المبادرات والبرامج </a:t>
            </a:r>
            <a:r>
              <a:rPr lang="ar-SA" dirty="0">
                <a:cs typeface="Arial" charset="0"/>
              </a:rPr>
              <a:t> </a:t>
            </a:r>
            <a:br>
              <a:rPr kumimoji="0" lang="en-US" sz="1200" b="1" i="0" u="none" strike="noStrike" kern="1200" cap="none" spc="0" normalizeH="0" baseline="0" noProof="0" dirty="0">
                <a:ln>
                  <a:noFill/>
                </a:ln>
                <a:solidFill>
                  <a:srgbClr val="000000"/>
                </a:solidFill>
                <a:effectLst/>
                <a:uLnTx/>
                <a:uFillTx/>
                <a:latin typeface="Arial"/>
                <a:ea typeface="+mn-ea"/>
                <a:cs typeface="+mn-cs"/>
              </a:rPr>
            </a:br>
            <a:endParaRPr kumimoji="0" lang="en-US" sz="1200" b="1"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Box 12">
            <a:extLst>
              <a:ext uri="{FF2B5EF4-FFF2-40B4-BE49-F238E27FC236}">
                <a16:creationId xmlns:a16="http://schemas.microsoft.com/office/drawing/2014/main" id="{3531FEFC-8B3D-9F1D-1BCB-DF714F5F3A8F}"/>
              </a:ext>
            </a:extLst>
          </p:cNvPr>
          <p:cNvSpPr txBox="1"/>
          <p:nvPr/>
        </p:nvSpPr>
        <p:spPr>
          <a:xfrm>
            <a:off x="4385387" y="4722436"/>
            <a:ext cx="3455183" cy="1261884"/>
          </a:xfrm>
          <a:prstGeom prst="rect">
            <a:avLst/>
          </a:prstGeom>
          <a:noFill/>
        </p:spPr>
        <p:txBody>
          <a:bodyPr wrap="square">
            <a:spAutoFit/>
          </a:bodyPr>
          <a:lstStyle/>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دعم الجهات المسؤولة عن المبادرات البرامج في تطوير خطط العمل والميزانيات ومؤشرات الأداء الرئيسية</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lang="ar-SA" sz="1100" dirty="0">
                <a:solidFill>
                  <a:srgbClr val="000000"/>
                </a:solidFill>
                <a:latin typeface="Arial"/>
                <a:cs typeface="Arial" charset="0"/>
              </a:rPr>
              <a:t>متابعة تنفيذ المبادرات والبرامج وتحديد التحديات الرئيسية المحتملة</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rgbClr val="000000"/>
                </a:solidFill>
                <a:effectLst/>
                <a:uLnTx/>
                <a:uFillTx/>
                <a:latin typeface="Arial"/>
                <a:ea typeface="+mn-ea"/>
                <a:cs typeface="+mn-cs"/>
              </a:rPr>
              <a:t>التنسيق مع الجهات ذات العلاقة ومواءمة مؤشرات الأداء</a:t>
            </a:r>
          </a:p>
        </p:txBody>
      </p:sp>
      <p:sp>
        <p:nvSpPr>
          <p:cNvPr id="15" name="TextBox 14">
            <a:extLst>
              <a:ext uri="{FF2B5EF4-FFF2-40B4-BE49-F238E27FC236}">
                <a16:creationId xmlns:a16="http://schemas.microsoft.com/office/drawing/2014/main" id="{44F8C841-975B-2812-E5FA-5E0693DC1123}"/>
              </a:ext>
            </a:extLst>
          </p:cNvPr>
          <p:cNvSpPr txBox="1"/>
          <p:nvPr/>
        </p:nvSpPr>
        <p:spPr>
          <a:xfrm>
            <a:off x="8252605" y="2511612"/>
            <a:ext cx="3509612" cy="2262158"/>
          </a:xfrm>
          <a:prstGeom prst="rect">
            <a:avLst/>
          </a:prstGeom>
          <a:noFill/>
        </p:spPr>
        <p:txBody>
          <a:bodyPr wrap="square">
            <a:spAutoFit/>
          </a:bodyPr>
          <a:lstStyle/>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تحديد الخدمات المرشحة للتخصيص وترتيبها بحسب الأولوية وتحديد فرص التحسين للخدمات الحالية التي تم تخصيصها</a:t>
            </a:r>
            <a:r>
              <a:rPr lang="ar-SA" dirty="0">
                <a:cs typeface="Arial" charset="0"/>
              </a:rPr>
              <a:t> </a:t>
            </a:r>
            <a:br>
              <a:rPr kumimoji="0" lang="en-US" sz="1100" b="0" i="0" u="none" strike="noStrike" kern="1200" cap="none" spc="0" normalizeH="0" baseline="0" noProof="0" dirty="0">
                <a:ln>
                  <a:noFill/>
                </a:ln>
                <a:solidFill>
                  <a:schemeClr val="bg1"/>
                </a:solidFill>
                <a:effectLst/>
                <a:uLnTx/>
                <a:uFillTx/>
                <a:latin typeface="Arial"/>
                <a:ea typeface="+mn-ea"/>
                <a:cs typeface="+mn-cs"/>
              </a:rPr>
            </a:br>
            <a:r>
              <a:rPr lang="ar-SA" dirty="0">
                <a:cs typeface="Arial" charset="0"/>
              </a:rPr>
              <a:t> </a:t>
            </a:r>
            <a:br>
              <a:rPr kumimoji="0" lang="en-US" sz="1100" b="0" i="0" u="none" strike="noStrike" kern="1200" cap="none" spc="0" normalizeH="0" baseline="0" noProof="0" dirty="0">
                <a:ln>
                  <a:noFill/>
                </a:ln>
                <a:solidFill>
                  <a:schemeClr val="bg1"/>
                </a:solidFill>
                <a:effectLst/>
                <a:uLnTx/>
                <a:uFillTx/>
                <a:latin typeface="Arial"/>
                <a:ea typeface="+mn-ea"/>
                <a:cs typeface="+mn-cs"/>
              </a:rPr>
            </a:br>
            <a:endParaRPr kumimoji="0" lang="en-US" sz="1100" b="0" i="0" u="none" strike="noStrike" kern="1200" cap="none" spc="0" normalizeH="0" baseline="0" noProof="0" dirty="0">
              <a:ln>
                <a:noFill/>
              </a:ln>
              <a:solidFill>
                <a:schemeClr val="bg1"/>
              </a:solidFill>
              <a:effectLst/>
              <a:uLnTx/>
              <a:uFillTx/>
              <a:latin typeface="Arial"/>
              <a:ea typeface="+mn-ea"/>
              <a:cs typeface="+mn-cs"/>
            </a:endParaRP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تحليل الفوائد الاقتصادية والإدارية والتشغيلية من تخصيص الخدمات المرشحة</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إجراء تحليل مالي وتقييم السوق للخدمات التي يمكن تخصيصها</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تحديد نماذج الشراكة والحوكمة بين القطاعين العام والخاص</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إعداد تقارير دورية حول التقدم المحرز في تخصيص الخدمات</a:t>
            </a:r>
          </a:p>
        </p:txBody>
      </p:sp>
      <p:sp>
        <p:nvSpPr>
          <p:cNvPr id="20" name="Pentagon 7">
            <a:extLst>
              <a:ext uri="{FF2B5EF4-FFF2-40B4-BE49-F238E27FC236}">
                <a16:creationId xmlns:a16="http://schemas.microsoft.com/office/drawing/2014/main" id="{174CF654-199A-E81E-E40D-CD19452A8BE9}"/>
              </a:ext>
            </a:extLst>
          </p:cNvPr>
          <p:cNvSpPr/>
          <p:nvPr/>
        </p:nvSpPr>
        <p:spPr>
          <a:xfrm>
            <a:off x="8201367" y="4755394"/>
            <a:ext cx="3100184" cy="1713386"/>
          </a:xfrm>
          <a:prstGeom prst="roundRect">
            <a:avLst>
              <a:gd name="adj" fmla="val 0"/>
            </a:avLst>
          </a:prstGeom>
          <a:noFill/>
          <a:ln w="19050">
            <a:noFill/>
            <a:prstDash val="dash"/>
            <a:miter lim="800000"/>
            <a:headEnd/>
            <a:tailEnd/>
          </a:ln>
          <a:effectLst/>
        </p:spPr>
        <p:txBody>
          <a:bodyPr lIns="0" tIns="0" rIns="0" bIns="0" anchor="t"/>
          <a:lstStyle/>
          <a:p>
            <a:pPr marL="0" marR="0" lvl="0" indent="0" algn="r" defTabSz="914400" rtl="1" eaLnBrk="1" fontAlgn="auto" latinLnBrk="0" hangingPunct="1">
              <a:lnSpc>
                <a:spcPct val="100000"/>
              </a:lnSpc>
              <a:spcBef>
                <a:spcPts val="0"/>
              </a:spcBef>
              <a:spcAft>
                <a:spcPts val="600"/>
              </a:spcAft>
              <a:buClrTx/>
              <a:buSzTx/>
              <a:buFontTx/>
              <a:buNone/>
              <a:tabLst/>
              <a:defRPr/>
            </a:pPr>
            <a:r>
              <a:rPr kumimoji="0" lang="ar-SA" sz="1200" b="1" strike="noStrike" kern="1200" cap="none" spc="0" normalizeH="0" noProof="0" dirty="0">
                <a:ln>
                  <a:noFill/>
                </a:ln>
                <a:solidFill>
                  <a:srgbClr val="FFFFFF"/>
                </a:solidFill>
                <a:effectLst/>
                <a:uLnTx/>
                <a:uFillTx/>
                <a:latin typeface="Arial"/>
                <a:ea typeface="+mn-ea"/>
                <a:cs typeface="+mn-cs"/>
              </a:rPr>
              <a:t>بناء قدرات فريق تنفيذ المبادرات</a:t>
            </a:r>
          </a:p>
        </p:txBody>
      </p:sp>
      <p:sp>
        <p:nvSpPr>
          <p:cNvPr id="21" name="TextBox 20">
            <a:extLst>
              <a:ext uri="{FF2B5EF4-FFF2-40B4-BE49-F238E27FC236}">
                <a16:creationId xmlns:a16="http://schemas.microsoft.com/office/drawing/2014/main" id="{8D2F93D9-DFA4-AF22-D82A-AC1B3AFD7112}"/>
              </a:ext>
            </a:extLst>
          </p:cNvPr>
          <p:cNvSpPr txBox="1"/>
          <p:nvPr/>
        </p:nvSpPr>
        <p:spPr>
          <a:xfrm>
            <a:off x="8230833" y="5138493"/>
            <a:ext cx="3509612" cy="846386"/>
          </a:xfrm>
          <a:prstGeom prst="rect">
            <a:avLst/>
          </a:prstGeom>
          <a:noFill/>
        </p:spPr>
        <p:txBody>
          <a:bodyPr wrap="square">
            <a:spAutoFit/>
          </a:bodyPr>
          <a:lstStyle/>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إعداد المواد التدريبية لإدارة المشروع وتنفيذ الاستراتيجية</a:t>
            </a:r>
          </a:p>
          <a:p>
            <a:pPr marL="228600" marR="0" lvl="0" indent="-115888" algn="r" defTabSz="914400" rtl="1"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ar-SA" sz="1100" strike="noStrike" kern="1200" cap="none" spc="0" normalizeH="0" noProof="0" dirty="0">
                <a:ln>
                  <a:noFill/>
                </a:ln>
                <a:solidFill>
                  <a:schemeClr val="bg1"/>
                </a:solidFill>
                <a:effectLst/>
                <a:uLnTx/>
                <a:uFillTx/>
                <a:latin typeface="Arial"/>
                <a:ea typeface="+mn-ea"/>
                <a:cs typeface="+mn-cs"/>
              </a:rPr>
              <a:t>عقد جلسات تدريبية وورش عمل دورية لأعضاء الفريق المعنيين</a:t>
            </a:r>
          </a:p>
        </p:txBody>
      </p:sp>
      <p:sp>
        <p:nvSpPr>
          <p:cNvPr id="22" name="Isosceles Triangle 21">
            <a:extLst>
              <a:ext uri="{FF2B5EF4-FFF2-40B4-BE49-F238E27FC236}">
                <a16:creationId xmlns:a16="http://schemas.microsoft.com/office/drawing/2014/main" id="{F82E793C-402A-3221-FB68-6E6C698BC8FD}"/>
              </a:ext>
            </a:extLst>
          </p:cNvPr>
          <p:cNvSpPr/>
          <p:nvPr/>
        </p:nvSpPr>
        <p:spPr>
          <a:xfrm>
            <a:off x="873423" y="6082074"/>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24" name="Isosceles Triangle 23">
            <a:extLst>
              <a:ext uri="{FF2B5EF4-FFF2-40B4-BE49-F238E27FC236}">
                <a16:creationId xmlns:a16="http://schemas.microsoft.com/office/drawing/2014/main" id="{5FB1B611-5B19-109B-1A3C-91F4E9AB002F}"/>
              </a:ext>
            </a:extLst>
          </p:cNvPr>
          <p:cNvSpPr/>
          <p:nvPr/>
        </p:nvSpPr>
        <p:spPr>
          <a:xfrm>
            <a:off x="3587559" y="6082074"/>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25" name="Isosceles Triangle 24">
            <a:extLst>
              <a:ext uri="{FF2B5EF4-FFF2-40B4-BE49-F238E27FC236}">
                <a16:creationId xmlns:a16="http://schemas.microsoft.com/office/drawing/2014/main" id="{55838024-D4F2-C97C-6FB6-1966B092CD6C}"/>
              </a:ext>
            </a:extLst>
          </p:cNvPr>
          <p:cNvSpPr/>
          <p:nvPr/>
        </p:nvSpPr>
        <p:spPr>
          <a:xfrm>
            <a:off x="6301695" y="6082074"/>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26" name="Isosceles Triangle 25">
            <a:extLst>
              <a:ext uri="{FF2B5EF4-FFF2-40B4-BE49-F238E27FC236}">
                <a16:creationId xmlns:a16="http://schemas.microsoft.com/office/drawing/2014/main" id="{FA2B784A-171D-A667-550A-B9766F49AA25}"/>
              </a:ext>
            </a:extLst>
          </p:cNvPr>
          <p:cNvSpPr/>
          <p:nvPr/>
        </p:nvSpPr>
        <p:spPr>
          <a:xfrm>
            <a:off x="9015832" y="6082074"/>
            <a:ext cx="1821256" cy="112706"/>
          </a:xfrm>
          <a:prstGeom prst="triangle">
            <a:avLst/>
          </a:prstGeom>
          <a:solidFill>
            <a:schemeClr val="bg1">
              <a:lumMod val="95000"/>
            </a:schemeClr>
          </a:solidFill>
          <a:ln w="6350">
            <a:noFill/>
          </a:ln>
        </p:spPr>
        <p:txBody>
          <a:bodyPr rot="0" spcFirstLastPara="0" vertOverflow="overflow" horzOverflow="overflow" vert="horz" wrap="square" lIns="91440" tIns="45720" rIns="91440" bIns="27432" numCol="1" spcCol="0" rtlCol="0" fromWordArt="0" anchor="b" anchorCtr="0" forceAA="0" compatLnSpc="1">
            <a:prstTxWarp prst="textNoShape">
              <a:avLst/>
            </a:prstTxWarp>
            <a:noAutofit/>
          </a:bodyPr>
          <a:lstStyle/>
          <a:p>
            <a:pPr marL="0" marR="0" lvl="0" indent="0" algn="ctr" defTabSz="1018824"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FFFFFF"/>
              </a:solidFill>
              <a:effectLst/>
              <a:uLnTx/>
              <a:uFillTx/>
              <a:latin typeface="Arial"/>
              <a:ea typeface="+mn-ea"/>
              <a:cs typeface="+mn-cs"/>
            </a:endParaRPr>
          </a:p>
        </p:txBody>
      </p:sp>
      <p:sp>
        <p:nvSpPr>
          <p:cNvPr id="27" name="Oval 2">
            <a:extLst>
              <a:ext uri="{FF2B5EF4-FFF2-40B4-BE49-F238E27FC236}">
                <a16:creationId xmlns:a16="http://schemas.microsoft.com/office/drawing/2014/main" id="{B40B88F2-A9F1-181E-D71F-B7B2A61A2C8C}"/>
              </a:ext>
            </a:extLst>
          </p:cNvPr>
          <p:cNvSpPr>
            <a:spLocks noChangeArrowheads="1"/>
          </p:cNvSpPr>
          <p:nvPr/>
        </p:nvSpPr>
        <p:spPr bwMode="gray">
          <a:xfrm>
            <a:off x="3755782" y="1555715"/>
            <a:ext cx="249382" cy="249382"/>
          </a:xfrm>
          <a:prstGeom prst="ellipse">
            <a:avLst/>
          </a:prstGeom>
          <a:solidFill>
            <a:schemeClr val="tx1">
              <a:lumMod val="50000"/>
              <a:lumOff val="50000"/>
            </a:schemeClr>
          </a:solidFill>
          <a:ln w="9525" algn="ctr">
            <a:solidFill>
              <a:schemeClr val="bg1"/>
            </a:solidFill>
            <a:round/>
            <a:headEnd/>
            <a:tailEnd/>
          </a:ln>
          <a:effec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FFFFFF"/>
                </a:solidFill>
                <a:effectLst/>
                <a:uLnTx/>
                <a:uFillTx/>
                <a:latin typeface="Arial"/>
                <a:ea typeface="+mn-ea"/>
                <a:cs typeface="+mn-cs"/>
              </a:rPr>
              <a:t>2</a:t>
            </a:r>
          </a:p>
        </p:txBody>
      </p:sp>
      <p:sp>
        <p:nvSpPr>
          <p:cNvPr id="28" name="Oval 2">
            <a:extLst>
              <a:ext uri="{FF2B5EF4-FFF2-40B4-BE49-F238E27FC236}">
                <a16:creationId xmlns:a16="http://schemas.microsoft.com/office/drawing/2014/main" id="{48CD118C-0B58-600C-E742-C453FCF72FCC}"/>
              </a:ext>
            </a:extLst>
          </p:cNvPr>
          <p:cNvSpPr>
            <a:spLocks noChangeArrowheads="1"/>
          </p:cNvSpPr>
          <p:nvPr/>
        </p:nvSpPr>
        <p:spPr bwMode="gray">
          <a:xfrm>
            <a:off x="7581706" y="1555715"/>
            <a:ext cx="249382" cy="249382"/>
          </a:xfrm>
          <a:prstGeom prst="ellipse">
            <a:avLst/>
          </a:prstGeom>
          <a:solidFill>
            <a:schemeClr val="tx1">
              <a:lumMod val="50000"/>
              <a:lumOff val="50000"/>
            </a:schemeClr>
          </a:solidFill>
          <a:ln w="9525" algn="ctr">
            <a:solidFill>
              <a:schemeClr val="bg1"/>
            </a:solidFill>
            <a:round/>
            <a:headEnd/>
            <a:tailEnd/>
          </a:ln>
          <a:effectLst/>
        </p:spPr>
        <p:txBody>
          <a:bodyPr wrap="none" lIns="0" tIns="0" rIns="0" bIns="0" anchor="ctr"/>
          <a:lstStyle/>
          <a:p>
            <a:pPr marL="0" marR="0" lvl="0" indent="0" algn="ctr" defTabSz="914400" rtl="1" eaLnBrk="0" fontAlgn="base" latinLnBrk="0" hangingPunct="0">
              <a:lnSpc>
                <a:spcPct val="100000"/>
              </a:lnSpc>
              <a:spcBef>
                <a:spcPct val="0"/>
              </a:spcBef>
              <a:spcAft>
                <a:spcPct val="0"/>
              </a:spcAft>
              <a:buClrTx/>
              <a:buSzTx/>
              <a:buFontTx/>
              <a:buNone/>
              <a:tabLst/>
              <a:defRPr/>
            </a:pPr>
            <a:r>
              <a:rPr kumimoji="0" lang="ar-SA" sz="1200" strike="noStrike" kern="1200" cap="none" spc="0" normalizeH="0" noProof="0" dirty="0">
                <a:ln>
                  <a:noFill/>
                </a:ln>
                <a:solidFill>
                  <a:srgbClr val="FFFFFF"/>
                </a:solidFill>
                <a:effectLst/>
                <a:uLnTx/>
                <a:uFillTx/>
                <a:latin typeface="Arial"/>
                <a:ea typeface="+mn-ea"/>
                <a:cs typeface="+mn-cs"/>
              </a:rPr>
              <a:t>3</a:t>
            </a:r>
          </a:p>
        </p:txBody>
      </p:sp>
      <p:sp>
        <p:nvSpPr>
          <p:cNvPr id="6" name="Rectangle 5">
            <a:extLst>
              <a:ext uri="{FF2B5EF4-FFF2-40B4-BE49-F238E27FC236}">
                <a16:creationId xmlns:a16="http://schemas.microsoft.com/office/drawing/2014/main" id="{F0DF7179-2CC8-1AD5-8D5C-2161E18F1862}"/>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201666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في المرحلة الأولى، سنجري دراسة تشخيصية لقدرات تنفيذ استراتيجية المركز واقتراح التحسينات بناء على أفضل الممارسات</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الأولى - مراجعة قدرات وخطط التنفيذ الحالية</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15</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3139321"/>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إجراء مقابلات مع أصحاب المصلحة والجهات المعنية في المركز لفهم الأهداف والتطلعات والتحديات المرتبطة بتنفيذ استراتيجيات المركز</a:t>
            </a:r>
          </a:p>
          <a:p>
            <a:pPr marL="174625" indent="-174625" algn="r" rtl="1">
              <a:spcBef>
                <a:spcPts val="300"/>
              </a:spcBef>
              <a:buFont typeface="Arial" panose="020B0604020202020204" pitchFamily="34" charset="0"/>
              <a:buChar char="•"/>
              <a:defRPr/>
            </a:pPr>
            <a:r>
              <a:rPr lang="ar-SA" sz="1200" dirty="0">
                <a:cs typeface="Arial" charset="0"/>
              </a:rPr>
              <a:t>تقييم قدرات التنفيذ الاستراتيجي في المركز</a:t>
            </a:r>
          </a:p>
          <a:p>
            <a:pPr marL="624020" lvl="1" indent="-174625" algn="r" rtl="1">
              <a:spcBef>
                <a:spcPts val="300"/>
              </a:spcBef>
              <a:buFont typeface="Arial" panose="020B0604020202020204" pitchFamily="34" charset="0"/>
              <a:buChar char="–"/>
              <a:defRPr/>
            </a:pPr>
            <a:r>
              <a:rPr lang="ar-SA" sz="1200" dirty="0">
                <a:cs typeface="Arial" charset="0"/>
              </a:rPr>
              <a:t>تحديد الجهات المسؤولة عن تنفيذ الاستراتيجيات</a:t>
            </a:r>
          </a:p>
          <a:p>
            <a:pPr marL="624020" lvl="1" indent="-174625" algn="r" rtl="1">
              <a:spcBef>
                <a:spcPts val="300"/>
              </a:spcBef>
              <a:buFont typeface="Arial" panose="020B0604020202020204" pitchFamily="34" charset="0"/>
              <a:buChar char="–"/>
              <a:defRPr/>
            </a:pPr>
            <a:r>
              <a:rPr lang="ar-SA" sz="1200" dirty="0">
                <a:cs typeface="Arial" charset="0"/>
              </a:rPr>
              <a:t>تقييم وتحديد الفجوات والثغرات في عمل الجهات:</a:t>
            </a:r>
          </a:p>
          <a:p>
            <a:pPr marL="1073423" lvl="2" indent="-174625" algn="r" rtl="1">
              <a:spcBef>
                <a:spcPts val="300"/>
              </a:spcBef>
              <a:buFont typeface="Courier New" panose="02070309020205020404" pitchFamily="49" charset="0"/>
              <a:buChar char="o"/>
              <a:defRPr/>
            </a:pPr>
            <a:r>
              <a:rPr lang="ar-SA" sz="1200" dirty="0">
                <a:cs typeface="Arial" charset="0"/>
              </a:rPr>
              <a:t>الحوكمة</a:t>
            </a:r>
          </a:p>
          <a:p>
            <a:pPr marL="1073423" lvl="2" indent="-174625" algn="r" rtl="1">
              <a:spcBef>
                <a:spcPts val="300"/>
              </a:spcBef>
              <a:buFont typeface="Courier New" panose="02070309020205020404" pitchFamily="49" charset="0"/>
              <a:buChar char="o"/>
              <a:defRPr/>
            </a:pPr>
            <a:r>
              <a:rPr lang="ar-SA" sz="1200" dirty="0">
                <a:cs typeface="Arial" charset="0"/>
              </a:rPr>
              <a:t>القدرات</a:t>
            </a:r>
          </a:p>
          <a:p>
            <a:pPr marL="1073423" lvl="2" indent="-174625" algn="r" rtl="1">
              <a:spcBef>
                <a:spcPts val="300"/>
              </a:spcBef>
              <a:buFont typeface="Courier New" panose="02070309020205020404" pitchFamily="49" charset="0"/>
              <a:buChar char="o"/>
              <a:defRPr/>
            </a:pPr>
            <a:r>
              <a:rPr lang="ar-SA" sz="1200" dirty="0">
                <a:cs typeface="Arial" charset="0"/>
              </a:rPr>
              <a:t>نماذج التفاعل الداخلية والخارجية</a:t>
            </a:r>
          </a:p>
          <a:p>
            <a:pPr marL="1073423" lvl="2" indent="-174625" algn="r" rtl="1">
              <a:spcBef>
                <a:spcPts val="300"/>
              </a:spcBef>
              <a:buFont typeface="Courier New" panose="02070309020205020404" pitchFamily="49" charset="0"/>
              <a:buChar char="o"/>
              <a:defRPr/>
            </a:pPr>
            <a:r>
              <a:rPr lang="ar-SA" sz="1200" dirty="0">
                <a:cs typeface="Arial" charset="0"/>
              </a:rPr>
              <a:t>عمليات وأدوات ونماذج إدارة المبادرات والبرامج</a:t>
            </a:r>
          </a:p>
          <a:p>
            <a:pPr marL="1073423" lvl="2" indent="-174625" algn="r" rtl="1">
              <a:spcBef>
                <a:spcPts val="300"/>
              </a:spcBef>
              <a:buFont typeface="Courier New" panose="02070309020205020404" pitchFamily="49" charset="0"/>
              <a:buChar char="o"/>
              <a:defRPr/>
            </a:pPr>
            <a:r>
              <a:rPr lang="ar-SA" sz="1200" dirty="0">
                <a:cs typeface="Arial" charset="0"/>
              </a:rPr>
              <a:t>بطاقات قياس الأداء المعتمدة لمتابعة تنفيذ المبادرات</a:t>
            </a:r>
          </a:p>
          <a:p>
            <a:pPr marL="174625" indent="-174625" algn="r" rtl="1">
              <a:spcBef>
                <a:spcPts val="300"/>
              </a:spcBef>
              <a:buFont typeface="Arial" panose="020B0604020202020204" pitchFamily="34" charset="0"/>
              <a:buChar char="•"/>
              <a:defRPr/>
            </a:pPr>
            <a:r>
              <a:rPr lang="ar-SA" sz="1200" dirty="0">
                <a:cs typeface="Arial" charset="0"/>
              </a:rPr>
              <a:t>بناء قدرات تنفيذ استراتيجية المركز وفقًا لأفضل الممارسات العالمية (لمكتب تنفيذ الاستراتيجية):</a:t>
            </a:r>
            <a:r>
              <a:rPr lang="ar-SA" dirty="0">
                <a:cs typeface="Arial" charset="0"/>
              </a:rPr>
              <a:t> </a:t>
            </a:r>
            <a:br>
              <a:rPr lang="en-US" sz="1200" dirty="0"/>
            </a:br>
            <a:endParaRPr lang="en-US" sz="1200" dirty="0"/>
          </a:p>
          <a:p>
            <a:pPr marL="624020" lvl="1" indent="-174625" algn="r" rtl="1">
              <a:spcBef>
                <a:spcPts val="300"/>
              </a:spcBef>
              <a:buFont typeface="Arial" panose="020B0604020202020204" pitchFamily="34" charset="0"/>
              <a:buChar char="–"/>
              <a:defRPr/>
            </a:pPr>
            <a:r>
              <a:rPr lang="ar-SA" sz="1200" dirty="0">
                <a:cs typeface="Arial" charset="0"/>
              </a:rPr>
              <a:t>مراجعة الهيكل التنظيمي والأدوار والمسؤوليات والأوصاف الوظيفية</a:t>
            </a:r>
          </a:p>
          <a:p>
            <a:pPr marL="624020" lvl="1" indent="-174625" algn="r" rtl="1">
              <a:spcBef>
                <a:spcPts val="300"/>
              </a:spcBef>
              <a:buFont typeface="Arial" panose="020B0604020202020204" pitchFamily="34" charset="0"/>
              <a:buChar char="–"/>
              <a:defRPr/>
            </a:pPr>
            <a:r>
              <a:rPr lang="ar-SA" sz="1200" dirty="0">
                <a:cs typeface="Arial" charset="0"/>
              </a:rPr>
              <a:t>تحديد القدرات والقوى العاملة المطلوبة</a:t>
            </a:r>
          </a:p>
          <a:p>
            <a:pPr marL="624020" lvl="1" indent="-174625" algn="r" rtl="1">
              <a:spcBef>
                <a:spcPts val="300"/>
              </a:spcBef>
              <a:buFont typeface="Arial" panose="020B0604020202020204" pitchFamily="34" charset="0"/>
              <a:buChar char="–"/>
              <a:defRPr/>
            </a:pPr>
            <a:r>
              <a:rPr lang="ar-SA" sz="1200" dirty="0">
                <a:cs typeface="Arial" charset="0"/>
              </a:rPr>
              <a:t>تحسين الأدوات والنماذج ولوحات متابعة الأداء المعتمدة لدى المركز حاليًا والتوصية بأي تحسينات إضافية أخرى (حسب الحاجة)</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تقييم قدرات التنفيذ الاستراتيجي في 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بناء قدرات التنفيذ الاستراتيجي في 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بطاقات أداء محدثة للمبادرات ومراحل الإنجاز والمخرجات</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توحيد وتنسيق الجدول الزمني للتنفيذ لجميع المبادرات والمشاريع المعتمدة</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أثر تسريع تنفيذ المبادرات والبرامج</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مراجعة وتقييم المؤشرات التشغيلية والاستراتيجية لأداء مبادرات المركز ومبادرات الإستراتيجية الوطنية لإدارة النفايات</a:t>
            </a: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2CC4B2D5-39FD-CCAF-F64C-0E4AFE1E07E0}"/>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4085482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سنقوم بعد ذلك بمواءمة وتوحيد خارطة طريق تنفيذ المبادرات والبرامج المعتمدة</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الأولى - مراجعة قدرات وخطط التنفيذ الحالية</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16</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3770263"/>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وضع خارطة طريق موحدة ومنسجمة لمبادرات وبرامج المركز</a:t>
            </a:r>
          </a:p>
          <a:p>
            <a:pPr marL="624020" lvl="1" indent="-174625" algn="r" rtl="1">
              <a:spcBef>
                <a:spcPts val="300"/>
              </a:spcBef>
              <a:buChar char="–"/>
              <a:defRPr/>
            </a:pPr>
            <a:r>
              <a:rPr lang="ar-SA" sz="1200" dirty="0">
                <a:cs typeface="Arial" charset="0"/>
              </a:rPr>
              <a:t>تقييم مبادرات المركز ومشاريعه وخطط التنفيذ في جميع الاستراتيجيات الرئيسية (أي</a:t>
            </a:r>
            <a:r>
              <a:rPr lang="ar-SA" dirty="0">
                <a:cs typeface="Arial" charset="0"/>
              </a:rPr>
              <a:t> </a:t>
            </a:r>
            <a:r>
              <a:rPr lang="ar-SA" sz="1200" dirty="0">
                <a:cs typeface="Arial" charset="0"/>
              </a:rPr>
              <a:t>الاستراتيجية الوطنية لإدارة النفايات، واستراتيجية المركز الوطني لإدارة النفايات، واستراتيجية تحول القطاع غير الرسمي، وغيرها من الاستراتيجيات الوطنية ذات الصلة بإدارة النفايات) الوطني لإدارة النفايات</a:t>
            </a:r>
          </a:p>
          <a:p>
            <a:pPr marL="624020" lvl="1" indent="-174625" algn="r" rtl="1">
              <a:spcBef>
                <a:spcPts val="300"/>
              </a:spcBef>
              <a:buChar char="–"/>
              <a:defRPr/>
            </a:pPr>
            <a:r>
              <a:rPr lang="ar-SA" sz="1200" dirty="0">
                <a:cs typeface="Arial" charset="0"/>
              </a:rPr>
              <a:t>تحديد أوجه التداخل والتناقضات والفجوات والثغرات في المبادرات والمشاريع وخطط التنفيذ</a:t>
            </a:r>
          </a:p>
          <a:p>
            <a:pPr marL="624020" lvl="1" indent="-174625" algn="r" rtl="1">
              <a:spcBef>
                <a:spcPts val="300"/>
              </a:spcBef>
              <a:buChar char="–"/>
              <a:defRPr/>
            </a:pPr>
            <a:r>
              <a:rPr lang="ar-SA" sz="1200" dirty="0">
                <a:cs typeface="Arial" charset="0"/>
              </a:rPr>
              <a:t>مواءمة المبادرات والمشاريع وخطط التنفيذ وتوحيدها</a:t>
            </a:r>
          </a:p>
          <a:p>
            <a:pPr marL="624020" lvl="1" indent="-174625" algn="r" rtl="1">
              <a:spcBef>
                <a:spcPts val="300"/>
              </a:spcBef>
              <a:buChar char="–"/>
              <a:defRPr/>
            </a:pPr>
            <a:r>
              <a:rPr lang="ar-SA" sz="1200" dirty="0">
                <a:cs typeface="Arial" charset="0"/>
              </a:rPr>
              <a:t>تحديد الفرص المتاحة لتقصير الجداول الزمنية للتنفيذ بناء على المواءمة</a:t>
            </a:r>
          </a:p>
          <a:p>
            <a:pPr marL="624020" lvl="1" indent="-174625" algn="r" rtl="1">
              <a:spcBef>
                <a:spcPts val="300"/>
              </a:spcBef>
              <a:buChar char="–"/>
              <a:defRPr/>
            </a:pPr>
            <a:r>
              <a:rPr lang="ar-SA" sz="1200" dirty="0">
                <a:cs typeface="Arial" charset="0"/>
              </a:rPr>
              <a:t>حصر جميع المبادرات والمشاريع في جدول زمني موحد للتنفيذ</a:t>
            </a:r>
          </a:p>
          <a:p>
            <a:pPr marL="624020" lvl="1" indent="-174625" algn="r" rtl="1">
              <a:spcBef>
                <a:spcPts val="300"/>
              </a:spcBef>
              <a:buChar char="–"/>
              <a:defRPr/>
            </a:pPr>
            <a:r>
              <a:rPr lang="ar-SA" sz="1200" dirty="0">
                <a:cs typeface="Arial" charset="0"/>
              </a:rPr>
              <a:t>تسليط الضوء على المسار الحرج للتنفيذ</a:t>
            </a:r>
          </a:p>
          <a:p>
            <a:pPr marL="174625" lvl="1" indent="-174625" algn="r" rtl="1">
              <a:spcBef>
                <a:spcPts val="300"/>
              </a:spcBef>
              <a:buFont typeface="Arial" panose="020B0604020202020204" pitchFamily="34" charset="0"/>
              <a:buChar char="•"/>
              <a:defRPr/>
            </a:pPr>
            <a:r>
              <a:rPr lang="ar-SA" sz="1200" dirty="0">
                <a:cs typeface="Arial" charset="0"/>
              </a:rPr>
              <a:t>تقييم حالة تنفيذ مبادرات وبرامج المركز</a:t>
            </a:r>
          </a:p>
          <a:p>
            <a:pPr marL="624020" lvl="1" indent="-174625" algn="r" rtl="1">
              <a:spcBef>
                <a:spcPts val="300"/>
              </a:spcBef>
              <a:buChar char="–"/>
              <a:defRPr/>
            </a:pPr>
            <a:r>
              <a:rPr lang="ar-SA" sz="1200" dirty="0">
                <a:cs typeface="Arial" charset="0"/>
              </a:rPr>
              <a:t>فهم حالة التنفيذ الحالية لمبادرات المركز وبرامجه</a:t>
            </a:r>
          </a:p>
          <a:p>
            <a:pPr marL="624020" lvl="1" indent="-174625" algn="r" rtl="1">
              <a:spcBef>
                <a:spcPts val="300"/>
              </a:spcBef>
              <a:buChar char="–"/>
              <a:defRPr/>
            </a:pPr>
            <a:r>
              <a:rPr lang="ar-SA" sz="1200" dirty="0">
                <a:cs typeface="Arial" charset="0"/>
              </a:rPr>
              <a:t>تحديد المبادرات والبرامج المتأخرة حاليًا</a:t>
            </a:r>
          </a:p>
          <a:p>
            <a:pPr marL="624020" lvl="1" indent="-174625" algn="r" rtl="1">
              <a:spcBef>
                <a:spcPts val="300"/>
              </a:spcBef>
              <a:buChar char="–"/>
              <a:defRPr/>
            </a:pPr>
            <a:r>
              <a:rPr lang="ar-SA" sz="1200" dirty="0">
                <a:cs typeface="Arial" charset="0"/>
              </a:rPr>
              <a:t>تحديد الصعوبات والتحديات الرئيسية التي تؤخر تنفيذ المبادرات والبرامج</a:t>
            </a:r>
          </a:p>
          <a:p>
            <a:pPr marL="624020" lvl="1" indent="-174625" algn="r" rtl="1">
              <a:spcBef>
                <a:spcPts val="300"/>
              </a:spcBef>
              <a:buChar char="–"/>
              <a:defRPr/>
            </a:pPr>
            <a:r>
              <a:rPr lang="ar-SA" sz="1200" dirty="0">
                <a:cs typeface="Arial" charset="0"/>
              </a:rPr>
              <a:t>وضع تدابير التخفيف للتغلب على التحديات وتمكين التنفيذ</a:t>
            </a:r>
          </a:p>
          <a:p>
            <a:pPr marL="174625" lvl="1" indent="-174625" algn="r" rtl="1">
              <a:spcBef>
                <a:spcPts val="300"/>
              </a:spcBef>
              <a:buFont typeface="Arial" panose="020B0604020202020204" pitchFamily="34" charset="0"/>
              <a:buChar char="•"/>
              <a:defRPr/>
            </a:pPr>
            <a:r>
              <a:rPr lang="ar-SA" sz="1200" dirty="0">
                <a:cs typeface="Arial" charset="0"/>
              </a:rPr>
              <a:t>تقييم أثر تسريع تنفيذ المبادرات والبرامج</a:t>
            </a:r>
          </a:p>
          <a:p>
            <a:pPr marL="174625" lvl="1" indent="-174625" algn="r" rtl="1">
              <a:spcBef>
                <a:spcPts val="300"/>
              </a:spcBef>
              <a:buFont typeface="Arial" panose="020B0604020202020204" pitchFamily="34" charset="0"/>
              <a:buChar char="•"/>
              <a:defRPr/>
            </a:pPr>
            <a:r>
              <a:rPr lang="ar-SA" sz="1200" dirty="0">
                <a:cs typeface="Arial" charset="0"/>
              </a:rPr>
              <a:t>مراجعة وتقييم المؤشرات التشغيلية والاستراتيجية لأداء مبادرات المركز ومبادرات الإستراتيجية الوطنية لإدارة النفايات</a:t>
            </a:r>
          </a:p>
          <a:p>
            <a:pPr marL="174625" lvl="1" indent="-174625" algn="r" rtl="1">
              <a:spcBef>
                <a:spcPts val="300"/>
              </a:spcBef>
              <a:buFont typeface="Arial" panose="020B0604020202020204" pitchFamily="34" charset="0"/>
              <a:buChar char="•"/>
              <a:defRPr/>
            </a:pPr>
            <a:r>
              <a:rPr lang="ar-SA" sz="1200" dirty="0">
                <a:cs typeface="Arial" charset="0"/>
              </a:rPr>
              <a:t>مراجعة فرص التخصيص عبر سلسلة القيمة الخاصة بالنفايات</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تقييم قدرات التنفيذ الاستراتيجي في 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بناء قدرات التنفيذ الاستراتيجي في المركز </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بطاقات أداء محدثة للمبادرات ومراحل الإنجاز والمخرجات</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توحيد وتنسيق الجدول الزمني للتنفيذ لجميع المبادرات والمشاريع المعتمدة</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أثر تسريع تنفيذ المبادرات والبرامج</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مراجعة وتقييم المؤشرات التشغيلية والاستراتيجية لأداء مبادرات المركز ومبادرات الإستراتيجية الوطنية لإدارة النفايات</a:t>
            </a: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77DCE160-D091-D964-4C49-ADE4A344A630}"/>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2051417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في المرحلة الثانية، سنقوم بتصميم منظومة وإطار حوكمة واضحة لجميع عناصر الإستراتيجية الوطنية لإدارة النفايات والاستراتيجيات الأخرى ذات العلاقة</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الثانية - تصميم وتشغيل وحدة الإنجاز ودعم تنفيذ المبادرات</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17</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3285515"/>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تصميم منظومة وإطار حوكمة شامل يتيح تنفيذ الاستراتيجية الوطنية لإدارة النفايات وغيرها من استراتيجيات المركز ذات العلاقة</a:t>
            </a:r>
          </a:p>
          <a:p>
            <a:pPr marL="624020" lvl="1" indent="-174625" algn="r" rtl="1">
              <a:spcBef>
                <a:spcPts val="300"/>
              </a:spcBef>
              <a:buFont typeface="Arial" panose="020B0604020202020204" pitchFamily="34" charset="0"/>
              <a:buChar char="–"/>
              <a:defRPr/>
            </a:pPr>
            <a:r>
              <a:rPr lang="ar-SA" sz="1200" dirty="0">
                <a:cs typeface="Arial" charset="0"/>
              </a:rPr>
              <a:t>تحديد ما يلي لكل مبادرة وبرنامج عبر الاستراتيجيات:</a:t>
            </a:r>
          </a:p>
          <a:p>
            <a:pPr marL="1073423" lvl="2" indent="-174625" algn="r" rtl="1">
              <a:spcBef>
                <a:spcPts val="300"/>
              </a:spcBef>
              <a:buFont typeface="Courier New" panose="02070309020205020404" pitchFamily="49" charset="0"/>
              <a:buChar char="o"/>
              <a:defRPr/>
            </a:pPr>
            <a:r>
              <a:rPr lang="ar-SA" sz="1200" dirty="0">
                <a:cs typeface="Arial" charset="0"/>
              </a:rPr>
              <a:t>الجهة المسؤولة ودورها الرئيسي في تنفيذ الاستراتيجية (المبادرة والبرنامج)</a:t>
            </a:r>
          </a:p>
          <a:p>
            <a:pPr marL="1073423" lvl="2" indent="-174625" algn="r" rtl="1">
              <a:spcBef>
                <a:spcPts val="300"/>
              </a:spcBef>
              <a:buFont typeface="Courier New" panose="02070309020205020404" pitchFamily="49" charset="0"/>
              <a:buChar char="o"/>
              <a:defRPr/>
            </a:pPr>
            <a:r>
              <a:rPr lang="ar-SA" sz="1200" dirty="0">
                <a:cs typeface="Arial" charset="0"/>
              </a:rPr>
              <a:t>الأولويات الرئيسية التي يجب التركيز عليها</a:t>
            </a:r>
          </a:p>
          <a:p>
            <a:pPr marL="1073423" lvl="2" indent="-174625" algn="r" rtl="1">
              <a:spcBef>
                <a:spcPts val="300"/>
              </a:spcBef>
              <a:buFont typeface="Courier New" panose="02070309020205020404" pitchFamily="49" charset="0"/>
              <a:buChar char="o"/>
              <a:defRPr/>
            </a:pPr>
            <a:r>
              <a:rPr lang="ar-SA" sz="1200" dirty="0">
                <a:cs typeface="Arial" charset="0"/>
              </a:rPr>
              <a:t>متطلبات القوى العاملة والقدرات</a:t>
            </a:r>
          </a:p>
          <a:p>
            <a:pPr marL="1073423" lvl="2" indent="-174625" algn="r" rtl="1">
              <a:spcBef>
                <a:spcPts val="300"/>
              </a:spcBef>
              <a:buFont typeface="Courier New" panose="02070309020205020404" pitchFamily="49" charset="0"/>
              <a:buChar char="o"/>
              <a:defRPr/>
            </a:pPr>
            <a:r>
              <a:rPr lang="ar-SA" sz="1200" dirty="0">
                <a:cs typeface="Arial" charset="0"/>
              </a:rPr>
              <a:t>متطلبات الميزانية</a:t>
            </a:r>
          </a:p>
          <a:p>
            <a:pPr marL="624020" lvl="1" indent="-174625" algn="r" rtl="1">
              <a:spcBef>
                <a:spcPts val="300"/>
              </a:spcBef>
              <a:buFont typeface="Arial" panose="020B0604020202020204" pitchFamily="34" charset="0"/>
              <a:buChar char="–"/>
              <a:defRPr/>
            </a:pPr>
            <a:r>
              <a:rPr lang="ar-SA" sz="1200" dirty="0">
                <a:cs typeface="Arial" charset="0"/>
              </a:rPr>
              <a:t>تصميم نموذج حوكمة من شأنه تمكين التنفيذ الناجح للمبادرات والبرامج الاستراتيجية مع مراعاة المبادرات والبرامج التي سيتم تنفيذها:</a:t>
            </a:r>
          </a:p>
          <a:p>
            <a:pPr marL="1073423" lvl="2" indent="-174625" algn="r" rtl="1">
              <a:spcBef>
                <a:spcPts val="300"/>
              </a:spcBef>
              <a:buFont typeface="Courier New" panose="02070309020205020404" pitchFamily="49" charset="0"/>
              <a:buChar char="o"/>
              <a:defRPr/>
            </a:pPr>
            <a:r>
              <a:rPr lang="ar-SA" sz="1200" dirty="0">
                <a:cs typeface="Arial" charset="0"/>
              </a:rPr>
              <a:t>عن طريق المركز الوطني لإدارة النفايات بالتعاون مع أصحاب المصلحة</a:t>
            </a:r>
          </a:p>
          <a:p>
            <a:pPr marL="1073423" lvl="2" indent="-174625" algn="r" rtl="1">
              <a:spcBef>
                <a:spcPts val="300"/>
              </a:spcBef>
              <a:buFont typeface="Courier New" panose="02070309020205020404" pitchFamily="49" charset="0"/>
              <a:buChar char="o"/>
              <a:defRPr/>
            </a:pPr>
            <a:r>
              <a:rPr lang="ar-SA" sz="1200" dirty="0">
                <a:cs typeface="Arial" charset="0"/>
              </a:rPr>
              <a:t>عن طريق أصحاب المصلحة الخارجيين ولكن تحت اشراف المركز</a:t>
            </a:r>
          </a:p>
          <a:p>
            <a:pPr marL="1073423" lvl="2" indent="-174625" algn="r" rtl="1">
              <a:spcBef>
                <a:spcPts val="300"/>
              </a:spcBef>
              <a:buFont typeface="Courier New" panose="02070309020205020404" pitchFamily="49" charset="0"/>
              <a:buChar char="o"/>
              <a:defRPr/>
            </a:pPr>
            <a:r>
              <a:rPr lang="ar-SA" sz="1200" dirty="0">
                <a:cs typeface="Arial" charset="0"/>
              </a:rPr>
              <a:t>عن طريق أكثر من إدارة داخل المركز وبإشراف المكتب المختص بوزارة البيئة والمياه والزراعة</a:t>
            </a:r>
          </a:p>
          <a:p>
            <a:pPr marL="624020" lvl="1" indent="-174625" algn="r" rtl="1">
              <a:spcBef>
                <a:spcPts val="300"/>
              </a:spcBef>
              <a:buFont typeface="Arial" panose="020B0604020202020204" pitchFamily="34" charset="0"/>
              <a:buChar char="–"/>
              <a:defRPr/>
            </a:pPr>
            <a:r>
              <a:rPr lang="ar-SA" sz="1200" dirty="0">
                <a:cs typeface="Arial" charset="0"/>
              </a:rPr>
              <a:t>تحديد العمليات الرئيسية وتطوير دليل الإجراءات بحيث يتم تطوير خارطة الإجراءات ومصفوفة الصلاحيات</a:t>
            </a:r>
          </a:p>
          <a:p>
            <a:pPr marL="624020" lvl="1" indent="-174625" algn="r" rtl="1">
              <a:spcBef>
                <a:spcPts val="300"/>
              </a:spcBef>
              <a:buFont typeface="Arial" panose="020B0604020202020204" pitchFamily="34" charset="0"/>
              <a:buChar char="–"/>
              <a:defRPr/>
            </a:pPr>
            <a:r>
              <a:rPr lang="ar-SA" sz="1200" dirty="0">
                <a:cs typeface="Arial" charset="0"/>
              </a:rPr>
              <a:t>ربط أصحاب المصلحة الخارجيين بالمبادرات والبرامج الخاصة بهم وتحديد مهامه الرئيسية لدعم تنفيذ هذه المبادرات والبرامج</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وثيقة منظومة وإطار الحوكمة الإستراتيجية والتي تتضمن الجهات ذات العلاقة المساهمة في تنفيذ ومتابعة الإستراتيجية، والمسؤوليات والأدوار</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التحديث الاسبوعي عن التقدم المحرز لأداء المبادرات</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عن حالة أداء تنفيذ المبادرات الخاصة بالمركز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عن حالة أداء محافظ الاستراتيجية</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خطة التنفيذ المفصلة (المحدثة من المرحلة الأولى إذا لزم الأمر)</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لدعم اللجنة التوجيهية الخاصة بقيادات المركز</a:t>
            </a: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CAB4804E-C268-9E82-FD6C-9803FB46AE4E}"/>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4157272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كما سنقدم الدعم اللازم لدفع تنفيذ المبادرات والبرامج ومتابعة التنفيذ</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الثانية - تصميم وتشغيل وحدة الإنجاز ودعم تنفيذ المبادرات</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b="1" dirty="0">
                <a:cs typeface="Arial" charset="0"/>
              </a:rPr>
              <a:t>18</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2131353"/>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إطلاق أنشطة لمتابعة تنفيذ المبادرات والبرامج</a:t>
            </a:r>
          </a:p>
          <a:p>
            <a:pPr marL="624020" lvl="1" indent="-174625" algn="r" rtl="1">
              <a:spcBef>
                <a:spcPts val="300"/>
              </a:spcBef>
              <a:buFont typeface="Arial" panose="020B0604020202020204" pitchFamily="34" charset="0"/>
              <a:buChar char="–"/>
              <a:defRPr/>
            </a:pPr>
            <a:r>
              <a:rPr lang="ar-SA" sz="1200" dirty="0">
                <a:cs typeface="Arial" charset="0"/>
              </a:rPr>
              <a:t>الاستفادة من الأدوات التي تم تطويرها في المرحلة الأولى في دعم الجهات المسؤولة عن البرامج والمبادرات في وضع خطط العمل المفصلة وميزانيات ومؤشرات الأداء الرئيسية لهذه البرامج والمبادرات</a:t>
            </a:r>
          </a:p>
          <a:p>
            <a:pPr marL="624020" lvl="1" indent="-174625" algn="r" rtl="1">
              <a:spcBef>
                <a:spcPts val="300"/>
              </a:spcBef>
              <a:buFont typeface="Arial" panose="020B0604020202020204" pitchFamily="34" charset="0"/>
              <a:buChar char="–"/>
              <a:defRPr/>
            </a:pPr>
            <a:r>
              <a:rPr lang="ar-SA" sz="1200" dirty="0">
                <a:cs typeface="Arial" charset="0"/>
              </a:rPr>
              <a:t>الاستفادة من الأدوات التي تم تطويرها في المرحلة الأولى لمراقبة تنفيذ المبادرات والبرامج وتحديد التحديات الرئيسية المحتملة</a:t>
            </a:r>
          </a:p>
          <a:p>
            <a:pPr marL="624020" lvl="1" indent="-174625" algn="r" rtl="1">
              <a:spcBef>
                <a:spcPts val="300"/>
              </a:spcBef>
              <a:buFont typeface="Arial" panose="020B0604020202020204" pitchFamily="34" charset="0"/>
              <a:buChar char="–"/>
              <a:defRPr/>
            </a:pPr>
            <a:r>
              <a:rPr lang="ar-SA" sz="1200" dirty="0">
                <a:cs typeface="Arial" charset="0"/>
              </a:rPr>
              <a:t>تحديث خطة التنفيذ التي تم وضعها في المرحلة الأولى (إذا لزم الأمر)</a:t>
            </a:r>
          </a:p>
          <a:p>
            <a:pPr marL="624020" lvl="1" indent="-174625" algn="r" rtl="1">
              <a:spcBef>
                <a:spcPts val="300"/>
              </a:spcBef>
              <a:buFont typeface="Arial" panose="020B0604020202020204" pitchFamily="34" charset="0"/>
              <a:buChar char="–"/>
              <a:defRPr/>
            </a:pPr>
            <a:r>
              <a:rPr lang="ar-SA" sz="1200" dirty="0">
                <a:cs typeface="Arial" charset="0"/>
              </a:rPr>
              <a:t>التنسيق مع الجهات ذات العلاقة ومواءمة مؤشرات الأداء</a:t>
            </a:r>
          </a:p>
          <a:p>
            <a:pPr marL="624020" lvl="1" indent="-174625" algn="r" rtl="1">
              <a:spcBef>
                <a:spcPts val="300"/>
              </a:spcBef>
              <a:buFont typeface="Arial" panose="020B0604020202020204" pitchFamily="34" charset="0"/>
              <a:buChar char="–"/>
              <a:defRPr/>
            </a:pPr>
            <a:r>
              <a:rPr lang="ar-SA" sz="1200" dirty="0">
                <a:cs typeface="Arial" charset="0"/>
              </a:rPr>
              <a:t>تقديم الدعم التشغيلي ونقل المعرفة إلى موظفي المركز لإدارة تنفيذ المبادرات، بما في ذلك إدارة تكامل المشروع، والنطاق، والجدول الزمني، والتكلفة، والجودة، والموارد، والتواصل، والمخاطر، والمشتريات، وإدارة الجهات المعنية وأصحاب المصلحة</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وثيقة منظومة وإطار الحوكمة الإستراتيجية والتي تتضمن الجهات ذات العلاقة المساهمة في تنفيذ ومتابعة الإستراتيجية، والمسؤوليات والأدوار</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التحديث الاسبوعي عن التقدم المحرز لأداء المبادرات</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عن حالة أداء تنفيذ المبادرات الخاصة بالمركز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عن حالة أداء محافظ الاستراتيجية</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خطة التنفيذ المفصلة (المحدثة من المرحلة الأولى إذا لزم الأمر)</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شهري لدعم اللجنة التوجيهية الخاصة بقيادات المركز</a:t>
            </a: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B29E7D81-DE0F-415A-6F13-F41A1854D4A6}"/>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1291731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في المرحلة الثالثة، سنجري دراسات جدوى تمهيدية لخصخصة خدمات المركز</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الثالثة - تقديم الخدمات الاستشارية لفرص التخصيص في المركز</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dirty="0">
                <a:cs typeface="Arial" charset="0"/>
              </a:rPr>
              <a:t>19</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1800493"/>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إجراء دراسات جدوى تمهيدية لفرص التخصيص في المركز</a:t>
            </a:r>
          </a:p>
          <a:p>
            <a:pPr marL="624020" lvl="1" indent="-174625" algn="r" rtl="1">
              <a:spcBef>
                <a:spcPts val="300"/>
              </a:spcBef>
              <a:buFont typeface="Arial" panose="020B0604020202020204" pitchFamily="34" charset="0"/>
              <a:buChar char="–"/>
              <a:defRPr/>
            </a:pPr>
            <a:r>
              <a:rPr lang="ar-SA" sz="1200" dirty="0">
                <a:cs typeface="Arial" charset="0"/>
              </a:rPr>
              <a:t>تقييم الخدمات الحالية التي يقدمها المركز</a:t>
            </a:r>
          </a:p>
          <a:p>
            <a:pPr marL="624020" lvl="1" indent="-174625" algn="r" rtl="1">
              <a:spcBef>
                <a:spcPts val="300"/>
              </a:spcBef>
              <a:buFont typeface="Arial" panose="020B0604020202020204" pitchFamily="34" charset="0"/>
              <a:buChar char="–"/>
              <a:defRPr/>
            </a:pPr>
            <a:r>
              <a:rPr lang="ar-SA" sz="1200" dirty="0">
                <a:cs typeface="Arial" charset="0"/>
              </a:rPr>
              <a:t>تحديد الخدمات التي يجري تخصيصها حاليًا، وتحديد فرص التحسين</a:t>
            </a:r>
          </a:p>
          <a:p>
            <a:pPr marL="624020" lvl="1" indent="-174625" algn="r" rtl="1">
              <a:spcBef>
                <a:spcPts val="300"/>
              </a:spcBef>
              <a:buFont typeface="Arial" panose="020B0604020202020204" pitchFamily="34" charset="0"/>
              <a:buChar char="–"/>
              <a:defRPr/>
            </a:pPr>
            <a:r>
              <a:rPr lang="ar-SA" sz="1200" dirty="0">
                <a:cs typeface="Arial" charset="0"/>
              </a:rPr>
              <a:t>تحديد الخدمات التي قد تكون مرشحة للتخصيص وتقييم الحاجة لذلك</a:t>
            </a:r>
          </a:p>
          <a:p>
            <a:pPr marL="624020" lvl="1" indent="-174625" algn="r" rtl="1">
              <a:spcBef>
                <a:spcPts val="300"/>
              </a:spcBef>
              <a:buFont typeface="Arial" panose="020B0604020202020204" pitchFamily="34" charset="0"/>
              <a:buChar char="–"/>
              <a:defRPr/>
            </a:pPr>
            <a:r>
              <a:rPr lang="ar-SA" sz="1200" dirty="0">
                <a:cs typeface="Arial" charset="0"/>
              </a:rPr>
              <a:t>تحليل الفوائد الاقتصادية والإدارية والتشغيلية من تخصيص الخدمات المرشحة</a:t>
            </a:r>
          </a:p>
          <a:p>
            <a:pPr marL="624020" lvl="1" indent="-174625" algn="r" rtl="1">
              <a:spcBef>
                <a:spcPts val="300"/>
              </a:spcBef>
              <a:buFont typeface="Arial" panose="020B0604020202020204" pitchFamily="34" charset="0"/>
              <a:buChar char="–"/>
              <a:defRPr/>
            </a:pPr>
            <a:r>
              <a:rPr lang="ar-SA" sz="1200" dirty="0">
                <a:cs typeface="Arial" charset="0"/>
              </a:rPr>
              <a:t>إجراء تحليل مالي وتقييم السوق للخدمات التي يمكن تخصيصها</a:t>
            </a:r>
          </a:p>
          <a:p>
            <a:pPr marL="624020" lvl="1" indent="-174625" algn="r" rtl="1">
              <a:spcBef>
                <a:spcPts val="300"/>
              </a:spcBef>
              <a:buFont typeface="Arial" panose="020B0604020202020204" pitchFamily="34" charset="0"/>
              <a:buChar char="–"/>
              <a:defRPr/>
            </a:pPr>
            <a:r>
              <a:rPr lang="ar-SA" sz="1200" dirty="0">
                <a:cs typeface="Arial" charset="0"/>
              </a:rPr>
              <a:t>تحديد نماذج الشراكة والحوكمة بين القطاعين العام والخاص للخدمات المرشحة للتخصيص</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دراسة الجدوى </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تقارير شهرية حول فرص التخصيص في 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التحديث كل أسبوعين عن التقدم المحرز في مسارات العمل</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عمل اختبارات لمنسوبي المركز للتأكد من سير عمل مبادرات المركز</a:t>
            </a:r>
          </a:p>
          <a:p>
            <a:pPr marL="180975" indent="-180975">
              <a:spcAft>
                <a:spcPts val="600"/>
              </a:spcAft>
              <a:buFont typeface="Arial" panose="020B0604020202020204" pitchFamily="34" charset="0"/>
              <a:buChar char="•"/>
              <a:defRPr/>
            </a:pPr>
            <a:endParaRPr lang="en-US" sz="1200" b="1" dirty="0">
              <a:solidFill>
                <a:schemeClr val="tx1"/>
              </a:solidFill>
            </a:endParaRP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2EC07D7C-D371-7531-F505-035D843378B7}"/>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4055640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سنقوم بعد ذلك بإعداد تقارير عن الأنشطة والأعمال التي تم البدء بها والانتهاء منها للخدمات المرشحة للتخصيص</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الثالثة - تقديم الخدمات الاستشارية لفرص التخصيص في المركز</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dirty="0">
                <a:cs typeface="Arial" charset="0"/>
              </a:rPr>
              <a:t>20</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3362459"/>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إعداد تقرير عن الأنشطة التي تم البدء بها للخدمات المرشحة للتخصيص</a:t>
            </a:r>
          </a:p>
          <a:p>
            <a:pPr marL="624020" lvl="1" indent="-174625" algn="r" rtl="1">
              <a:spcBef>
                <a:spcPts val="300"/>
              </a:spcBef>
              <a:buFont typeface="Arial" panose="020B0604020202020204" pitchFamily="34" charset="0"/>
              <a:buChar char="–"/>
              <a:defRPr/>
            </a:pPr>
            <a:r>
              <a:rPr lang="ar-SA" sz="1200" dirty="0">
                <a:cs typeface="Arial" charset="0"/>
              </a:rPr>
              <a:t>تحديد حالة فرص التخصيص المقترحة</a:t>
            </a:r>
          </a:p>
          <a:p>
            <a:pPr marL="624020" lvl="1" indent="-174625" algn="r" rtl="1">
              <a:spcBef>
                <a:spcPts val="300"/>
              </a:spcBef>
              <a:buFont typeface="Arial" panose="020B0604020202020204" pitchFamily="34" charset="0"/>
              <a:buChar char="–"/>
              <a:defRPr/>
            </a:pPr>
            <a:r>
              <a:rPr lang="ar-SA" sz="1200" dirty="0">
                <a:cs typeface="Arial" charset="0"/>
              </a:rPr>
              <a:t>تقديم تقرير حول التقدم المحرز في تنفيذ خطط وبرامج التخصيص</a:t>
            </a:r>
          </a:p>
          <a:p>
            <a:pPr marL="624020" lvl="1" indent="-174625" algn="r" rtl="1">
              <a:spcBef>
                <a:spcPts val="300"/>
              </a:spcBef>
              <a:buFont typeface="Arial" panose="020B0604020202020204" pitchFamily="34" charset="0"/>
              <a:buChar char="–"/>
              <a:defRPr/>
            </a:pPr>
            <a:r>
              <a:rPr lang="ar-SA" sz="1200" dirty="0">
                <a:cs typeface="Arial" charset="0"/>
              </a:rPr>
              <a:t>توحيد معايير التنفيذ وتبسيطها في جميع برامج التخصيص</a:t>
            </a:r>
          </a:p>
          <a:p>
            <a:pPr marL="624020" lvl="1" indent="-174625" algn="r" rtl="1">
              <a:spcBef>
                <a:spcPts val="300"/>
              </a:spcBef>
              <a:buFont typeface="Arial" panose="020B0604020202020204" pitchFamily="34" charset="0"/>
              <a:buChar char="–"/>
              <a:defRPr/>
            </a:pPr>
            <a:r>
              <a:rPr lang="ar-SA" sz="1200" dirty="0">
                <a:cs typeface="Arial" charset="0"/>
              </a:rPr>
              <a:t>تحديد نماذج حوكمة عمليات التخصيص والتأكد من مطابقتها مع الأنظمة واللوائح</a:t>
            </a:r>
          </a:p>
          <a:p>
            <a:pPr marL="174625" indent="-174625" algn="r" rtl="1">
              <a:spcBef>
                <a:spcPts val="300"/>
              </a:spcBef>
              <a:buFont typeface="Arial" panose="020B0604020202020204" pitchFamily="34" charset="0"/>
              <a:buChar char="•"/>
              <a:defRPr/>
            </a:pPr>
            <a:r>
              <a:rPr lang="ar-SA" sz="1200" dirty="0">
                <a:cs typeface="Arial" charset="0"/>
              </a:rPr>
              <a:t>إعداد تقرير عن حالة الأعمال المكتملة حول فرص التخصيص والتأكد من أن المخرجات تدعم وتتوافق مع تحقيق المنافع والمخرجات والفوائد للمركز الوطني لإدارة النفايات</a:t>
            </a:r>
          </a:p>
          <a:p>
            <a:pPr marL="624020" lvl="1" indent="-174625" algn="r" rtl="1">
              <a:spcBef>
                <a:spcPts val="300"/>
              </a:spcBef>
              <a:buFont typeface="Arial" panose="020B0604020202020204" pitchFamily="34" charset="0"/>
              <a:buChar char="–"/>
              <a:defRPr/>
            </a:pPr>
            <a:r>
              <a:rPr lang="ar-SA" sz="1200" dirty="0">
                <a:cs typeface="Arial" charset="0"/>
              </a:rPr>
              <a:t>تحديد فرص التخصيص المحتملة</a:t>
            </a:r>
          </a:p>
          <a:p>
            <a:pPr marL="624020" lvl="1" indent="-174625" algn="r" rtl="1">
              <a:spcBef>
                <a:spcPts val="300"/>
              </a:spcBef>
              <a:buFont typeface="Arial" panose="020B0604020202020204" pitchFamily="34" charset="0"/>
              <a:buChar char="–"/>
              <a:defRPr/>
            </a:pPr>
            <a:r>
              <a:rPr lang="ar-SA" sz="1200" dirty="0">
                <a:cs typeface="Arial" charset="0"/>
              </a:rPr>
              <a:t>إعداد دراسات الجدوى والتقارير اللازمة لفرص التخصيص</a:t>
            </a:r>
          </a:p>
          <a:p>
            <a:pPr marL="624020" lvl="1" indent="-174625" algn="r" rtl="1">
              <a:spcBef>
                <a:spcPts val="300"/>
              </a:spcBef>
              <a:buFont typeface="Arial" panose="020B0604020202020204" pitchFamily="34" charset="0"/>
              <a:buChar char="–"/>
              <a:defRPr/>
            </a:pPr>
            <a:r>
              <a:rPr lang="ar-SA" sz="1200" dirty="0">
                <a:cs typeface="Arial" charset="0"/>
              </a:rPr>
              <a:t>إعداد تقارير دورية حول فرص التخصيص في المركز</a:t>
            </a:r>
          </a:p>
          <a:p>
            <a:pPr marL="624020" lvl="1" indent="-174625" algn="r" rtl="1">
              <a:spcBef>
                <a:spcPts val="300"/>
              </a:spcBef>
              <a:buFont typeface="Arial" panose="020B0604020202020204" pitchFamily="34" charset="0"/>
              <a:buChar char="–"/>
              <a:defRPr/>
            </a:pPr>
            <a:r>
              <a:rPr lang="ar-SA" sz="1200" dirty="0">
                <a:cs typeface="Arial" charset="0"/>
              </a:rPr>
              <a:t>مراجعة الأنظمة واللوائح الخاصة بالتخصيص</a:t>
            </a:r>
          </a:p>
          <a:p>
            <a:pPr marL="624020" lvl="1" indent="-174625" algn="r" rtl="1">
              <a:spcBef>
                <a:spcPts val="300"/>
              </a:spcBef>
              <a:buFont typeface="Arial" panose="020B0604020202020204" pitchFamily="34" charset="0"/>
              <a:buChar char="–"/>
              <a:defRPr/>
            </a:pPr>
            <a:r>
              <a:rPr lang="ar-SA" sz="1200" dirty="0">
                <a:cs typeface="Arial" charset="0"/>
              </a:rPr>
              <a:t>التنسيق مع المركز الوطني للخصخصة والجهات ذات العلاقة فيما يخص فرص التخصيص</a:t>
            </a:r>
          </a:p>
          <a:p>
            <a:pPr marL="624020" lvl="1" indent="-174625" algn="r" rtl="1">
              <a:spcBef>
                <a:spcPts val="300"/>
              </a:spcBef>
              <a:buFont typeface="Arial" panose="020B0604020202020204" pitchFamily="34" charset="0"/>
              <a:buChar char="–"/>
              <a:defRPr/>
            </a:pPr>
            <a:r>
              <a:rPr lang="ar-SA" sz="1200" dirty="0">
                <a:cs typeface="Arial" charset="0"/>
              </a:rPr>
              <a:t>متابعة تنفيذ عمليات التخصيص والإشراف عليها</a:t>
            </a:r>
          </a:p>
          <a:p>
            <a:pPr marL="624020" lvl="1" indent="-174625">
              <a:spcBef>
                <a:spcPts val="300"/>
              </a:spcBef>
              <a:buFont typeface="Arial" panose="020B0604020202020204" pitchFamily="34" charset="0"/>
              <a:buChar char="–"/>
              <a:defRPr/>
            </a:pPr>
            <a:endParaRPr lang="en-US" sz="1200" dirty="0"/>
          </a:p>
          <a:p>
            <a:pPr marL="174625" indent="-174625">
              <a:spcBef>
                <a:spcPts val="300"/>
              </a:spcBef>
              <a:buFont typeface="Arial" panose="020B0604020202020204" pitchFamily="34" charset="0"/>
              <a:buChar char="•"/>
              <a:defRPr/>
            </a:pPr>
            <a:endParaRPr lang="en-US" sz="1200" dirty="0"/>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دراسة الجدوى </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تقارير شهرية حول فرص التخصيص في المركز</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تقرير التحديث كل أسبوعين عن التقدم المحرز في مسارات العمل</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عمل اختبارات لمنسوبي المركز للتأكد من سير عمل مبادرات المركز</a:t>
            </a:r>
          </a:p>
          <a:p>
            <a:pPr marL="180975" indent="-180975">
              <a:spcAft>
                <a:spcPts val="600"/>
              </a:spcAft>
              <a:buFont typeface="Arial" panose="020B0604020202020204" pitchFamily="34" charset="0"/>
              <a:buChar char="•"/>
              <a:defRPr/>
            </a:pPr>
            <a:endParaRPr lang="en-US" sz="1200" b="1" dirty="0">
              <a:solidFill>
                <a:schemeClr val="tx1"/>
              </a:solidFill>
            </a:endParaRP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59F5AB75-A072-804A-B670-CDAFA09E0A2E}"/>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31118671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3" hidden="1">
            <a:extLst>
              <a:ext uri="{FF2B5EF4-FFF2-40B4-BE49-F238E27FC236}">
                <a16:creationId xmlns:a16="http://schemas.microsoft.com/office/drawing/2014/main" id="{D0F1464F-9F29-40CA-BF5E-604A595E28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06" imgH="608" progId="TCLayout.ActiveDocument.1">
                  <p:embed/>
                </p:oleObj>
              </mc:Choice>
              <mc:Fallback>
                <p:oleObj name="think-cell Slide" r:id="rId3" imgW="606" imgH="608" progId="TCLayout.ActiveDocument.1">
                  <p:embed/>
                  <p:pic>
                    <p:nvPicPr>
                      <p:cNvPr id="24" name="Object 23" hidden="1">
                        <a:extLst>
                          <a:ext uri="{FF2B5EF4-FFF2-40B4-BE49-F238E27FC236}">
                            <a16:creationId xmlns:a16="http://schemas.microsoft.com/office/drawing/2014/main" id="{D0F1464F-9F29-40CA-BF5E-604A595E28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2DBB98B-5B26-4A68-B0BA-BF5F9A8AE961}"/>
              </a:ext>
            </a:extLst>
          </p:cNvPr>
          <p:cNvSpPr>
            <a:spLocks noGrp="1"/>
          </p:cNvSpPr>
          <p:nvPr>
            <p:ph type="title"/>
          </p:nvPr>
        </p:nvSpPr>
        <p:spPr>
          <a:xfrm>
            <a:off x="442913" y="384048"/>
            <a:ext cx="11306175" cy="841248"/>
          </a:xfrm>
        </p:spPr>
        <p:txBody>
          <a:bodyPr vert="horz"/>
          <a:lstStyle/>
          <a:p>
            <a:pPr algn="r" rtl="1"/>
            <a:r>
              <a:rPr lang="ar-SA" dirty="0">
                <a:cs typeface="Arial" charset="0"/>
              </a:rPr>
              <a:t>في المرحلة الرابعة، سنقدم الدورات التدريبية وننقل المعرفة إلى فرق العمل التي تقود تنفيذ الاستراتيجيات</a:t>
            </a:r>
          </a:p>
        </p:txBody>
      </p:sp>
      <p:sp>
        <p:nvSpPr>
          <p:cNvPr id="3" name="Subtitle 2">
            <a:extLst>
              <a:ext uri="{FF2B5EF4-FFF2-40B4-BE49-F238E27FC236}">
                <a16:creationId xmlns:a16="http://schemas.microsoft.com/office/drawing/2014/main" id="{4BB6A18A-4E58-4007-8640-A7F2DE56D278}"/>
              </a:ext>
            </a:extLst>
          </p:cNvPr>
          <p:cNvSpPr>
            <a:spLocks noGrp="1"/>
          </p:cNvSpPr>
          <p:nvPr>
            <p:ph type="subTitle" idx="1"/>
          </p:nvPr>
        </p:nvSpPr>
        <p:spPr/>
        <p:txBody>
          <a:bodyPr/>
          <a:lstStyle/>
          <a:p>
            <a:pPr algn="r" rtl="1"/>
            <a:r>
              <a:rPr lang="ar-SA" dirty="0">
                <a:cs typeface="Arial" charset="0"/>
              </a:rPr>
              <a:t>المرحلة الرابعة - بناء قدرات فريق تنفيذ المبادرات</a:t>
            </a:r>
          </a:p>
        </p:txBody>
      </p:sp>
      <p:sp>
        <p:nvSpPr>
          <p:cNvPr id="4" name="Text Placeholder 3">
            <a:extLst>
              <a:ext uri="{FF2B5EF4-FFF2-40B4-BE49-F238E27FC236}">
                <a16:creationId xmlns:a16="http://schemas.microsoft.com/office/drawing/2014/main" id="{8EBE2E0D-57A0-40BA-AFEB-11F850929EE8}"/>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18C269AD-C3E4-46E4-A436-4A2C94A691AF}"/>
              </a:ext>
            </a:extLst>
          </p:cNvPr>
          <p:cNvSpPr>
            <a:spLocks noGrp="1"/>
          </p:cNvSpPr>
          <p:nvPr>
            <p:ph type="sldNum" idx="12"/>
          </p:nvPr>
        </p:nvSpPr>
        <p:spPr/>
        <p:txBody>
          <a:bodyPr/>
          <a:lstStyle/>
          <a:p>
            <a:pPr marL="0" lvl="0" indent="0" algn="r" rtl="1">
              <a:spcBef>
                <a:spcPts val="0"/>
              </a:spcBef>
              <a:spcAft>
                <a:spcPts val="0"/>
              </a:spcAft>
              <a:buNone/>
            </a:pPr>
            <a:r>
              <a:rPr lang="ar-SA" dirty="0">
                <a:cs typeface="Arial" charset="0"/>
              </a:rPr>
              <a:t>21</a:t>
            </a:r>
          </a:p>
        </p:txBody>
      </p:sp>
      <p:sp>
        <p:nvSpPr>
          <p:cNvPr id="6" name="Rectangle 5">
            <a:extLst>
              <a:ext uri="{FF2B5EF4-FFF2-40B4-BE49-F238E27FC236}">
                <a16:creationId xmlns:a16="http://schemas.microsoft.com/office/drawing/2014/main" id="{00EF6363-F72D-4310-8638-B55870875790}"/>
              </a:ext>
            </a:extLst>
          </p:cNvPr>
          <p:cNvSpPr/>
          <p:nvPr/>
        </p:nvSpPr>
        <p:spPr>
          <a:xfrm>
            <a:off x="442914" y="1735529"/>
            <a:ext cx="7240390" cy="4478781"/>
          </a:xfrm>
          <a:prstGeom prst="rect">
            <a:avLst/>
          </a:prstGeom>
          <a:solidFill>
            <a:schemeClr val="accent2">
              <a:lumMod val="20000"/>
              <a:lumOff val="80000"/>
            </a:schemeClr>
          </a:solidFill>
          <a:ln>
            <a:noFill/>
          </a:ln>
        </p:spPr>
        <p:style>
          <a:lnRef idx="0">
            <a:schemeClr val="accent1"/>
          </a:lnRef>
          <a:fillRef idx="1">
            <a:schemeClr val="accent1"/>
          </a:fillRef>
          <a:effectRef idx="0">
            <a:schemeClr val="dk1"/>
          </a:effectRef>
          <a:fontRef idx="minor">
            <a:schemeClr val="lt1"/>
          </a:fontRef>
        </p:style>
        <p:txBody>
          <a:bodyPr lIns="468000" tIns="72000" rtlCol="0" anchor="t" anchorCtr="0"/>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bg2"/>
                </a:solidFill>
                <a:cs typeface="Arial" charset="0"/>
              </a:rPr>
              <a:t>الأنشطة الرئيسية</a:t>
            </a:r>
          </a:p>
        </p:txBody>
      </p:sp>
      <p:sp>
        <p:nvSpPr>
          <p:cNvPr id="7" name="Rectangle 6">
            <a:extLst>
              <a:ext uri="{FF2B5EF4-FFF2-40B4-BE49-F238E27FC236}">
                <a16:creationId xmlns:a16="http://schemas.microsoft.com/office/drawing/2014/main" id="{B7777C20-E229-4E98-BEA6-D1482FF774FB}"/>
              </a:ext>
            </a:extLst>
          </p:cNvPr>
          <p:cNvSpPr/>
          <p:nvPr/>
        </p:nvSpPr>
        <p:spPr>
          <a:xfrm>
            <a:off x="7861300" y="1743416"/>
            <a:ext cx="3887788" cy="4470894"/>
          </a:xfrm>
          <a:prstGeom prst="rect">
            <a:avLst/>
          </a:prstGeom>
          <a:solidFill>
            <a:schemeClr val="bg1">
              <a:lumMod val="95000"/>
            </a:schemeClr>
          </a:solid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468000" tIns="72000" rIns="91440" bIns="4572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r" rtl="1" eaLnBrk="0" hangingPunct="0">
              <a:spcAft>
                <a:spcPts val="200"/>
              </a:spcAft>
              <a:buClr>
                <a:srgbClr val="000000"/>
              </a:buClr>
            </a:pPr>
            <a:r>
              <a:rPr lang="ar-SA" sz="1600" b="1" dirty="0">
                <a:solidFill>
                  <a:schemeClr val="tx1"/>
                </a:solidFill>
                <a:cs typeface="Arial" charset="0"/>
              </a:rPr>
              <a:t>المخرجات الرئيسية</a:t>
            </a:r>
          </a:p>
        </p:txBody>
      </p:sp>
      <p:cxnSp>
        <p:nvCxnSpPr>
          <p:cNvPr id="8" name="Straight Connector 7">
            <a:extLst>
              <a:ext uri="{FF2B5EF4-FFF2-40B4-BE49-F238E27FC236}">
                <a16:creationId xmlns:a16="http://schemas.microsoft.com/office/drawing/2014/main" id="{7C920392-9A3A-4108-A6FC-21BDCD02E5B8}"/>
              </a:ext>
            </a:extLst>
          </p:cNvPr>
          <p:cNvCxnSpPr>
            <a:cxnSpLocks/>
          </p:cNvCxnSpPr>
          <p:nvPr/>
        </p:nvCxnSpPr>
        <p:spPr>
          <a:xfrm>
            <a:off x="7861300" y="2149233"/>
            <a:ext cx="3568700" cy="0"/>
          </a:xfrm>
          <a:prstGeom prst="line">
            <a:avLst/>
          </a:prstGeom>
          <a:ln w="28575" cap="flat">
            <a:solidFill>
              <a:schemeClr val="accent5"/>
            </a:solidFill>
          </a:ln>
        </p:spPr>
        <p:style>
          <a:lnRef idx="1">
            <a:schemeClr val="accent1"/>
          </a:lnRef>
          <a:fillRef idx="0">
            <a:schemeClr val="accent1"/>
          </a:fillRef>
          <a:effectRef idx="0">
            <a:schemeClr val="dk1"/>
          </a:effectRef>
          <a:fontRef idx="minor">
            <a:schemeClr val="lt1"/>
          </a:fontRef>
        </p:style>
      </p:cxnSp>
      <p:sp>
        <p:nvSpPr>
          <p:cNvPr id="9" name="Rectangle 8">
            <a:extLst>
              <a:ext uri="{FF2B5EF4-FFF2-40B4-BE49-F238E27FC236}">
                <a16:creationId xmlns:a16="http://schemas.microsoft.com/office/drawing/2014/main" id="{3C0E00F5-1955-4EB6-9066-A1FAAF1CF669}"/>
              </a:ext>
            </a:extLst>
          </p:cNvPr>
          <p:cNvSpPr/>
          <p:nvPr/>
        </p:nvSpPr>
        <p:spPr>
          <a:xfrm>
            <a:off x="527021" y="2231171"/>
            <a:ext cx="7120592" cy="2092881"/>
          </a:xfrm>
          <a:prstGeom prst="rect">
            <a:avLst/>
          </a:prstGeom>
        </p:spPr>
        <p:txBody>
          <a:bodyPr wrap="square">
            <a:spAutoFit/>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pPr marL="174625" indent="-174625" algn="r" rtl="1">
              <a:spcBef>
                <a:spcPts val="300"/>
              </a:spcBef>
              <a:buFont typeface="Arial" panose="020B0604020202020204" pitchFamily="34" charset="0"/>
              <a:buChar char="•"/>
              <a:defRPr/>
            </a:pPr>
            <a:r>
              <a:rPr lang="ar-SA" sz="1200" dirty="0">
                <a:cs typeface="Arial" charset="0"/>
              </a:rPr>
              <a:t>إطلاق جلسات تدريبية لبناء قدرات فريق العمل الذي يقود تنفيذ الاستراتيجيات</a:t>
            </a:r>
          </a:p>
          <a:p>
            <a:pPr marL="624020" lvl="1" indent="-174625" algn="r" rtl="1">
              <a:spcBef>
                <a:spcPts val="300"/>
              </a:spcBef>
              <a:buFont typeface="Arial" panose="020B0604020202020204" pitchFamily="34" charset="0"/>
              <a:buChar char="–"/>
              <a:defRPr/>
            </a:pPr>
            <a:r>
              <a:rPr lang="ar-SA" sz="1200" dirty="0">
                <a:cs typeface="Arial" charset="0"/>
              </a:rPr>
              <a:t>إعداد المواد التدريبية لإدارة المشاريع وتنفيذ الاستراتيجية التي تغطي القوالب والنماذج وإعداد التقارير وآلية التخطيط وتحديد المراحل الرئيسية للمشاريع وقياس نسب الإنجاز وما إلى ذلك</a:t>
            </a:r>
          </a:p>
          <a:p>
            <a:pPr marL="624020" lvl="1" indent="-174625" algn="r" rtl="1">
              <a:spcBef>
                <a:spcPts val="300"/>
              </a:spcBef>
              <a:buFont typeface="Arial" panose="020B0604020202020204" pitchFamily="34" charset="0"/>
              <a:buChar char="–"/>
              <a:defRPr/>
            </a:pPr>
            <a:r>
              <a:rPr lang="ar-SA" sz="1200" dirty="0">
                <a:cs typeface="Arial" charset="0"/>
              </a:rPr>
              <a:t>عقد جلسات تدريبية دورية للفريق المسؤول عن تنفيذ الاستراتيجيات</a:t>
            </a:r>
          </a:p>
          <a:p>
            <a:pPr marL="624020" lvl="1" indent="-174625" algn="r" rtl="1">
              <a:spcBef>
                <a:spcPts val="300"/>
              </a:spcBef>
              <a:buFont typeface="Arial" panose="020B0604020202020204" pitchFamily="34" charset="0"/>
              <a:buChar char="–"/>
              <a:defRPr/>
            </a:pPr>
            <a:r>
              <a:rPr lang="ar-SA" sz="1200" dirty="0">
                <a:cs typeface="Arial" charset="0"/>
              </a:rPr>
              <a:t>اختبار الموظفين المدربين لمعرفة مدى إلمامهم بالمواد التدريبية لتقييم التحسن في المعرفة والقدرات</a:t>
            </a:r>
          </a:p>
          <a:p>
            <a:pPr marL="174625" indent="-174625" algn="r" rtl="1">
              <a:spcBef>
                <a:spcPts val="300"/>
              </a:spcBef>
              <a:buFont typeface="Arial" panose="020B0604020202020204" pitchFamily="34" charset="0"/>
              <a:buChar char="•"/>
              <a:defRPr/>
            </a:pPr>
            <a:r>
              <a:rPr lang="ar-SA" sz="1200" dirty="0">
                <a:cs typeface="Arial" charset="0"/>
              </a:rPr>
              <a:t>عقد ورش عمل واعتماد ممارسات الظل الوظيفي والملازمة لنقل المعرفة لأفراد الفريق بشكل مستمر</a:t>
            </a:r>
          </a:p>
        </p:txBody>
      </p:sp>
      <p:sp>
        <p:nvSpPr>
          <p:cNvPr id="10" name="Rectangle 9">
            <a:extLst>
              <a:ext uri="{FF2B5EF4-FFF2-40B4-BE49-F238E27FC236}">
                <a16:creationId xmlns:a16="http://schemas.microsoft.com/office/drawing/2014/main" id="{216B8CF9-72BE-4386-9591-0F20888884AF}"/>
              </a:ext>
            </a:extLst>
          </p:cNvPr>
          <p:cNvSpPr/>
          <p:nvPr/>
        </p:nvSpPr>
        <p:spPr>
          <a:xfrm>
            <a:off x="8236413" y="2290001"/>
            <a:ext cx="3274865" cy="3924310"/>
          </a:xfrm>
          <a:prstGeom prst="rect">
            <a:avLst/>
          </a:prstGeom>
          <a:noFill/>
          <a:ln>
            <a:noFill/>
          </a:ln>
        </p:spPr>
        <p:style>
          <a:lnRef idx="0">
            <a:schemeClr val="accent1"/>
          </a:lnRef>
          <a:fillRef idx="1">
            <a:schemeClr val="accent1"/>
          </a:fillRef>
          <a:effectRef idx="0">
            <a:schemeClr val="dk1"/>
          </a:effectRef>
          <a:fontRef idx="minor">
            <a:schemeClr val="lt1"/>
          </a:fontRef>
        </p:style>
        <p:txBody>
          <a:bodyPr rot="0" spcFirstLastPara="0" vert="horz" wrap="square" lIns="72000" tIns="0" rIns="0" bIns="0" numCol="1" spcCol="0" rtlCol="0" fromWordArt="0" anchor="t" anchorCtr="0" forceAA="0" compatLnSpc="1">
            <a:prstTxWarp prst="textNoShape">
              <a:avLst/>
            </a:prstTxWarp>
            <a:noAutofit/>
          </a:bodyP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جلسات تدريبية</a:t>
            </a:r>
          </a:p>
          <a:p>
            <a:pPr marL="180975" indent="-180975" algn="r" rtl="1">
              <a:spcAft>
                <a:spcPts val="600"/>
              </a:spcAft>
              <a:buFont typeface="Arial" panose="020B0604020202020204" pitchFamily="34" charset="0"/>
              <a:buChar char="•"/>
              <a:defRPr/>
            </a:pPr>
            <a:r>
              <a:rPr lang="ar-SA" sz="1200" b="1" dirty="0">
                <a:solidFill>
                  <a:schemeClr val="tx1"/>
                </a:solidFill>
                <a:cs typeface="Arial" charset="0"/>
              </a:rPr>
              <a:t>ورش عمل نقل المعرفة</a:t>
            </a:r>
          </a:p>
          <a:p>
            <a:pPr marL="180975" indent="-180975">
              <a:spcAft>
                <a:spcPts val="600"/>
              </a:spcAft>
              <a:buFont typeface="Arial" panose="020B0604020202020204" pitchFamily="34" charset="0"/>
              <a:buChar char="•"/>
              <a:defRPr/>
            </a:pPr>
            <a:endParaRPr lang="en-US" sz="1200" b="1" dirty="0">
              <a:solidFill>
                <a:schemeClr val="tx1"/>
              </a:solidFill>
              <a:highlight>
                <a:srgbClr val="FFFF00"/>
              </a:highlight>
            </a:endParaRPr>
          </a:p>
          <a:p>
            <a:pPr marL="180975" indent="-180975">
              <a:spcAft>
                <a:spcPts val="600"/>
              </a:spcAft>
              <a:buFont typeface="Arial" panose="020B0604020202020204" pitchFamily="34" charset="0"/>
              <a:buChar char="•"/>
              <a:defRPr/>
            </a:pPr>
            <a:endParaRPr lang="en-US" sz="1200" b="1" dirty="0">
              <a:solidFill>
                <a:schemeClr val="tx1"/>
              </a:solidFill>
            </a:endParaRPr>
          </a:p>
        </p:txBody>
      </p:sp>
      <p:grpSp>
        <p:nvGrpSpPr>
          <p:cNvPr id="11" name="Group 10">
            <a:extLst>
              <a:ext uri="{FF2B5EF4-FFF2-40B4-BE49-F238E27FC236}">
                <a16:creationId xmlns:a16="http://schemas.microsoft.com/office/drawing/2014/main" id="{933B1687-FAD2-4E07-86BB-F6ABFBA6C55B}"/>
              </a:ext>
            </a:extLst>
          </p:cNvPr>
          <p:cNvGrpSpPr/>
          <p:nvPr/>
        </p:nvGrpSpPr>
        <p:grpSpPr>
          <a:xfrm>
            <a:off x="459322" y="1757169"/>
            <a:ext cx="345811" cy="345811"/>
            <a:chOff x="442914" y="1504689"/>
            <a:chExt cx="302854" cy="302854"/>
          </a:xfrm>
          <a:solidFill>
            <a:schemeClr val="accent1"/>
          </a:solidFill>
        </p:grpSpPr>
        <p:sp>
          <p:nvSpPr>
            <p:cNvPr id="12" name="Freeform 64">
              <a:extLst>
                <a:ext uri="{FF2B5EF4-FFF2-40B4-BE49-F238E27FC236}">
                  <a16:creationId xmlns:a16="http://schemas.microsoft.com/office/drawing/2014/main" id="{F50538F3-08D4-4D54-9D36-09E035B98CCE}"/>
                </a:ext>
              </a:extLst>
            </p:cNvPr>
            <p:cNvSpPr>
              <a:spLocks noEditPoints="1"/>
            </p:cNvSpPr>
            <p:nvPr/>
          </p:nvSpPr>
          <p:spPr bwMode="auto">
            <a:xfrm>
              <a:off x="524450" y="1667764"/>
              <a:ext cx="54358" cy="54358"/>
            </a:xfrm>
            <a:custGeom>
              <a:avLst/>
              <a:gdLst>
                <a:gd name="T0" fmla="*/ 43 w 106"/>
                <a:gd name="T1" fmla="*/ 5 h 100"/>
                <a:gd name="T2" fmla="*/ 6 w 106"/>
                <a:gd name="T3" fmla="*/ 63 h 100"/>
                <a:gd name="T4" fmla="*/ 27 w 106"/>
                <a:gd name="T5" fmla="*/ 93 h 100"/>
                <a:gd name="T6" fmla="*/ 53 w 106"/>
                <a:gd name="T7" fmla="*/ 100 h 100"/>
                <a:gd name="T8" fmla="*/ 63 w 106"/>
                <a:gd name="T9" fmla="*/ 99 h 100"/>
                <a:gd name="T10" fmla="*/ 100 w 106"/>
                <a:gd name="T11" fmla="*/ 42 h 100"/>
                <a:gd name="T12" fmla="*/ 43 w 106"/>
                <a:gd name="T13" fmla="*/ 5 h 100"/>
                <a:gd name="T14" fmla="*/ 73 w 106"/>
                <a:gd name="T15" fmla="*/ 65 h 100"/>
                <a:gd name="T16" fmla="*/ 58 w 106"/>
                <a:gd name="T17" fmla="*/ 76 h 100"/>
                <a:gd name="T18" fmla="*/ 40 w 106"/>
                <a:gd name="T19" fmla="*/ 72 h 100"/>
                <a:gd name="T20" fmla="*/ 30 w 106"/>
                <a:gd name="T21" fmla="*/ 57 h 100"/>
                <a:gd name="T22" fmla="*/ 48 w 106"/>
                <a:gd name="T23" fmla="*/ 29 h 100"/>
                <a:gd name="T24" fmla="*/ 66 w 106"/>
                <a:gd name="T25" fmla="*/ 32 h 100"/>
                <a:gd name="T26" fmla="*/ 76 w 106"/>
                <a:gd name="T27" fmla="*/ 47 h 100"/>
                <a:gd name="T28" fmla="*/ 73 w 106"/>
                <a:gd name="T29" fmla="*/ 65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6" h="100">
                  <a:moveTo>
                    <a:pt x="43" y="5"/>
                  </a:moveTo>
                  <a:cubicBezTo>
                    <a:pt x="17" y="11"/>
                    <a:pt x="0" y="37"/>
                    <a:pt x="6" y="63"/>
                  </a:cubicBezTo>
                  <a:cubicBezTo>
                    <a:pt x="9" y="75"/>
                    <a:pt x="16" y="86"/>
                    <a:pt x="27" y="93"/>
                  </a:cubicBezTo>
                  <a:cubicBezTo>
                    <a:pt x="35" y="98"/>
                    <a:pt x="44" y="100"/>
                    <a:pt x="53" y="100"/>
                  </a:cubicBezTo>
                  <a:cubicBezTo>
                    <a:pt x="57" y="100"/>
                    <a:pt x="60" y="100"/>
                    <a:pt x="63" y="99"/>
                  </a:cubicBezTo>
                  <a:cubicBezTo>
                    <a:pt x="89" y="94"/>
                    <a:pt x="106" y="68"/>
                    <a:pt x="100" y="42"/>
                  </a:cubicBezTo>
                  <a:cubicBezTo>
                    <a:pt x="94" y="16"/>
                    <a:pt x="69" y="0"/>
                    <a:pt x="43" y="5"/>
                  </a:cubicBezTo>
                  <a:close/>
                  <a:moveTo>
                    <a:pt x="73" y="65"/>
                  </a:moveTo>
                  <a:cubicBezTo>
                    <a:pt x="70" y="71"/>
                    <a:pt x="64" y="74"/>
                    <a:pt x="58" y="76"/>
                  </a:cubicBezTo>
                  <a:cubicBezTo>
                    <a:pt x="52" y="77"/>
                    <a:pt x="46" y="76"/>
                    <a:pt x="40" y="72"/>
                  </a:cubicBezTo>
                  <a:cubicBezTo>
                    <a:pt x="35" y="69"/>
                    <a:pt x="31" y="64"/>
                    <a:pt x="30" y="57"/>
                  </a:cubicBezTo>
                  <a:cubicBezTo>
                    <a:pt x="27" y="45"/>
                    <a:pt x="35" y="32"/>
                    <a:pt x="48" y="29"/>
                  </a:cubicBezTo>
                  <a:cubicBezTo>
                    <a:pt x="54" y="28"/>
                    <a:pt x="61" y="29"/>
                    <a:pt x="66" y="32"/>
                  </a:cubicBezTo>
                  <a:cubicBezTo>
                    <a:pt x="71" y="36"/>
                    <a:pt x="75" y="41"/>
                    <a:pt x="76" y="47"/>
                  </a:cubicBezTo>
                  <a:cubicBezTo>
                    <a:pt x="78" y="53"/>
                    <a:pt x="77" y="60"/>
                    <a:pt x="73"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3" name="Freeform 65">
              <a:extLst>
                <a:ext uri="{FF2B5EF4-FFF2-40B4-BE49-F238E27FC236}">
                  <a16:creationId xmlns:a16="http://schemas.microsoft.com/office/drawing/2014/main" id="{D3D6E28D-32B8-44AD-A768-D8BA848B9B69}"/>
                </a:ext>
              </a:extLst>
            </p:cNvPr>
            <p:cNvSpPr>
              <a:spLocks noEditPoints="1"/>
            </p:cNvSpPr>
            <p:nvPr/>
          </p:nvSpPr>
          <p:spPr bwMode="auto">
            <a:xfrm>
              <a:off x="473976" y="1617290"/>
              <a:ext cx="159194" cy="159194"/>
            </a:xfrm>
            <a:custGeom>
              <a:avLst/>
              <a:gdLst>
                <a:gd name="T0" fmla="*/ 288 w 304"/>
                <a:gd name="T1" fmla="*/ 83 h 304"/>
                <a:gd name="T2" fmla="*/ 231 w 304"/>
                <a:gd name="T3" fmla="*/ 62 h 304"/>
                <a:gd name="T4" fmla="*/ 160 w 304"/>
                <a:gd name="T5" fmla="*/ 0 h 304"/>
                <a:gd name="T6" fmla="*/ 126 w 304"/>
                <a:gd name="T7" fmla="*/ 35 h 304"/>
                <a:gd name="T8" fmla="*/ 81 w 304"/>
                <a:gd name="T9" fmla="*/ 18 h 304"/>
                <a:gd name="T10" fmla="*/ 43 w 304"/>
                <a:gd name="T11" fmla="*/ 103 h 304"/>
                <a:gd name="T12" fmla="*/ 0 w 304"/>
                <a:gd name="T13" fmla="*/ 146 h 304"/>
                <a:gd name="T14" fmla="*/ 55 w 304"/>
                <a:gd name="T15" fmla="*/ 222 h 304"/>
                <a:gd name="T16" fmla="*/ 71 w 304"/>
                <a:gd name="T17" fmla="*/ 281 h 304"/>
                <a:gd name="T18" fmla="*/ 164 w 304"/>
                <a:gd name="T19" fmla="*/ 272 h 304"/>
                <a:gd name="T20" fmla="*/ 191 w 304"/>
                <a:gd name="T21" fmla="*/ 266 h 304"/>
                <a:gd name="T22" fmla="*/ 280 w 304"/>
                <a:gd name="T23" fmla="*/ 235 h 304"/>
                <a:gd name="T24" fmla="*/ 270 w 304"/>
                <a:gd name="T25" fmla="*/ 175 h 304"/>
                <a:gd name="T26" fmla="*/ 248 w 304"/>
                <a:gd name="T27" fmla="*/ 159 h 304"/>
                <a:gd name="T28" fmla="*/ 239 w 304"/>
                <a:gd name="T29" fmla="*/ 193 h 304"/>
                <a:gd name="T30" fmla="*/ 249 w 304"/>
                <a:gd name="T31" fmla="*/ 230 h 304"/>
                <a:gd name="T32" fmla="*/ 194 w 304"/>
                <a:gd name="T33" fmla="*/ 239 h 304"/>
                <a:gd name="T34" fmla="*/ 173 w 304"/>
                <a:gd name="T35" fmla="*/ 246 h 304"/>
                <a:gd name="T36" fmla="*/ 150 w 304"/>
                <a:gd name="T37" fmla="*/ 249 h 304"/>
                <a:gd name="T38" fmla="*/ 96 w 304"/>
                <a:gd name="T39" fmla="*/ 264 h 304"/>
                <a:gd name="T40" fmla="*/ 90 w 304"/>
                <a:gd name="T41" fmla="*/ 225 h 304"/>
                <a:gd name="T42" fmla="*/ 68 w 304"/>
                <a:gd name="T43" fmla="*/ 199 h 304"/>
                <a:gd name="T44" fmla="*/ 28 w 304"/>
                <a:gd name="T45" fmla="*/ 160 h 304"/>
                <a:gd name="T46" fmla="*/ 58 w 304"/>
                <a:gd name="T47" fmla="*/ 135 h 304"/>
                <a:gd name="T48" fmla="*/ 70 w 304"/>
                <a:gd name="T49" fmla="*/ 102 h 304"/>
                <a:gd name="T50" fmla="*/ 84 w 304"/>
                <a:gd name="T51" fmla="*/ 48 h 304"/>
                <a:gd name="T52" fmla="*/ 120 w 304"/>
                <a:gd name="T53" fmla="*/ 62 h 304"/>
                <a:gd name="T54" fmla="*/ 144 w 304"/>
                <a:gd name="T55" fmla="*/ 57 h 304"/>
                <a:gd name="T56" fmla="*/ 171 w 304"/>
                <a:gd name="T57" fmla="*/ 29 h 304"/>
                <a:gd name="T58" fmla="*/ 206 w 304"/>
                <a:gd name="T59" fmla="*/ 72 h 304"/>
                <a:gd name="T60" fmla="*/ 231 w 304"/>
                <a:gd name="T61" fmla="*/ 97 h 304"/>
                <a:gd name="T62" fmla="*/ 268 w 304"/>
                <a:gd name="T63" fmla="*/ 107 h 304"/>
                <a:gd name="T64" fmla="*/ 248 w 304"/>
                <a:gd name="T65" fmla="*/ 15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304">
                  <a:moveTo>
                    <a:pt x="304" y="158"/>
                  </a:moveTo>
                  <a:cubicBezTo>
                    <a:pt x="288" y="83"/>
                    <a:pt x="288" y="83"/>
                    <a:pt x="288" y="83"/>
                  </a:cubicBezTo>
                  <a:cubicBezTo>
                    <a:pt x="250" y="82"/>
                    <a:pt x="250" y="82"/>
                    <a:pt x="250" y="82"/>
                  </a:cubicBezTo>
                  <a:cubicBezTo>
                    <a:pt x="244" y="75"/>
                    <a:pt x="238" y="68"/>
                    <a:pt x="231" y="62"/>
                  </a:cubicBezTo>
                  <a:cubicBezTo>
                    <a:pt x="233" y="24"/>
                    <a:pt x="233" y="24"/>
                    <a:pt x="233" y="24"/>
                  </a:cubicBezTo>
                  <a:cubicBezTo>
                    <a:pt x="160" y="0"/>
                    <a:pt x="160" y="0"/>
                    <a:pt x="160" y="0"/>
                  </a:cubicBezTo>
                  <a:cubicBezTo>
                    <a:pt x="140" y="33"/>
                    <a:pt x="140" y="33"/>
                    <a:pt x="140" y="33"/>
                  </a:cubicBezTo>
                  <a:cubicBezTo>
                    <a:pt x="135" y="33"/>
                    <a:pt x="131" y="34"/>
                    <a:pt x="126" y="35"/>
                  </a:cubicBezTo>
                  <a:cubicBezTo>
                    <a:pt x="122" y="36"/>
                    <a:pt x="118" y="37"/>
                    <a:pt x="113" y="39"/>
                  </a:cubicBezTo>
                  <a:cubicBezTo>
                    <a:pt x="81" y="18"/>
                    <a:pt x="81" y="18"/>
                    <a:pt x="81" y="18"/>
                  </a:cubicBezTo>
                  <a:cubicBezTo>
                    <a:pt x="25" y="70"/>
                    <a:pt x="25" y="70"/>
                    <a:pt x="25" y="70"/>
                  </a:cubicBezTo>
                  <a:cubicBezTo>
                    <a:pt x="43" y="103"/>
                    <a:pt x="43" y="103"/>
                    <a:pt x="43" y="103"/>
                  </a:cubicBezTo>
                  <a:cubicBezTo>
                    <a:pt x="39" y="112"/>
                    <a:pt x="36" y="121"/>
                    <a:pt x="34" y="129"/>
                  </a:cubicBezTo>
                  <a:cubicBezTo>
                    <a:pt x="0" y="146"/>
                    <a:pt x="0" y="146"/>
                    <a:pt x="0" y="146"/>
                  </a:cubicBezTo>
                  <a:cubicBezTo>
                    <a:pt x="17" y="221"/>
                    <a:pt x="17" y="221"/>
                    <a:pt x="17" y="221"/>
                  </a:cubicBezTo>
                  <a:cubicBezTo>
                    <a:pt x="55" y="222"/>
                    <a:pt x="55" y="222"/>
                    <a:pt x="55" y="222"/>
                  </a:cubicBezTo>
                  <a:cubicBezTo>
                    <a:pt x="60" y="230"/>
                    <a:pt x="66" y="237"/>
                    <a:pt x="73" y="243"/>
                  </a:cubicBezTo>
                  <a:cubicBezTo>
                    <a:pt x="71" y="281"/>
                    <a:pt x="71" y="281"/>
                    <a:pt x="71" y="281"/>
                  </a:cubicBezTo>
                  <a:cubicBezTo>
                    <a:pt x="144" y="304"/>
                    <a:pt x="144" y="304"/>
                    <a:pt x="144" y="304"/>
                  </a:cubicBezTo>
                  <a:cubicBezTo>
                    <a:pt x="164" y="272"/>
                    <a:pt x="164" y="272"/>
                    <a:pt x="164" y="272"/>
                  </a:cubicBezTo>
                  <a:cubicBezTo>
                    <a:pt x="169" y="271"/>
                    <a:pt x="174" y="270"/>
                    <a:pt x="178" y="270"/>
                  </a:cubicBezTo>
                  <a:cubicBezTo>
                    <a:pt x="182" y="269"/>
                    <a:pt x="186" y="267"/>
                    <a:pt x="191" y="266"/>
                  </a:cubicBezTo>
                  <a:cubicBezTo>
                    <a:pt x="223" y="287"/>
                    <a:pt x="223" y="287"/>
                    <a:pt x="223" y="287"/>
                  </a:cubicBezTo>
                  <a:cubicBezTo>
                    <a:pt x="280" y="235"/>
                    <a:pt x="280" y="235"/>
                    <a:pt x="280" y="235"/>
                  </a:cubicBezTo>
                  <a:cubicBezTo>
                    <a:pt x="262" y="201"/>
                    <a:pt x="262" y="201"/>
                    <a:pt x="262" y="201"/>
                  </a:cubicBezTo>
                  <a:cubicBezTo>
                    <a:pt x="265" y="193"/>
                    <a:pt x="268" y="184"/>
                    <a:pt x="270" y="175"/>
                  </a:cubicBezTo>
                  <a:lnTo>
                    <a:pt x="304" y="158"/>
                  </a:lnTo>
                  <a:close/>
                  <a:moveTo>
                    <a:pt x="248" y="159"/>
                  </a:moveTo>
                  <a:cubicBezTo>
                    <a:pt x="246" y="169"/>
                    <a:pt x="246" y="169"/>
                    <a:pt x="246" y="169"/>
                  </a:cubicBezTo>
                  <a:cubicBezTo>
                    <a:pt x="245" y="177"/>
                    <a:pt x="243" y="185"/>
                    <a:pt x="239" y="193"/>
                  </a:cubicBezTo>
                  <a:cubicBezTo>
                    <a:pt x="234" y="202"/>
                    <a:pt x="234" y="202"/>
                    <a:pt x="234" y="202"/>
                  </a:cubicBezTo>
                  <a:cubicBezTo>
                    <a:pt x="249" y="230"/>
                    <a:pt x="249" y="230"/>
                    <a:pt x="249" y="230"/>
                  </a:cubicBezTo>
                  <a:cubicBezTo>
                    <a:pt x="221" y="256"/>
                    <a:pt x="221" y="256"/>
                    <a:pt x="221" y="256"/>
                  </a:cubicBezTo>
                  <a:cubicBezTo>
                    <a:pt x="194" y="239"/>
                    <a:pt x="194" y="239"/>
                    <a:pt x="194" y="239"/>
                  </a:cubicBezTo>
                  <a:cubicBezTo>
                    <a:pt x="184" y="242"/>
                    <a:pt x="184" y="242"/>
                    <a:pt x="184" y="242"/>
                  </a:cubicBezTo>
                  <a:cubicBezTo>
                    <a:pt x="180" y="244"/>
                    <a:pt x="176" y="245"/>
                    <a:pt x="173" y="246"/>
                  </a:cubicBezTo>
                  <a:cubicBezTo>
                    <a:pt x="169" y="247"/>
                    <a:pt x="165" y="247"/>
                    <a:pt x="161" y="248"/>
                  </a:cubicBezTo>
                  <a:cubicBezTo>
                    <a:pt x="150" y="249"/>
                    <a:pt x="150" y="249"/>
                    <a:pt x="150" y="249"/>
                  </a:cubicBezTo>
                  <a:cubicBezTo>
                    <a:pt x="134" y="275"/>
                    <a:pt x="134" y="275"/>
                    <a:pt x="134" y="275"/>
                  </a:cubicBezTo>
                  <a:cubicBezTo>
                    <a:pt x="96" y="264"/>
                    <a:pt x="96" y="264"/>
                    <a:pt x="96" y="264"/>
                  </a:cubicBezTo>
                  <a:cubicBezTo>
                    <a:pt x="98" y="232"/>
                    <a:pt x="98" y="232"/>
                    <a:pt x="98" y="232"/>
                  </a:cubicBezTo>
                  <a:cubicBezTo>
                    <a:pt x="90" y="225"/>
                    <a:pt x="90" y="225"/>
                    <a:pt x="90" y="225"/>
                  </a:cubicBezTo>
                  <a:cubicBezTo>
                    <a:pt x="84" y="220"/>
                    <a:pt x="78" y="214"/>
                    <a:pt x="74" y="207"/>
                  </a:cubicBezTo>
                  <a:cubicBezTo>
                    <a:pt x="68" y="199"/>
                    <a:pt x="68" y="199"/>
                    <a:pt x="68" y="199"/>
                  </a:cubicBezTo>
                  <a:cubicBezTo>
                    <a:pt x="36" y="198"/>
                    <a:pt x="36" y="198"/>
                    <a:pt x="36" y="198"/>
                  </a:cubicBezTo>
                  <a:cubicBezTo>
                    <a:pt x="28" y="160"/>
                    <a:pt x="28" y="160"/>
                    <a:pt x="28" y="160"/>
                  </a:cubicBezTo>
                  <a:cubicBezTo>
                    <a:pt x="56" y="146"/>
                    <a:pt x="56" y="146"/>
                    <a:pt x="56" y="146"/>
                  </a:cubicBezTo>
                  <a:cubicBezTo>
                    <a:pt x="58" y="135"/>
                    <a:pt x="58" y="135"/>
                    <a:pt x="58" y="135"/>
                  </a:cubicBezTo>
                  <a:cubicBezTo>
                    <a:pt x="59" y="127"/>
                    <a:pt x="62" y="120"/>
                    <a:pt x="65" y="112"/>
                  </a:cubicBezTo>
                  <a:cubicBezTo>
                    <a:pt x="70" y="102"/>
                    <a:pt x="70" y="102"/>
                    <a:pt x="70" y="102"/>
                  </a:cubicBezTo>
                  <a:cubicBezTo>
                    <a:pt x="55" y="75"/>
                    <a:pt x="55" y="75"/>
                    <a:pt x="55" y="75"/>
                  </a:cubicBezTo>
                  <a:cubicBezTo>
                    <a:pt x="84" y="48"/>
                    <a:pt x="84" y="48"/>
                    <a:pt x="84" y="48"/>
                  </a:cubicBezTo>
                  <a:cubicBezTo>
                    <a:pt x="110" y="66"/>
                    <a:pt x="110" y="66"/>
                    <a:pt x="110" y="66"/>
                  </a:cubicBezTo>
                  <a:cubicBezTo>
                    <a:pt x="120" y="62"/>
                    <a:pt x="120" y="62"/>
                    <a:pt x="120" y="62"/>
                  </a:cubicBezTo>
                  <a:cubicBezTo>
                    <a:pt x="124" y="61"/>
                    <a:pt x="128" y="59"/>
                    <a:pt x="132" y="59"/>
                  </a:cubicBezTo>
                  <a:cubicBezTo>
                    <a:pt x="135" y="58"/>
                    <a:pt x="139" y="57"/>
                    <a:pt x="144" y="57"/>
                  </a:cubicBezTo>
                  <a:cubicBezTo>
                    <a:pt x="154" y="56"/>
                    <a:pt x="154" y="56"/>
                    <a:pt x="154" y="56"/>
                  </a:cubicBezTo>
                  <a:cubicBezTo>
                    <a:pt x="171" y="29"/>
                    <a:pt x="171" y="29"/>
                    <a:pt x="171" y="29"/>
                  </a:cubicBezTo>
                  <a:cubicBezTo>
                    <a:pt x="208" y="41"/>
                    <a:pt x="208" y="41"/>
                    <a:pt x="208" y="41"/>
                  </a:cubicBezTo>
                  <a:cubicBezTo>
                    <a:pt x="206" y="72"/>
                    <a:pt x="206" y="72"/>
                    <a:pt x="206" y="72"/>
                  </a:cubicBezTo>
                  <a:cubicBezTo>
                    <a:pt x="214" y="79"/>
                    <a:pt x="214" y="79"/>
                    <a:pt x="214" y="79"/>
                  </a:cubicBezTo>
                  <a:cubicBezTo>
                    <a:pt x="221" y="85"/>
                    <a:pt x="226" y="91"/>
                    <a:pt x="231" y="97"/>
                  </a:cubicBezTo>
                  <a:cubicBezTo>
                    <a:pt x="237" y="106"/>
                    <a:pt x="237" y="106"/>
                    <a:pt x="237" y="106"/>
                  </a:cubicBezTo>
                  <a:cubicBezTo>
                    <a:pt x="268" y="107"/>
                    <a:pt x="268" y="107"/>
                    <a:pt x="268" y="107"/>
                  </a:cubicBezTo>
                  <a:cubicBezTo>
                    <a:pt x="276" y="145"/>
                    <a:pt x="276" y="145"/>
                    <a:pt x="276" y="145"/>
                  </a:cubicBezTo>
                  <a:lnTo>
                    <a:pt x="248"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4" name="Freeform 66">
              <a:extLst>
                <a:ext uri="{FF2B5EF4-FFF2-40B4-BE49-F238E27FC236}">
                  <a16:creationId xmlns:a16="http://schemas.microsoft.com/office/drawing/2014/main" id="{E1B20B14-610C-41E0-8D56-CE7512BEF57D}"/>
                </a:ext>
              </a:extLst>
            </p:cNvPr>
            <p:cNvSpPr>
              <a:spLocks noEditPoints="1"/>
            </p:cNvSpPr>
            <p:nvPr/>
          </p:nvSpPr>
          <p:spPr bwMode="auto">
            <a:xfrm>
              <a:off x="598224" y="1539635"/>
              <a:ext cx="116482" cy="116482"/>
            </a:xfrm>
            <a:custGeom>
              <a:avLst/>
              <a:gdLst>
                <a:gd name="T0" fmla="*/ 199 w 224"/>
                <a:gd name="T1" fmla="*/ 92 h 223"/>
                <a:gd name="T2" fmla="*/ 212 w 224"/>
                <a:gd name="T3" fmla="*/ 61 h 223"/>
                <a:gd name="T4" fmla="*/ 147 w 224"/>
                <a:gd name="T5" fmla="*/ 30 h 223"/>
                <a:gd name="T6" fmla="*/ 119 w 224"/>
                <a:gd name="T7" fmla="*/ 0 h 223"/>
                <a:gd name="T8" fmla="*/ 59 w 224"/>
                <a:gd name="T9" fmla="*/ 41 h 223"/>
                <a:gd name="T10" fmla="*/ 18 w 224"/>
                <a:gd name="T11" fmla="*/ 50 h 223"/>
                <a:gd name="T12" fmla="*/ 24 w 224"/>
                <a:gd name="T13" fmla="*/ 122 h 223"/>
                <a:gd name="T14" fmla="*/ 28 w 224"/>
                <a:gd name="T15" fmla="*/ 139 h 223"/>
                <a:gd name="T16" fmla="*/ 53 w 224"/>
                <a:gd name="T17" fmla="*/ 206 h 223"/>
                <a:gd name="T18" fmla="*/ 93 w 224"/>
                <a:gd name="T19" fmla="*/ 198 h 223"/>
                <a:gd name="T20" fmla="*/ 165 w 224"/>
                <a:gd name="T21" fmla="*/ 210 h 223"/>
                <a:gd name="T22" fmla="*/ 178 w 224"/>
                <a:gd name="T23" fmla="*/ 171 h 223"/>
                <a:gd name="T24" fmla="*/ 224 w 224"/>
                <a:gd name="T25" fmla="*/ 115 h 223"/>
                <a:gd name="T26" fmla="*/ 55 w 224"/>
                <a:gd name="T27" fmla="*/ 142 h 223"/>
                <a:gd name="T28" fmla="*/ 49 w 224"/>
                <a:gd name="T29" fmla="*/ 125 h 223"/>
                <a:gd name="T30" fmla="*/ 47 w 224"/>
                <a:gd name="T31" fmla="*/ 108 h 223"/>
                <a:gd name="T32" fmla="*/ 36 w 224"/>
                <a:gd name="T33" fmla="*/ 76 h 223"/>
                <a:gd name="T34" fmla="*/ 63 w 224"/>
                <a:gd name="T35" fmla="*/ 70 h 223"/>
                <a:gd name="T36" fmla="*/ 83 w 224"/>
                <a:gd name="T37" fmla="*/ 54 h 223"/>
                <a:gd name="T38" fmla="*/ 105 w 224"/>
                <a:gd name="T39" fmla="*/ 28 h 223"/>
                <a:gd name="T40" fmla="*/ 123 w 224"/>
                <a:gd name="T41" fmla="*/ 48 h 223"/>
                <a:gd name="T42" fmla="*/ 147 w 224"/>
                <a:gd name="T43" fmla="*/ 57 h 223"/>
                <a:gd name="T44" fmla="*/ 181 w 224"/>
                <a:gd name="T45" fmla="*/ 63 h 223"/>
                <a:gd name="T46" fmla="*/ 172 w 224"/>
                <a:gd name="T47" fmla="*/ 90 h 223"/>
                <a:gd name="T48" fmla="*/ 176 w 224"/>
                <a:gd name="T49" fmla="*/ 106 h 223"/>
                <a:gd name="T50" fmla="*/ 195 w 224"/>
                <a:gd name="T51" fmla="*/ 126 h 223"/>
                <a:gd name="T52" fmla="*/ 167 w 224"/>
                <a:gd name="T53" fmla="*/ 146 h 223"/>
                <a:gd name="T54" fmla="*/ 149 w 224"/>
                <a:gd name="T55" fmla="*/ 164 h 223"/>
                <a:gd name="T56" fmla="*/ 140 w 224"/>
                <a:gd name="T57" fmla="*/ 190 h 223"/>
                <a:gd name="T58" fmla="*/ 110 w 224"/>
                <a:gd name="T59" fmla="*/ 176 h 223"/>
                <a:gd name="T60" fmla="*/ 85 w 224"/>
                <a:gd name="T61" fmla="*/ 169 h 223"/>
                <a:gd name="T62" fmla="*/ 58 w 224"/>
                <a:gd name="T63" fmla="*/ 176 h 223"/>
                <a:gd name="T64" fmla="*/ 55 w 224"/>
                <a:gd name="T65" fmla="*/ 142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4" h="223">
                  <a:moveTo>
                    <a:pt x="200" y="101"/>
                  </a:moveTo>
                  <a:cubicBezTo>
                    <a:pt x="200" y="98"/>
                    <a:pt x="199" y="95"/>
                    <a:pt x="199" y="92"/>
                  </a:cubicBezTo>
                  <a:cubicBezTo>
                    <a:pt x="198" y="90"/>
                    <a:pt x="197" y="87"/>
                    <a:pt x="196" y="84"/>
                  </a:cubicBezTo>
                  <a:cubicBezTo>
                    <a:pt x="212" y="61"/>
                    <a:pt x="212" y="61"/>
                    <a:pt x="212" y="61"/>
                  </a:cubicBezTo>
                  <a:cubicBezTo>
                    <a:pt x="171" y="16"/>
                    <a:pt x="171" y="16"/>
                    <a:pt x="171" y="16"/>
                  </a:cubicBezTo>
                  <a:cubicBezTo>
                    <a:pt x="147" y="30"/>
                    <a:pt x="147" y="30"/>
                    <a:pt x="147" y="30"/>
                  </a:cubicBezTo>
                  <a:cubicBezTo>
                    <a:pt x="141" y="28"/>
                    <a:pt x="136" y="26"/>
                    <a:pt x="131" y="25"/>
                  </a:cubicBezTo>
                  <a:cubicBezTo>
                    <a:pt x="119" y="0"/>
                    <a:pt x="119" y="0"/>
                    <a:pt x="119" y="0"/>
                  </a:cubicBezTo>
                  <a:cubicBezTo>
                    <a:pt x="59" y="13"/>
                    <a:pt x="59" y="13"/>
                    <a:pt x="59" y="13"/>
                  </a:cubicBezTo>
                  <a:cubicBezTo>
                    <a:pt x="59" y="41"/>
                    <a:pt x="59" y="41"/>
                    <a:pt x="59" y="41"/>
                  </a:cubicBezTo>
                  <a:cubicBezTo>
                    <a:pt x="54" y="44"/>
                    <a:pt x="50" y="48"/>
                    <a:pt x="46" y="52"/>
                  </a:cubicBezTo>
                  <a:cubicBezTo>
                    <a:pt x="18" y="50"/>
                    <a:pt x="18" y="50"/>
                    <a:pt x="18" y="50"/>
                  </a:cubicBezTo>
                  <a:cubicBezTo>
                    <a:pt x="0" y="108"/>
                    <a:pt x="0" y="108"/>
                    <a:pt x="0" y="108"/>
                  </a:cubicBezTo>
                  <a:cubicBezTo>
                    <a:pt x="24" y="122"/>
                    <a:pt x="24" y="122"/>
                    <a:pt x="24" y="122"/>
                  </a:cubicBezTo>
                  <a:cubicBezTo>
                    <a:pt x="24" y="125"/>
                    <a:pt x="25" y="128"/>
                    <a:pt x="25" y="130"/>
                  </a:cubicBezTo>
                  <a:cubicBezTo>
                    <a:pt x="26" y="133"/>
                    <a:pt x="27" y="136"/>
                    <a:pt x="28" y="139"/>
                  </a:cubicBezTo>
                  <a:cubicBezTo>
                    <a:pt x="12" y="162"/>
                    <a:pt x="12" y="162"/>
                    <a:pt x="12" y="162"/>
                  </a:cubicBezTo>
                  <a:cubicBezTo>
                    <a:pt x="53" y="206"/>
                    <a:pt x="53" y="206"/>
                    <a:pt x="53" y="206"/>
                  </a:cubicBezTo>
                  <a:cubicBezTo>
                    <a:pt x="77" y="193"/>
                    <a:pt x="77" y="193"/>
                    <a:pt x="77" y="193"/>
                  </a:cubicBezTo>
                  <a:cubicBezTo>
                    <a:pt x="83" y="195"/>
                    <a:pt x="88" y="197"/>
                    <a:pt x="93" y="198"/>
                  </a:cubicBezTo>
                  <a:cubicBezTo>
                    <a:pt x="106" y="223"/>
                    <a:pt x="106" y="223"/>
                    <a:pt x="106" y="223"/>
                  </a:cubicBezTo>
                  <a:cubicBezTo>
                    <a:pt x="165" y="210"/>
                    <a:pt x="165" y="210"/>
                    <a:pt x="165" y="210"/>
                  </a:cubicBezTo>
                  <a:cubicBezTo>
                    <a:pt x="165" y="182"/>
                    <a:pt x="165" y="182"/>
                    <a:pt x="165" y="182"/>
                  </a:cubicBezTo>
                  <a:cubicBezTo>
                    <a:pt x="170" y="179"/>
                    <a:pt x="174" y="175"/>
                    <a:pt x="178" y="171"/>
                  </a:cubicBezTo>
                  <a:cubicBezTo>
                    <a:pt x="206" y="173"/>
                    <a:pt x="206" y="173"/>
                    <a:pt x="206" y="173"/>
                  </a:cubicBezTo>
                  <a:cubicBezTo>
                    <a:pt x="224" y="115"/>
                    <a:pt x="224" y="115"/>
                    <a:pt x="224" y="115"/>
                  </a:cubicBezTo>
                  <a:lnTo>
                    <a:pt x="200" y="101"/>
                  </a:lnTo>
                  <a:close/>
                  <a:moveTo>
                    <a:pt x="55" y="142"/>
                  </a:moveTo>
                  <a:cubicBezTo>
                    <a:pt x="52" y="133"/>
                    <a:pt x="52" y="133"/>
                    <a:pt x="52" y="133"/>
                  </a:cubicBezTo>
                  <a:cubicBezTo>
                    <a:pt x="51" y="130"/>
                    <a:pt x="50" y="128"/>
                    <a:pt x="49" y="125"/>
                  </a:cubicBezTo>
                  <a:cubicBezTo>
                    <a:pt x="49" y="123"/>
                    <a:pt x="49" y="120"/>
                    <a:pt x="48" y="117"/>
                  </a:cubicBezTo>
                  <a:cubicBezTo>
                    <a:pt x="47" y="108"/>
                    <a:pt x="47" y="108"/>
                    <a:pt x="47" y="108"/>
                  </a:cubicBezTo>
                  <a:cubicBezTo>
                    <a:pt x="29" y="97"/>
                    <a:pt x="29" y="97"/>
                    <a:pt x="29" y="97"/>
                  </a:cubicBezTo>
                  <a:cubicBezTo>
                    <a:pt x="36" y="76"/>
                    <a:pt x="36" y="76"/>
                    <a:pt x="36" y="76"/>
                  </a:cubicBezTo>
                  <a:cubicBezTo>
                    <a:pt x="57" y="77"/>
                    <a:pt x="57" y="77"/>
                    <a:pt x="57" y="77"/>
                  </a:cubicBezTo>
                  <a:cubicBezTo>
                    <a:pt x="63" y="70"/>
                    <a:pt x="63" y="70"/>
                    <a:pt x="63" y="70"/>
                  </a:cubicBezTo>
                  <a:cubicBezTo>
                    <a:pt x="67" y="66"/>
                    <a:pt x="71" y="62"/>
                    <a:pt x="75" y="59"/>
                  </a:cubicBezTo>
                  <a:cubicBezTo>
                    <a:pt x="83" y="54"/>
                    <a:pt x="83" y="54"/>
                    <a:pt x="83" y="54"/>
                  </a:cubicBezTo>
                  <a:cubicBezTo>
                    <a:pt x="84" y="33"/>
                    <a:pt x="84" y="33"/>
                    <a:pt x="84" y="33"/>
                  </a:cubicBezTo>
                  <a:cubicBezTo>
                    <a:pt x="105" y="28"/>
                    <a:pt x="105" y="28"/>
                    <a:pt x="105" y="28"/>
                  </a:cubicBezTo>
                  <a:cubicBezTo>
                    <a:pt x="114" y="47"/>
                    <a:pt x="114" y="47"/>
                    <a:pt x="114" y="47"/>
                  </a:cubicBezTo>
                  <a:cubicBezTo>
                    <a:pt x="123" y="48"/>
                    <a:pt x="123" y="48"/>
                    <a:pt x="123" y="48"/>
                  </a:cubicBezTo>
                  <a:cubicBezTo>
                    <a:pt x="129" y="49"/>
                    <a:pt x="134" y="51"/>
                    <a:pt x="139" y="54"/>
                  </a:cubicBezTo>
                  <a:cubicBezTo>
                    <a:pt x="147" y="57"/>
                    <a:pt x="147" y="57"/>
                    <a:pt x="147" y="57"/>
                  </a:cubicBezTo>
                  <a:cubicBezTo>
                    <a:pt x="166" y="47"/>
                    <a:pt x="166" y="47"/>
                    <a:pt x="166" y="47"/>
                  </a:cubicBezTo>
                  <a:cubicBezTo>
                    <a:pt x="181" y="63"/>
                    <a:pt x="181" y="63"/>
                    <a:pt x="181" y="63"/>
                  </a:cubicBezTo>
                  <a:cubicBezTo>
                    <a:pt x="169" y="81"/>
                    <a:pt x="169" y="81"/>
                    <a:pt x="169" y="81"/>
                  </a:cubicBezTo>
                  <a:cubicBezTo>
                    <a:pt x="172" y="90"/>
                    <a:pt x="172" y="90"/>
                    <a:pt x="172" y="90"/>
                  </a:cubicBezTo>
                  <a:cubicBezTo>
                    <a:pt x="173" y="93"/>
                    <a:pt x="174" y="95"/>
                    <a:pt x="175" y="98"/>
                  </a:cubicBezTo>
                  <a:cubicBezTo>
                    <a:pt x="175" y="100"/>
                    <a:pt x="175" y="103"/>
                    <a:pt x="176" y="106"/>
                  </a:cubicBezTo>
                  <a:cubicBezTo>
                    <a:pt x="177" y="115"/>
                    <a:pt x="177" y="115"/>
                    <a:pt x="177" y="115"/>
                  </a:cubicBezTo>
                  <a:cubicBezTo>
                    <a:pt x="195" y="126"/>
                    <a:pt x="195" y="126"/>
                    <a:pt x="195" y="126"/>
                  </a:cubicBezTo>
                  <a:cubicBezTo>
                    <a:pt x="188" y="147"/>
                    <a:pt x="188" y="147"/>
                    <a:pt x="188" y="147"/>
                  </a:cubicBezTo>
                  <a:cubicBezTo>
                    <a:pt x="167" y="146"/>
                    <a:pt x="167" y="146"/>
                    <a:pt x="167" y="146"/>
                  </a:cubicBezTo>
                  <a:cubicBezTo>
                    <a:pt x="161" y="153"/>
                    <a:pt x="161" y="153"/>
                    <a:pt x="161" y="153"/>
                  </a:cubicBezTo>
                  <a:cubicBezTo>
                    <a:pt x="157" y="157"/>
                    <a:pt x="153" y="161"/>
                    <a:pt x="149" y="164"/>
                  </a:cubicBezTo>
                  <a:cubicBezTo>
                    <a:pt x="141" y="169"/>
                    <a:pt x="141" y="169"/>
                    <a:pt x="141" y="169"/>
                  </a:cubicBezTo>
                  <a:cubicBezTo>
                    <a:pt x="140" y="190"/>
                    <a:pt x="140" y="190"/>
                    <a:pt x="140" y="190"/>
                  </a:cubicBezTo>
                  <a:cubicBezTo>
                    <a:pt x="119" y="195"/>
                    <a:pt x="119" y="195"/>
                    <a:pt x="119" y="195"/>
                  </a:cubicBezTo>
                  <a:cubicBezTo>
                    <a:pt x="110" y="176"/>
                    <a:pt x="110" y="176"/>
                    <a:pt x="110" y="176"/>
                  </a:cubicBezTo>
                  <a:cubicBezTo>
                    <a:pt x="101" y="174"/>
                    <a:pt x="101" y="174"/>
                    <a:pt x="101" y="174"/>
                  </a:cubicBezTo>
                  <a:cubicBezTo>
                    <a:pt x="95" y="174"/>
                    <a:pt x="90" y="172"/>
                    <a:pt x="85" y="169"/>
                  </a:cubicBezTo>
                  <a:cubicBezTo>
                    <a:pt x="77" y="165"/>
                    <a:pt x="77" y="165"/>
                    <a:pt x="77" y="165"/>
                  </a:cubicBezTo>
                  <a:cubicBezTo>
                    <a:pt x="58" y="176"/>
                    <a:pt x="58" y="176"/>
                    <a:pt x="58" y="176"/>
                  </a:cubicBezTo>
                  <a:cubicBezTo>
                    <a:pt x="43" y="160"/>
                    <a:pt x="43" y="160"/>
                    <a:pt x="43" y="160"/>
                  </a:cubicBezTo>
                  <a:lnTo>
                    <a:pt x="55" y="1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5" name="Freeform 67">
              <a:extLst>
                <a:ext uri="{FF2B5EF4-FFF2-40B4-BE49-F238E27FC236}">
                  <a16:creationId xmlns:a16="http://schemas.microsoft.com/office/drawing/2014/main" id="{10CE3281-B3F2-4199-BED7-C83CD99657E3}"/>
                </a:ext>
              </a:extLst>
            </p:cNvPr>
            <p:cNvSpPr>
              <a:spLocks noEditPoints="1"/>
            </p:cNvSpPr>
            <p:nvPr/>
          </p:nvSpPr>
          <p:spPr bwMode="auto">
            <a:xfrm>
              <a:off x="637051" y="1578462"/>
              <a:ext cx="42711" cy="38827"/>
            </a:xfrm>
            <a:custGeom>
              <a:avLst/>
              <a:gdLst>
                <a:gd name="T0" fmla="*/ 19 w 80"/>
                <a:gd name="T1" fmla="*/ 73 h 79"/>
                <a:gd name="T2" fmla="*/ 39 w 80"/>
                <a:gd name="T3" fmla="*/ 79 h 79"/>
                <a:gd name="T4" fmla="*/ 47 w 80"/>
                <a:gd name="T5" fmla="*/ 78 h 79"/>
                <a:gd name="T6" fmla="*/ 76 w 80"/>
                <a:gd name="T7" fmla="*/ 33 h 79"/>
                <a:gd name="T8" fmla="*/ 76 w 80"/>
                <a:gd name="T9" fmla="*/ 33 h 79"/>
                <a:gd name="T10" fmla="*/ 31 w 80"/>
                <a:gd name="T11" fmla="*/ 5 h 79"/>
                <a:gd name="T12" fmla="*/ 7 w 80"/>
                <a:gd name="T13" fmla="*/ 21 h 79"/>
                <a:gd name="T14" fmla="*/ 2 w 80"/>
                <a:gd name="T15" fmla="*/ 50 h 79"/>
                <a:gd name="T16" fmla="*/ 19 w 80"/>
                <a:gd name="T17" fmla="*/ 73 h 79"/>
                <a:gd name="T18" fmla="*/ 28 w 80"/>
                <a:gd name="T19" fmla="*/ 34 h 79"/>
                <a:gd name="T20" fmla="*/ 36 w 80"/>
                <a:gd name="T21" fmla="*/ 29 h 79"/>
                <a:gd name="T22" fmla="*/ 39 w 80"/>
                <a:gd name="T23" fmla="*/ 28 h 79"/>
                <a:gd name="T24" fmla="*/ 52 w 80"/>
                <a:gd name="T25" fmla="*/ 39 h 79"/>
                <a:gd name="T26" fmla="*/ 50 w 80"/>
                <a:gd name="T27" fmla="*/ 49 h 79"/>
                <a:gd name="T28" fmla="*/ 42 w 80"/>
                <a:gd name="T29" fmla="*/ 54 h 79"/>
                <a:gd name="T30" fmla="*/ 26 w 80"/>
                <a:gd name="T31" fmla="*/ 44 h 79"/>
                <a:gd name="T32" fmla="*/ 28 w 80"/>
                <a:gd name="T33" fmla="*/ 3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79">
                  <a:moveTo>
                    <a:pt x="19" y="73"/>
                  </a:moveTo>
                  <a:cubicBezTo>
                    <a:pt x="25" y="77"/>
                    <a:pt x="32" y="79"/>
                    <a:pt x="39" y="79"/>
                  </a:cubicBezTo>
                  <a:cubicBezTo>
                    <a:pt x="42" y="79"/>
                    <a:pt x="44" y="79"/>
                    <a:pt x="47" y="78"/>
                  </a:cubicBezTo>
                  <a:cubicBezTo>
                    <a:pt x="67" y="74"/>
                    <a:pt x="80" y="54"/>
                    <a:pt x="76" y="33"/>
                  </a:cubicBezTo>
                  <a:cubicBezTo>
                    <a:pt x="76" y="33"/>
                    <a:pt x="76" y="33"/>
                    <a:pt x="76" y="33"/>
                  </a:cubicBezTo>
                  <a:cubicBezTo>
                    <a:pt x="71" y="13"/>
                    <a:pt x="51" y="0"/>
                    <a:pt x="31" y="5"/>
                  </a:cubicBezTo>
                  <a:cubicBezTo>
                    <a:pt x="21" y="7"/>
                    <a:pt x="13" y="13"/>
                    <a:pt x="7" y="21"/>
                  </a:cubicBezTo>
                  <a:cubicBezTo>
                    <a:pt x="2" y="30"/>
                    <a:pt x="0" y="40"/>
                    <a:pt x="2" y="50"/>
                  </a:cubicBezTo>
                  <a:cubicBezTo>
                    <a:pt x="4" y="59"/>
                    <a:pt x="10" y="68"/>
                    <a:pt x="19" y="73"/>
                  </a:cubicBezTo>
                  <a:close/>
                  <a:moveTo>
                    <a:pt x="28" y="34"/>
                  </a:moveTo>
                  <a:cubicBezTo>
                    <a:pt x="30" y="31"/>
                    <a:pt x="33" y="29"/>
                    <a:pt x="36" y="29"/>
                  </a:cubicBezTo>
                  <a:cubicBezTo>
                    <a:pt x="37" y="28"/>
                    <a:pt x="38" y="28"/>
                    <a:pt x="39" y="28"/>
                  </a:cubicBezTo>
                  <a:cubicBezTo>
                    <a:pt x="45" y="28"/>
                    <a:pt x="50" y="33"/>
                    <a:pt x="52" y="39"/>
                  </a:cubicBezTo>
                  <a:cubicBezTo>
                    <a:pt x="53" y="42"/>
                    <a:pt x="52" y="46"/>
                    <a:pt x="50" y="49"/>
                  </a:cubicBezTo>
                  <a:cubicBezTo>
                    <a:pt x="48" y="51"/>
                    <a:pt x="45" y="54"/>
                    <a:pt x="42" y="54"/>
                  </a:cubicBezTo>
                  <a:cubicBezTo>
                    <a:pt x="35" y="56"/>
                    <a:pt x="28" y="51"/>
                    <a:pt x="26" y="44"/>
                  </a:cubicBezTo>
                  <a:cubicBezTo>
                    <a:pt x="25" y="41"/>
                    <a:pt x="26" y="37"/>
                    <a:pt x="28"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sp>
          <p:nvSpPr>
            <p:cNvPr id="16" name="Freeform 68">
              <a:extLst>
                <a:ext uri="{FF2B5EF4-FFF2-40B4-BE49-F238E27FC236}">
                  <a16:creationId xmlns:a16="http://schemas.microsoft.com/office/drawing/2014/main" id="{F308A87F-1DC5-456F-AB70-B3AB490D5EBD}"/>
                </a:ext>
              </a:extLst>
            </p:cNvPr>
            <p:cNvSpPr>
              <a:spLocks noEditPoints="1"/>
            </p:cNvSpPr>
            <p:nvPr/>
          </p:nvSpPr>
          <p:spPr bwMode="auto">
            <a:xfrm>
              <a:off x="442914" y="1504689"/>
              <a:ext cx="302854" cy="302854"/>
            </a:xfrm>
            <a:custGeom>
              <a:avLst/>
              <a:gdLst>
                <a:gd name="T0" fmla="*/ 0 w 78"/>
                <a:gd name="T1" fmla="*/ 0 h 78"/>
                <a:gd name="T2" fmla="*/ 0 w 78"/>
                <a:gd name="T3" fmla="*/ 78 h 78"/>
                <a:gd name="T4" fmla="*/ 78 w 78"/>
                <a:gd name="T5" fmla="*/ 78 h 78"/>
                <a:gd name="T6" fmla="*/ 78 w 78"/>
                <a:gd name="T7" fmla="*/ 0 h 78"/>
                <a:gd name="T8" fmla="*/ 0 w 78"/>
                <a:gd name="T9" fmla="*/ 0 h 78"/>
                <a:gd name="T10" fmla="*/ 74 w 78"/>
                <a:gd name="T11" fmla="*/ 74 h 78"/>
                <a:gd name="T12" fmla="*/ 4 w 78"/>
                <a:gd name="T13" fmla="*/ 74 h 78"/>
                <a:gd name="T14" fmla="*/ 4 w 78"/>
                <a:gd name="T15" fmla="*/ 3 h 78"/>
                <a:gd name="T16" fmla="*/ 74 w 78"/>
                <a:gd name="T17" fmla="*/ 3 h 78"/>
                <a:gd name="T18" fmla="*/ 74 w 78"/>
                <a:gd name="T19" fmla="*/ 74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0" y="0"/>
                  </a:moveTo>
                  <a:lnTo>
                    <a:pt x="0" y="78"/>
                  </a:lnTo>
                  <a:lnTo>
                    <a:pt x="78" y="78"/>
                  </a:lnTo>
                  <a:lnTo>
                    <a:pt x="78" y="0"/>
                  </a:lnTo>
                  <a:lnTo>
                    <a:pt x="0" y="0"/>
                  </a:lnTo>
                  <a:close/>
                  <a:moveTo>
                    <a:pt x="74" y="74"/>
                  </a:moveTo>
                  <a:lnTo>
                    <a:pt x="4" y="74"/>
                  </a:lnTo>
                  <a:lnTo>
                    <a:pt x="4" y="3"/>
                  </a:lnTo>
                  <a:lnTo>
                    <a:pt x="74" y="3"/>
                  </a:lnTo>
                  <a:lnTo>
                    <a:pt x="74"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grpSp>
      <p:cxnSp>
        <p:nvCxnSpPr>
          <p:cNvPr id="17" name="Straight Connector 16">
            <a:extLst>
              <a:ext uri="{FF2B5EF4-FFF2-40B4-BE49-F238E27FC236}">
                <a16:creationId xmlns:a16="http://schemas.microsoft.com/office/drawing/2014/main" id="{64158942-FC73-4A31-A9A7-4D905BCDCF5A}"/>
              </a:ext>
            </a:extLst>
          </p:cNvPr>
          <p:cNvCxnSpPr>
            <a:cxnSpLocks/>
          </p:cNvCxnSpPr>
          <p:nvPr/>
        </p:nvCxnSpPr>
        <p:spPr>
          <a:xfrm>
            <a:off x="442911" y="2149233"/>
            <a:ext cx="6872289" cy="0"/>
          </a:xfrm>
          <a:prstGeom prst="line">
            <a:avLst/>
          </a:prstGeom>
          <a:ln w="28575" cap="flat"/>
        </p:spPr>
        <p:style>
          <a:lnRef idx="1">
            <a:schemeClr val="accent1"/>
          </a:lnRef>
          <a:fillRef idx="0">
            <a:schemeClr val="accent1"/>
          </a:fillRef>
          <a:effectRef idx="0">
            <a:schemeClr val="dk1"/>
          </a:effectRef>
          <a:fontRef idx="minor">
            <a:schemeClr val="lt1"/>
          </a:fontRef>
        </p:style>
      </p:cxnSp>
      <p:sp>
        <p:nvSpPr>
          <p:cNvPr id="18" name="Freeform 23">
            <a:extLst>
              <a:ext uri="{FF2B5EF4-FFF2-40B4-BE49-F238E27FC236}">
                <a16:creationId xmlns:a16="http://schemas.microsoft.com/office/drawing/2014/main" id="{E29506C4-F5FB-4A6C-A6BE-9E1B333E4AC4}"/>
              </a:ext>
            </a:extLst>
          </p:cNvPr>
          <p:cNvSpPr>
            <a:spLocks noChangeAspect="1" noEditPoints="1"/>
          </p:cNvSpPr>
          <p:nvPr/>
        </p:nvSpPr>
        <p:spPr bwMode="auto">
          <a:xfrm>
            <a:off x="7891476" y="1765638"/>
            <a:ext cx="344937" cy="345808"/>
          </a:xfrm>
          <a:custGeom>
            <a:avLst/>
            <a:gdLst>
              <a:gd name="T0" fmla="*/ 346 w 346"/>
              <a:gd name="T1" fmla="*/ 0 h 347"/>
              <a:gd name="T2" fmla="*/ 0 w 346"/>
              <a:gd name="T3" fmla="*/ 0 h 347"/>
              <a:gd name="T4" fmla="*/ 0 w 346"/>
              <a:gd name="T5" fmla="*/ 347 h 347"/>
              <a:gd name="T6" fmla="*/ 346 w 346"/>
              <a:gd name="T7" fmla="*/ 347 h 347"/>
              <a:gd name="T8" fmla="*/ 346 w 346"/>
              <a:gd name="T9" fmla="*/ 347 h 347"/>
              <a:gd name="T10" fmla="*/ 346 w 346"/>
              <a:gd name="T11" fmla="*/ 0 h 347"/>
              <a:gd name="T12" fmla="*/ 14 w 346"/>
              <a:gd name="T13" fmla="*/ 319 h 347"/>
              <a:gd name="T14" fmla="*/ 68 w 346"/>
              <a:gd name="T15" fmla="*/ 265 h 347"/>
              <a:gd name="T16" fmla="*/ 68 w 346"/>
              <a:gd name="T17" fmla="*/ 265 h 347"/>
              <a:gd name="T18" fmla="*/ 103 w 346"/>
              <a:gd name="T19" fmla="*/ 231 h 347"/>
              <a:gd name="T20" fmla="*/ 109 w 346"/>
              <a:gd name="T21" fmla="*/ 228 h 347"/>
              <a:gd name="T22" fmla="*/ 189 w 346"/>
              <a:gd name="T23" fmla="*/ 228 h 347"/>
              <a:gd name="T24" fmla="*/ 198 w 346"/>
              <a:gd name="T25" fmla="*/ 237 h 347"/>
              <a:gd name="T26" fmla="*/ 189 w 346"/>
              <a:gd name="T27" fmla="*/ 246 h 347"/>
              <a:gd name="T28" fmla="*/ 116 w 346"/>
              <a:gd name="T29" fmla="*/ 246 h 347"/>
              <a:gd name="T30" fmla="*/ 116 w 346"/>
              <a:gd name="T31" fmla="*/ 261 h 347"/>
              <a:gd name="T32" fmla="*/ 189 w 346"/>
              <a:gd name="T33" fmla="*/ 261 h 347"/>
              <a:gd name="T34" fmla="*/ 214 w 346"/>
              <a:gd name="T35" fmla="*/ 252 h 347"/>
              <a:gd name="T36" fmla="*/ 280 w 346"/>
              <a:gd name="T37" fmla="*/ 186 h 347"/>
              <a:gd name="T38" fmla="*/ 293 w 346"/>
              <a:gd name="T39" fmla="*/ 185 h 347"/>
              <a:gd name="T40" fmla="*/ 296 w 346"/>
              <a:gd name="T41" fmla="*/ 192 h 347"/>
              <a:gd name="T42" fmla="*/ 293 w 346"/>
              <a:gd name="T43" fmla="*/ 198 h 347"/>
              <a:gd name="T44" fmla="*/ 208 w 346"/>
              <a:gd name="T45" fmla="*/ 284 h 347"/>
              <a:gd name="T46" fmla="*/ 202 w 346"/>
              <a:gd name="T47" fmla="*/ 286 h 347"/>
              <a:gd name="T48" fmla="*/ 125 w 346"/>
              <a:gd name="T49" fmla="*/ 286 h 347"/>
              <a:gd name="T50" fmla="*/ 79 w 346"/>
              <a:gd name="T51" fmla="*/ 332 h 347"/>
              <a:gd name="T52" fmla="*/ 14 w 346"/>
              <a:gd name="T53" fmla="*/ 332 h 347"/>
              <a:gd name="T54" fmla="*/ 14 w 346"/>
              <a:gd name="T55" fmla="*/ 319 h 347"/>
              <a:gd name="T56" fmla="*/ 100 w 346"/>
              <a:gd name="T57" fmla="*/ 332 h 347"/>
              <a:gd name="T58" fmla="*/ 131 w 346"/>
              <a:gd name="T59" fmla="*/ 301 h 347"/>
              <a:gd name="T60" fmla="*/ 202 w 346"/>
              <a:gd name="T61" fmla="*/ 301 h 347"/>
              <a:gd name="T62" fmla="*/ 218 w 346"/>
              <a:gd name="T63" fmla="*/ 294 h 347"/>
              <a:gd name="T64" fmla="*/ 304 w 346"/>
              <a:gd name="T65" fmla="*/ 209 h 347"/>
              <a:gd name="T66" fmla="*/ 311 w 346"/>
              <a:gd name="T67" fmla="*/ 191 h 347"/>
              <a:gd name="T68" fmla="*/ 303 w 346"/>
              <a:gd name="T69" fmla="*/ 174 h 347"/>
              <a:gd name="T70" fmla="*/ 269 w 346"/>
              <a:gd name="T71" fmla="*/ 176 h 347"/>
              <a:gd name="T72" fmla="*/ 212 w 346"/>
              <a:gd name="T73" fmla="*/ 233 h 347"/>
              <a:gd name="T74" fmla="*/ 189 w 346"/>
              <a:gd name="T75" fmla="*/ 214 h 347"/>
              <a:gd name="T76" fmla="*/ 109 w 346"/>
              <a:gd name="T77" fmla="*/ 214 h 347"/>
              <a:gd name="T78" fmla="*/ 92 w 346"/>
              <a:gd name="T79" fmla="*/ 220 h 347"/>
              <a:gd name="T80" fmla="*/ 60 w 346"/>
              <a:gd name="T81" fmla="*/ 253 h 347"/>
              <a:gd name="T82" fmla="*/ 60 w 346"/>
              <a:gd name="T83" fmla="*/ 253 h 347"/>
              <a:gd name="T84" fmla="*/ 14 w 346"/>
              <a:gd name="T85" fmla="*/ 298 h 347"/>
              <a:gd name="T86" fmla="*/ 14 w 346"/>
              <a:gd name="T87" fmla="*/ 15 h 347"/>
              <a:gd name="T88" fmla="*/ 331 w 346"/>
              <a:gd name="T89" fmla="*/ 15 h 347"/>
              <a:gd name="T90" fmla="*/ 331 w 346"/>
              <a:gd name="T91" fmla="*/ 332 h 347"/>
              <a:gd name="T92" fmla="*/ 100 w 346"/>
              <a:gd name="T93" fmla="*/ 332 h 347"/>
              <a:gd name="T94" fmla="*/ 175 w 346"/>
              <a:gd name="T95" fmla="*/ 109 h 347"/>
              <a:gd name="T96" fmla="*/ 216 w 346"/>
              <a:gd name="T97" fmla="*/ 109 h 347"/>
              <a:gd name="T98" fmla="*/ 216 w 346"/>
              <a:gd name="T99" fmla="*/ 124 h 347"/>
              <a:gd name="T100" fmla="*/ 175 w 346"/>
              <a:gd name="T101" fmla="*/ 124 h 347"/>
              <a:gd name="T102" fmla="*/ 175 w 346"/>
              <a:gd name="T103" fmla="*/ 165 h 347"/>
              <a:gd name="T104" fmla="*/ 160 w 346"/>
              <a:gd name="T105" fmla="*/ 165 h 347"/>
              <a:gd name="T106" fmla="*/ 160 w 346"/>
              <a:gd name="T107" fmla="*/ 124 h 347"/>
              <a:gd name="T108" fmla="*/ 120 w 346"/>
              <a:gd name="T109" fmla="*/ 124 h 347"/>
              <a:gd name="T110" fmla="*/ 120 w 346"/>
              <a:gd name="T111" fmla="*/ 109 h 347"/>
              <a:gd name="T112" fmla="*/ 160 w 346"/>
              <a:gd name="T113" fmla="*/ 109 h 347"/>
              <a:gd name="T114" fmla="*/ 160 w 346"/>
              <a:gd name="T115" fmla="*/ 69 h 347"/>
              <a:gd name="T116" fmla="*/ 175 w 346"/>
              <a:gd name="T117" fmla="*/ 69 h 347"/>
              <a:gd name="T118" fmla="*/ 175 w 346"/>
              <a:gd name="T119" fmla="*/ 10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46" h="347">
                <a:moveTo>
                  <a:pt x="346" y="0"/>
                </a:moveTo>
                <a:cubicBezTo>
                  <a:pt x="0" y="0"/>
                  <a:pt x="0" y="0"/>
                  <a:pt x="0" y="0"/>
                </a:cubicBezTo>
                <a:cubicBezTo>
                  <a:pt x="0" y="347"/>
                  <a:pt x="0" y="347"/>
                  <a:pt x="0" y="347"/>
                </a:cubicBezTo>
                <a:cubicBezTo>
                  <a:pt x="346" y="347"/>
                  <a:pt x="346" y="347"/>
                  <a:pt x="346" y="347"/>
                </a:cubicBezTo>
                <a:cubicBezTo>
                  <a:pt x="346" y="347"/>
                  <a:pt x="346" y="347"/>
                  <a:pt x="346" y="347"/>
                </a:cubicBezTo>
                <a:cubicBezTo>
                  <a:pt x="346" y="0"/>
                  <a:pt x="346" y="0"/>
                  <a:pt x="346" y="0"/>
                </a:cubicBezTo>
                <a:close/>
                <a:moveTo>
                  <a:pt x="14" y="319"/>
                </a:moveTo>
                <a:cubicBezTo>
                  <a:pt x="68" y="265"/>
                  <a:pt x="68" y="265"/>
                  <a:pt x="68" y="265"/>
                </a:cubicBezTo>
                <a:cubicBezTo>
                  <a:pt x="68" y="265"/>
                  <a:pt x="68" y="265"/>
                  <a:pt x="68" y="265"/>
                </a:cubicBezTo>
                <a:cubicBezTo>
                  <a:pt x="103" y="231"/>
                  <a:pt x="103" y="231"/>
                  <a:pt x="103" y="231"/>
                </a:cubicBezTo>
                <a:cubicBezTo>
                  <a:pt x="104" y="229"/>
                  <a:pt x="107" y="228"/>
                  <a:pt x="109" y="228"/>
                </a:cubicBezTo>
                <a:cubicBezTo>
                  <a:pt x="189" y="228"/>
                  <a:pt x="189" y="228"/>
                  <a:pt x="189" y="228"/>
                </a:cubicBezTo>
                <a:cubicBezTo>
                  <a:pt x="194" y="228"/>
                  <a:pt x="198" y="232"/>
                  <a:pt x="198" y="237"/>
                </a:cubicBezTo>
                <a:cubicBezTo>
                  <a:pt x="198" y="242"/>
                  <a:pt x="194" y="246"/>
                  <a:pt x="189" y="246"/>
                </a:cubicBezTo>
                <a:cubicBezTo>
                  <a:pt x="116" y="246"/>
                  <a:pt x="116" y="246"/>
                  <a:pt x="116" y="246"/>
                </a:cubicBezTo>
                <a:cubicBezTo>
                  <a:pt x="116" y="261"/>
                  <a:pt x="116" y="261"/>
                  <a:pt x="116" y="261"/>
                </a:cubicBezTo>
                <a:cubicBezTo>
                  <a:pt x="189" y="261"/>
                  <a:pt x="189" y="261"/>
                  <a:pt x="189" y="261"/>
                </a:cubicBezTo>
                <a:cubicBezTo>
                  <a:pt x="195" y="261"/>
                  <a:pt x="208" y="259"/>
                  <a:pt x="214" y="252"/>
                </a:cubicBezTo>
                <a:cubicBezTo>
                  <a:pt x="280" y="186"/>
                  <a:pt x="280" y="186"/>
                  <a:pt x="280" y="186"/>
                </a:cubicBezTo>
                <a:cubicBezTo>
                  <a:pt x="284" y="183"/>
                  <a:pt x="289" y="182"/>
                  <a:pt x="293" y="185"/>
                </a:cubicBezTo>
                <a:cubicBezTo>
                  <a:pt x="295" y="187"/>
                  <a:pt x="296" y="189"/>
                  <a:pt x="296" y="192"/>
                </a:cubicBezTo>
                <a:cubicBezTo>
                  <a:pt x="296" y="194"/>
                  <a:pt x="295" y="197"/>
                  <a:pt x="293" y="198"/>
                </a:cubicBezTo>
                <a:cubicBezTo>
                  <a:pt x="208" y="284"/>
                  <a:pt x="208" y="284"/>
                  <a:pt x="208" y="284"/>
                </a:cubicBezTo>
                <a:cubicBezTo>
                  <a:pt x="206" y="285"/>
                  <a:pt x="204" y="286"/>
                  <a:pt x="202" y="286"/>
                </a:cubicBezTo>
                <a:cubicBezTo>
                  <a:pt x="125" y="286"/>
                  <a:pt x="125" y="286"/>
                  <a:pt x="125" y="286"/>
                </a:cubicBezTo>
                <a:cubicBezTo>
                  <a:pt x="79" y="332"/>
                  <a:pt x="79" y="332"/>
                  <a:pt x="79" y="332"/>
                </a:cubicBezTo>
                <a:cubicBezTo>
                  <a:pt x="14" y="332"/>
                  <a:pt x="14" y="332"/>
                  <a:pt x="14" y="332"/>
                </a:cubicBezTo>
                <a:lnTo>
                  <a:pt x="14" y="319"/>
                </a:lnTo>
                <a:close/>
                <a:moveTo>
                  <a:pt x="100" y="332"/>
                </a:moveTo>
                <a:cubicBezTo>
                  <a:pt x="131" y="301"/>
                  <a:pt x="131" y="301"/>
                  <a:pt x="131" y="301"/>
                </a:cubicBezTo>
                <a:cubicBezTo>
                  <a:pt x="202" y="301"/>
                  <a:pt x="202" y="301"/>
                  <a:pt x="202" y="301"/>
                </a:cubicBezTo>
                <a:cubicBezTo>
                  <a:pt x="208" y="301"/>
                  <a:pt x="214" y="299"/>
                  <a:pt x="218" y="294"/>
                </a:cubicBezTo>
                <a:cubicBezTo>
                  <a:pt x="304" y="209"/>
                  <a:pt x="304" y="209"/>
                  <a:pt x="304" y="209"/>
                </a:cubicBezTo>
                <a:cubicBezTo>
                  <a:pt x="308" y="204"/>
                  <a:pt x="311" y="198"/>
                  <a:pt x="311" y="191"/>
                </a:cubicBezTo>
                <a:cubicBezTo>
                  <a:pt x="310" y="185"/>
                  <a:pt x="308" y="179"/>
                  <a:pt x="303" y="174"/>
                </a:cubicBezTo>
                <a:cubicBezTo>
                  <a:pt x="293" y="166"/>
                  <a:pt x="279" y="167"/>
                  <a:pt x="269" y="176"/>
                </a:cubicBezTo>
                <a:cubicBezTo>
                  <a:pt x="212" y="233"/>
                  <a:pt x="212" y="233"/>
                  <a:pt x="212" y="233"/>
                </a:cubicBezTo>
                <a:cubicBezTo>
                  <a:pt x="210" y="222"/>
                  <a:pt x="200" y="214"/>
                  <a:pt x="189" y="214"/>
                </a:cubicBezTo>
                <a:cubicBezTo>
                  <a:pt x="109" y="214"/>
                  <a:pt x="109" y="214"/>
                  <a:pt x="109" y="214"/>
                </a:cubicBezTo>
                <a:cubicBezTo>
                  <a:pt x="103" y="214"/>
                  <a:pt x="97" y="216"/>
                  <a:pt x="92" y="220"/>
                </a:cubicBezTo>
                <a:cubicBezTo>
                  <a:pt x="60" y="253"/>
                  <a:pt x="60" y="253"/>
                  <a:pt x="60" y="253"/>
                </a:cubicBezTo>
                <a:cubicBezTo>
                  <a:pt x="60" y="253"/>
                  <a:pt x="60" y="253"/>
                  <a:pt x="60" y="253"/>
                </a:cubicBezTo>
                <a:cubicBezTo>
                  <a:pt x="14" y="298"/>
                  <a:pt x="14" y="298"/>
                  <a:pt x="14" y="298"/>
                </a:cubicBezTo>
                <a:cubicBezTo>
                  <a:pt x="14" y="15"/>
                  <a:pt x="14" y="15"/>
                  <a:pt x="14" y="15"/>
                </a:cubicBezTo>
                <a:cubicBezTo>
                  <a:pt x="331" y="15"/>
                  <a:pt x="331" y="15"/>
                  <a:pt x="331" y="15"/>
                </a:cubicBezTo>
                <a:cubicBezTo>
                  <a:pt x="331" y="332"/>
                  <a:pt x="331" y="332"/>
                  <a:pt x="331" y="332"/>
                </a:cubicBezTo>
                <a:lnTo>
                  <a:pt x="100" y="332"/>
                </a:lnTo>
                <a:close/>
                <a:moveTo>
                  <a:pt x="175" y="109"/>
                </a:moveTo>
                <a:cubicBezTo>
                  <a:pt x="216" y="109"/>
                  <a:pt x="216" y="109"/>
                  <a:pt x="216" y="109"/>
                </a:cubicBezTo>
                <a:cubicBezTo>
                  <a:pt x="216" y="124"/>
                  <a:pt x="216" y="124"/>
                  <a:pt x="216" y="124"/>
                </a:cubicBezTo>
                <a:cubicBezTo>
                  <a:pt x="175" y="124"/>
                  <a:pt x="175" y="124"/>
                  <a:pt x="175" y="124"/>
                </a:cubicBezTo>
                <a:cubicBezTo>
                  <a:pt x="175" y="165"/>
                  <a:pt x="175" y="165"/>
                  <a:pt x="175" y="165"/>
                </a:cubicBezTo>
                <a:cubicBezTo>
                  <a:pt x="160" y="165"/>
                  <a:pt x="160" y="165"/>
                  <a:pt x="160" y="165"/>
                </a:cubicBezTo>
                <a:cubicBezTo>
                  <a:pt x="160" y="124"/>
                  <a:pt x="160" y="124"/>
                  <a:pt x="160" y="124"/>
                </a:cubicBezTo>
                <a:cubicBezTo>
                  <a:pt x="120" y="124"/>
                  <a:pt x="120" y="124"/>
                  <a:pt x="120" y="124"/>
                </a:cubicBezTo>
                <a:cubicBezTo>
                  <a:pt x="120" y="109"/>
                  <a:pt x="120" y="109"/>
                  <a:pt x="120" y="109"/>
                </a:cubicBezTo>
                <a:cubicBezTo>
                  <a:pt x="160" y="109"/>
                  <a:pt x="160" y="109"/>
                  <a:pt x="160" y="109"/>
                </a:cubicBezTo>
                <a:cubicBezTo>
                  <a:pt x="160" y="69"/>
                  <a:pt x="160" y="69"/>
                  <a:pt x="160" y="69"/>
                </a:cubicBezTo>
                <a:cubicBezTo>
                  <a:pt x="175" y="69"/>
                  <a:pt x="175" y="69"/>
                  <a:pt x="175" y="69"/>
                </a:cubicBezTo>
                <a:lnTo>
                  <a:pt x="175" y="109"/>
                </a:lnTo>
                <a:close/>
              </a:path>
            </a:pathLst>
          </a:custGeom>
          <a:solidFill>
            <a:schemeClr val="tx1"/>
          </a:solidFill>
          <a:ln>
            <a:noFill/>
          </a:ln>
        </p:spPr>
        <p:txBody>
          <a:bodyPr vert="horz" wrap="square" lIns="114300" tIns="57150" rIns="114300" bIns="57150" numCol="1" anchor="t" anchorCtr="0" compatLnSpc="1">
            <a:prstTxWarp prst="textNoShape">
              <a:avLst/>
            </a:prstTxWarp>
          </a:bodyPr>
          <a:lstStyle>
            <a:defPPr>
              <a:defRPr lang="en-US"/>
            </a:defPPr>
            <a:lvl1pPr marL="0" algn="l" defTabSz="898798" rtl="0" eaLnBrk="1" latinLnBrk="0" hangingPunct="1">
              <a:defRPr sz="971" kern="1200">
                <a:solidFill>
                  <a:schemeClr val="tx1"/>
                </a:solidFill>
                <a:latin typeface="+mn-lt"/>
                <a:ea typeface="+mn-ea"/>
                <a:cs typeface="+mn-cs"/>
              </a:defRPr>
            </a:lvl1pPr>
            <a:lvl2pPr marL="449395" algn="l" defTabSz="898798" rtl="0" eaLnBrk="1" latinLnBrk="0" hangingPunct="1">
              <a:defRPr sz="971" kern="1200">
                <a:solidFill>
                  <a:schemeClr val="tx1"/>
                </a:solidFill>
                <a:latin typeface="+mn-lt"/>
                <a:ea typeface="+mn-ea"/>
                <a:cs typeface="+mn-cs"/>
              </a:defRPr>
            </a:lvl2pPr>
            <a:lvl3pPr marL="898798" algn="l" defTabSz="898798" rtl="0" eaLnBrk="1" latinLnBrk="0" hangingPunct="1">
              <a:defRPr sz="971" kern="1200">
                <a:solidFill>
                  <a:schemeClr val="tx1"/>
                </a:solidFill>
                <a:latin typeface="+mn-lt"/>
                <a:ea typeface="+mn-ea"/>
                <a:cs typeface="+mn-cs"/>
              </a:defRPr>
            </a:lvl3pPr>
            <a:lvl4pPr marL="1348197" algn="l" defTabSz="898798" rtl="0" eaLnBrk="1" latinLnBrk="0" hangingPunct="1">
              <a:defRPr sz="971" kern="1200">
                <a:solidFill>
                  <a:schemeClr val="tx1"/>
                </a:solidFill>
                <a:latin typeface="+mn-lt"/>
                <a:ea typeface="+mn-ea"/>
                <a:cs typeface="+mn-cs"/>
              </a:defRPr>
            </a:lvl4pPr>
            <a:lvl5pPr marL="1797598" algn="l" defTabSz="898798" rtl="0" eaLnBrk="1" latinLnBrk="0" hangingPunct="1">
              <a:defRPr sz="971" kern="1200">
                <a:solidFill>
                  <a:schemeClr val="tx1"/>
                </a:solidFill>
                <a:latin typeface="+mn-lt"/>
                <a:ea typeface="+mn-ea"/>
                <a:cs typeface="+mn-cs"/>
              </a:defRPr>
            </a:lvl5pPr>
            <a:lvl6pPr marL="2246992" algn="l" defTabSz="898798" rtl="0" eaLnBrk="1" latinLnBrk="0" hangingPunct="1">
              <a:defRPr sz="971" kern="1200">
                <a:solidFill>
                  <a:schemeClr val="tx1"/>
                </a:solidFill>
                <a:latin typeface="+mn-lt"/>
                <a:ea typeface="+mn-ea"/>
                <a:cs typeface="+mn-cs"/>
              </a:defRPr>
            </a:lvl6pPr>
            <a:lvl7pPr marL="2696387" algn="l" defTabSz="898798" rtl="0" eaLnBrk="1" latinLnBrk="0" hangingPunct="1">
              <a:defRPr sz="971" kern="1200">
                <a:solidFill>
                  <a:schemeClr val="tx1"/>
                </a:solidFill>
                <a:latin typeface="+mn-lt"/>
                <a:ea typeface="+mn-ea"/>
                <a:cs typeface="+mn-cs"/>
              </a:defRPr>
            </a:lvl7pPr>
            <a:lvl8pPr marL="3145788" algn="l" defTabSz="898798" rtl="0" eaLnBrk="1" latinLnBrk="0" hangingPunct="1">
              <a:defRPr sz="971" kern="1200">
                <a:solidFill>
                  <a:schemeClr val="tx1"/>
                </a:solidFill>
                <a:latin typeface="+mn-lt"/>
                <a:ea typeface="+mn-ea"/>
                <a:cs typeface="+mn-cs"/>
              </a:defRPr>
            </a:lvl8pPr>
            <a:lvl9pPr marL="3595185" algn="l" defTabSz="898798" rtl="0" eaLnBrk="1" latinLnBrk="0" hangingPunct="1">
              <a:defRPr sz="971" kern="1200">
                <a:solidFill>
                  <a:schemeClr val="tx1"/>
                </a:solidFill>
                <a:latin typeface="+mn-lt"/>
                <a:ea typeface="+mn-ea"/>
                <a:cs typeface="+mn-cs"/>
              </a:defRPr>
            </a:lvl9pPr>
          </a:lstStyle>
          <a:p>
            <a:endParaRPr lang="en-GB" sz="2250" dirty="0"/>
          </a:p>
        </p:txBody>
      </p:sp>
      <p:cxnSp>
        <p:nvCxnSpPr>
          <p:cNvPr id="19" name="Straight Connector 18">
            <a:extLst>
              <a:ext uri="{FF2B5EF4-FFF2-40B4-BE49-F238E27FC236}">
                <a16:creationId xmlns:a16="http://schemas.microsoft.com/office/drawing/2014/main" id="{EED7DC0D-4D27-4093-BCF2-0A1FBB137AD0}"/>
              </a:ext>
            </a:extLst>
          </p:cNvPr>
          <p:cNvCxnSpPr>
            <a:cxnSpLocks/>
          </p:cNvCxnSpPr>
          <p:nvPr/>
        </p:nvCxnSpPr>
        <p:spPr>
          <a:xfrm>
            <a:off x="7762110" y="1772277"/>
            <a:ext cx="0" cy="4442033"/>
          </a:xfrm>
          <a:prstGeom prst="line">
            <a:avLst/>
          </a:prstGeom>
          <a:ln w="28575" cap="flat">
            <a:solidFill>
              <a:schemeClr val="tx1"/>
            </a:solidFill>
          </a:ln>
        </p:spPr>
        <p:style>
          <a:lnRef idx="1">
            <a:schemeClr val="accent1"/>
          </a:lnRef>
          <a:fillRef idx="0">
            <a:schemeClr val="accent1"/>
          </a:fillRef>
          <a:effectRef idx="0">
            <a:schemeClr val="dk1"/>
          </a:effectRef>
          <a:fontRef idx="minor">
            <a:schemeClr val="lt1"/>
          </a:fontRef>
        </p:style>
      </p:cxnSp>
      <p:grpSp>
        <p:nvGrpSpPr>
          <p:cNvPr id="20" name="Group 19">
            <a:extLst>
              <a:ext uri="{FF2B5EF4-FFF2-40B4-BE49-F238E27FC236}">
                <a16:creationId xmlns:a16="http://schemas.microsoft.com/office/drawing/2014/main" id="{25D8E22C-BE32-4062-9225-D444D39BAABE}"/>
              </a:ext>
            </a:extLst>
          </p:cNvPr>
          <p:cNvGrpSpPr/>
          <p:nvPr/>
        </p:nvGrpSpPr>
        <p:grpSpPr>
          <a:xfrm>
            <a:off x="7675682" y="3732909"/>
            <a:ext cx="308678" cy="520768"/>
            <a:chOff x="7717722" y="3762273"/>
            <a:chExt cx="308678" cy="520768"/>
          </a:xfrm>
        </p:grpSpPr>
        <p:sp>
          <p:nvSpPr>
            <p:cNvPr id="21" name="Isosceles Triangle 20">
              <a:extLst>
                <a:ext uri="{FF2B5EF4-FFF2-40B4-BE49-F238E27FC236}">
                  <a16:creationId xmlns:a16="http://schemas.microsoft.com/office/drawing/2014/main" id="{5CC3C9D8-A0D0-4401-97AF-3FC24B271A9A}"/>
                </a:ext>
              </a:extLst>
            </p:cNvPr>
            <p:cNvSpPr/>
            <p:nvPr/>
          </p:nvSpPr>
          <p:spPr>
            <a:xfrm rot="5400000" flipH="1">
              <a:off x="7647237" y="3903878"/>
              <a:ext cx="520768" cy="237558"/>
            </a:xfrm>
            <a:prstGeom prst="triangle">
              <a:avLst/>
            </a:prstGeom>
            <a:solidFill>
              <a:schemeClr val="bg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sp>
          <p:nvSpPr>
            <p:cNvPr id="22" name="Isosceles Triangle 21">
              <a:extLst>
                <a:ext uri="{FF2B5EF4-FFF2-40B4-BE49-F238E27FC236}">
                  <a16:creationId xmlns:a16="http://schemas.microsoft.com/office/drawing/2014/main" id="{60DA9F8D-0483-4EA7-9024-7109C458C7EE}"/>
                </a:ext>
              </a:extLst>
            </p:cNvPr>
            <p:cNvSpPr/>
            <p:nvPr/>
          </p:nvSpPr>
          <p:spPr>
            <a:xfrm rot="5400000" flipH="1">
              <a:off x="7576117" y="3903878"/>
              <a:ext cx="520768" cy="237558"/>
            </a:xfrm>
            <a:prstGeom prst="triangle">
              <a:avLst/>
            </a:prstGeom>
            <a:solidFill>
              <a:schemeClr val="tx1"/>
            </a:solidFill>
            <a:ln>
              <a:noFill/>
            </a:ln>
          </p:spPr>
          <p:style>
            <a:lnRef idx="0">
              <a:schemeClr val="accent1"/>
            </a:lnRef>
            <a:fillRef idx="1">
              <a:schemeClr val="accent1"/>
            </a:fillRef>
            <a:effectRef idx="0">
              <a:schemeClr val="dk1"/>
            </a:effectRef>
            <a:fontRef idx="minor">
              <a:schemeClr val="lt1"/>
            </a:fontRef>
          </p:style>
          <p:txBody>
            <a:bodyPr rtlCol="0" anchor="ctr"/>
            <a:lstStyle>
              <a:defPPr>
                <a:defRPr lang="en-US"/>
              </a:defPPr>
              <a:lvl1pPr marL="0" algn="l" defTabSz="898798" rtl="0" eaLnBrk="1" latinLnBrk="0" hangingPunct="1">
                <a:defRPr sz="971" kern="1200">
                  <a:solidFill>
                    <a:schemeClr val="lt1"/>
                  </a:solidFill>
                  <a:latin typeface="+mn-lt"/>
                  <a:ea typeface="+mn-ea"/>
                  <a:cs typeface="+mn-cs"/>
                </a:defRPr>
              </a:lvl1pPr>
              <a:lvl2pPr marL="449395" algn="l" defTabSz="898798" rtl="0" eaLnBrk="1" latinLnBrk="0" hangingPunct="1">
                <a:defRPr sz="971" kern="1200">
                  <a:solidFill>
                    <a:schemeClr val="lt1"/>
                  </a:solidFill>
                  <a:latin typeface="+mn-lt"/>
                  <a:ea typeface="+mn-ea"/>
                  <a:cs typeface="+mn-cs"/>
                </a:defRPr>
              </a:lvl2pPr>
              <a:lvl3pPr marL="898798" algn="l" defTabSz="898798" rtl="0" eaLnBrk="1" latinLnBrk="0" hangingPunct="1">
                <a:defRPr sz="971" kern="1200">
                  <a:solidFill>
                    <a:schemeClr val="lt1"/>
                  </a:solidFill>
                  <a:latin typeface="+mn-lt"/>
                  <a:ea typeface="+mn-ea"/>
                  <a:cs typeface="+mn-cs"/>
                </a:defRPr>
              </a:lvl3pPr>
              <a:lvl4pPr marL="1348197" algn="l" defTabSz="898798" rtl="0" eaLnBrk="1" latinLnBrk="0" hangingPunct="1">
                <a:defRPr sz="971" kern="1200">
                  <a:solidFill>
                    <a:schemeClr val="lt1"/>
                  </a:solidFill>
                  <a:latin typeface="+mn-lt"/>
                  <a:ea typeface="+mn-ea"/>
                  <a:cs typeface="+mn-cs"/>
                </a:defRPr>
              </a:lvl4pPr>
              <a:lvl5pPr marL="1797598" algn="l" defTabSz="898798" rtl="0" eaLnBrk="1" latinLnBrk="0" hangingPunct="1">
                <a:defRPr sz="971" kern="1200">
                  <a:solidFill>
                    <a:schemeClr val="lt1"/>
                  </a:solidFill>
                  <a:latin typeface="+mn-lt"/>
                  <a:ea typeface="+mn-ea"/>
                  <a:cs typeface="+mn-cs"/>
                </a:defRPr>
              </a:lvl5pPr>
              <a:lvl6pPr marL="2246992" algn="l" defTabSz="898798" rtl="0" eaLnBrk="1" latinLnBrk="0" hangingPunct="1">
                <a:defRPr sz="971" kern="1200">
                  <a:solidFill>
                    <a:schemeClr val="lt1"/>
                  </a:solidFill>
                  <a:latin typeface="+mn-lt"/>
                  <a:ea typeface="+mn-ea"/>
                  <a:cs typeface="+mn-cs"/>
                </a:defRPr>
              </a:lvl6pPr>
              <a:lvl7pPr marL="2696387" algn="l" defTabSz="898798" rtl="0" eaLnBrk="1" latinLnBrk="0" hangingPunct="1">
                <a:defRPr sz="971" kern="1200">
                  <a:solidFill>
                    <a:schemeClr val="lt1"/>
                  </a:solidFill>
                  <a:latin typeface="+mn-lt"/>
                  <a:ea typeface="+mn-ea"/>
                  <a:cs typeface="+mn-cs"/>
                </a:defRPr>
              </a:lvl7pPr>
              <a:lvl8pPr marL="3145788" algn="l" defTabSz="898798" rtl="0" eaLnBrk="1" latinLnBrk="0" hangingPunct="1">
                <a:defRPr sz="971" kern="1200">
                  <a:solidFill>
                    <a:schemeClr val="lt1"/>
                  </a:solidFill>
                  <a:latin typeface="+mn-lt"/>
                  <a:ea typeface="+mn-ea"/>
                  <a:cs typeface="+mn-cs"/>
                </a:defRPr>
              </a:lvl8pPr>
              <a:lvl9pPr marL="3595185" algn="l" defTabSz="898798" rtl="0" eaLnBrk="1" latinLnBrk="0" hangingPunct="1">
                <a:defRPr sz="971" kern="1200">
                  <a:solidFill>
                    <a:schemeClr val="lt1"/>
                  </a:solidFill>
                  <a:latin typeface="+mn-lt"/>
                  <a:ea typeface="+mn-ea"/>
                  <a:cs typeface="+mn-cs"/>
                </a:defRPr>
              </a:lvl9pPr>
            </a:lstStyle>
            <a:p>
              <a:pPr algn="ctr"/>
              <a:endParaRPr lang="en-GB" sz="1600" dirty="0"/>
            </a:p>
          </p:txBody>
        </p:sp>
      </p:grpSp>
      <p:sp>
        <p:nvSpPr>
          <p:cNvPr id="23" name="Rectangle 22">
            <a:extLst>
              <a:ext uri="{FF2B5EF4-FFF2-40B4-BE49-F238E27FC236}">
                <a16:creationId xmlns:a16="http://schemas.microsoft.com/office/drawing/2014/main" id="{73DCF92E-6B1F-C338-737F-7EC2B908AAAF}"/>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2090167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 name="Object 87" hidden="1">
            <a:extLst>
              <a:ext uri="{FF2B5EF4-FFF2-40B4-BE49-F238E27FC236}">
                <a16:creationId xmlns:a16="http://schemas.microsoft.com/office/drawing/2014/main" id="{F890D29D-421A-4A68-827A-C3BC5E0EE99B}"/>
              </a:ext>
            </a:extLst>
          </p:cNvPr>
          <p:cNvGraphicFramePr>
            <a:graphicFrameLocks noChangeAspect="1"/>
          </p:cNvGraphicFramePr>
          <p:nvPr>
            <p:custDataLst>
              <p:tags r:id="rId1"/>
            </p:custDataLst>
            <p:extLst>
              <p:ext uri="{D42A27DB-BD31-4B8C-83A1-F6EECF244321}">
                <p14:modId xmlns:p14="http://schemas.microsoft.com/office/powerpoint/2010/main" val="2705544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8" imgW="606" imgH="608" progId="TCLayout.ActiveDocument.1">
                  <p:embed/>
                </p:oleObj>
              </mc:Choice>
              <mc:Fallback>
                <p:oleObj name="think-cell Slide" r:id="rId118" imgW="606" imgH="608" progId="TCLayout.ActiveDocument.1">
                  <p:embed/>
                  <p:pic>
                    <p:nvPicPr>
                      <p:cNvPr id="88" name="Object 87" hidden="1">
                        <a:extLst>
                          <a:ext uri="{FF2B5EF4-FFF2-40B4-BE49-F238E27FC236}">
                            <a16:creationId xmlns:a16="http://schemas.microsoft.com/office/drawing/2014/main" id="{F890D29D-421A-4A68-827A-C3BC5E0EE99B}"/>
                          </a:ext>
                        </a:extLst>
                      </p:cNvPr>
                      <p:cNvPicPr/>
                      <p:nvPr/>
                    </p:nvPicPr>
                    <p:blipFill>
                      <a:blip r:embed="rId119"/>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C59AB95-BF62-4D4C-B3C7-D006C7649225}"/>
              </a:ext>
            </a:extLst>
          </p:cNvPr>
          <p:cNvSpPr>
            <a:spLocks noGrp="1"/>
          </p:cNvSpPr>
          <p:nvPr>
            <p:ph type="title"/>
          </p:nvPr>
        </p:nvSpPr>
        <p:spPr/>
        <p:txBody>
          <a:bodyPr vert="horz"/>
          <a:lstStyle/>
          <a:p>
            <a:pPr algn="r" rtl="1"/>
            <a:r>
              <a:rPr lang="ar-SA" dirty="0">
                <a:cs typeface="Arial" charset="0"/>
              </a:rPr>
              <a:t>سننفذ المشروع خلال فترة زمنية مدتها 18 شهرًا اعتبارًا من إشعار التعاقد</a:t>
            </a:r>
          </a:p>
        </p:txBody>
      </p:sp>
      <p:sp>
        <p:nvSpPr>
          <p:cNvPr id="215" name="Rectangle 214">
            <a:extLst>
              <a:ext uri="{FF2B5EF4-FFF2-40B4-BE49-F238E27FC236}">
                <a16:creationId xmlns:a16="http://schemas.microsoft.com/office/drawing/2014/main" id="{86B4FE15-DD45-7E05-5AC7-39DB0C49880D}"/>
              </a:ext>
            </a:extLst>
          </p:cNvPr>
          <p:cNvSpPr/>
          <p:nvPr>
            <p:custDataLst>
              <p:tags r:id="rId2"/>
            </p:custDataLst>
          </p:nvPr>
        </p:nvSpPr>
        <p:spPr bwMode="auto">
          <a:xfrm>
            <a:off x="447675" y="1939924"/>
            <a:ext cx="11430000" cy="185738"/>
          </a:xfrm>
          <a:prstGeom prst="rect">
            <a:avLst/>
          </a:prstGeom>
          <a:solidFill>
            <a:srgbClr val="F5D4D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7" name="Rectangle 6">
            <a:extLst>
              <a:ext uri="{FF2B5EF4-FFF2-40B4-BE49-F238E27FC236}">
                <a16:creationId xmlns:a16="http://schemas.microsoft.com/office/drawing/2014/main" id="{7BD312D6-0100-4E6F-BF3F-D1C55304F1DA}"/>
              </a:ext>
            </a:extLst>
          </p:cNvPr>
          <p:cNvSpPr/>
          <p:nvPr>
            <p:custDataLst>
              <p:tags r:id="rId3"/>
            </p:custDataLst>
          </p:nvPr>
        </p:nvSpPr>
        <p:spPr bwMode="auto">
          <a:xfrm>
            <a:off x="447675" y="1157288"/>
            <a:ext cx="11430000" cy="207963"/>
          </a:xfrm>
          <a:prstGeom prst="rect">
            <a:avLst/>
          </a:prstGeom>
          <a:solidFill>
            <a:srgbClr val="E06161"/>
          </a:solidFill>
          <a:ln w="6350" cap="flat" cmpd="sng" algn="ctr">
            <a:noFill/>
            <a:prstDash val="solid"/>
            <a:round/>
            <a:headEnd type="none" w="med" len="med"/>
            <a:tailEnd type="none" w="med" len="med"/>
          </a:ln>
          <a:effectLst/>
          <a:extLst>
            <a:ext uri="{91240B29-F687-4F45-9708-019B960494DF}">
              <a14:hiddenLine xmlns:a14="http://schemas.microsoft.com/office/drawing/2010/main" w="6350" cap="flat" cmpd="sng" algn="ctr">
                <a:solidFill>
                  <a:schemeClr val="tx1"/>
                </a:solidFill>
                <a:prstDash val="solid"/>
                <a:round/>
                <a:headEnd type="none" w="med" len="med"/>
                <a:tailEnd type="none" w="med" len="med"/>
              </a14:hiddenLine>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208" name="Rectangle 207">
            <a:extLst>
              <a:ext uri="{FF2B5EF4-FFF2-40B4-BE49-F238E27FC236}">
                <a16:creationId xmlns:a16="http://schemas.microsoft.com/office/drawing/2014/main" id="{69059373-4228-CEEB-530C-5164A72036AD}"/>
              </a:ext>
            </a:extLst>
          </p:cNvPr>
          <p:cNvSpPr/>
          <p:nvPr>
            <p:custDataLst>
              <p:tags r:id="rId4"/>
            </p:custDataLst>
          </p:nvPr>
        </p:nvSpPr>
        <p:spPr bwMode="auto">
          <a:xfrm>
            <a:off x="447675" y="4710113"/>
            <a:ext cx="11430000" cy="195263"/>
          </a:xfrm>
          <a:prstGeom prst="rect">
            <a:avLst/>
          </a:prstGeom>
          <a:solidFill>
            <a:srgbClr val="F5D4D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5A6E2FFD-03DD-4295-AFD6-1443B0107A75}"/>
              </a:ext>
            </a:extLst>
          </p:cNvPr>
          <p:cNvSpPr/>
          <p:nvPr>
            <p:custDataLst>
              <p:tags r:id="rId5"/>
            </p:custDataLst>
          </p:nvPr>
        </p:nvSpPr>
        <p:spPr bwMode="auto">
          <a:xfrm>
            <a:off x="447675" y="4516438"/>
            <a:ext cx="11430000" cy="193675"/>
          </a:xfrm>
          <a:prstGeom prst="rect">
            <a:avLst/>
          </a:prstGeom>
          <a:solidFill>
            <a:srgbClr val="E06161"/>
          </a:solidFill>
          <a:ln w="2540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16" name="Rectangle 215">
            <a:extLst>
              <a:ext uri="{FF2B5EF4-FFF2-40B4-BE49-F238E27FC236}">
                <a16:creationId xmlns:a16="http://schemas.microsoft.com/office/drawing/2014/main" id="{37CD47CE-6CD4-53EA-BA78-44C989AFD77B}"/>
              </a:ext>
            </a:extLst>
          </p:cNvPr>
          <p:cNvSpPr/>
          <p:nvPr>
            <p:custDataLst>
              <p:tags r:id="rId6"/>
            </p:custDataLst>
          </p:nvPr>
        </p:nvSpPr>
        <p:spPr bwMode="auto">
          <a:xfrm>
            <a:off x="447675" y="1365250"/>
            <a:ext cx="11430000" cy="209550"/>
          </a:xfrm>
          <a:prstGeom prst="rect">
            <a:avLst/>
          </a:prstGeom>
          <a:solidFill>
            <a:srgbClr val="F5D4D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11" name="Rectangle 210">
            <a:extLst>
              <a:ext uri="{FF2B5EF4-FFF2-40B4-BE49-F238E27FC236}">
                <a16:creationId xmlns:a16="http://schemas.microsoft.com/office/drawing/2014/main" id="{109A0F34-4EB3-26FE-C463-833D0FEFF2E3}"/>
              </a:ext>
            </a:extLst>
          </p:cNvPr>
          <p:cNvSpPr/>
          <p:nvPr>
            <p:custDataLst>
              <p:tags r:id="rId7"/>
            </p:custDataLst>
          </p:nvPr>
        </p:nvSpPr>
        <p:spPr bwMode="auto">
          <a:xfrm>
            <a:off x="447675" y="3778249"/>
            <a:ext cx="11430000" cy="185738"/>
          </a:xfrm>
          <a:prstGeom prst="rect">
            <a:avLst/>
          </a:prstGeom>
          <a:solidFill>
            <a:srgbClr val="F5D4D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07" name="Rectangle 206">
            <a:extLst>
              <a:ext uri="{FF2B5EF4-FFF2-40B4-BE49-F238E27FC236}">
                <a16:creationId xmlns:a16="http://schemas.microsoft.com/office/drawing/2014/main" id="{51482D14-2269-87E7-8B54-A81ABD0C287D}"/>
              </a:ext>
            </a:extLst>
          </p:cNvPr>
          <p:cNvSpPr/>
          <p:nvPr>
            <p:custDataLst>
              <p:tags r:id="rId8"/>
            </p:custDataLst>
          </p:nvPr>
        </p:nvSpPr>
        <p:spPr bwMode="auto">
          <a:xfrm>
            <a:off x="447675" y="5802313"/>
            <a:ext cx="11430000" cy="187325"/>
          </a:xfrm>
          <a:prstGeom prst="rect">
            <a:avLst/>
          </a:prstGeom>
          <a:solidFill>
            <a:srgbClr val="F5D4D3"/>
          </a:solidFill>
          <a:ln w="2540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212" name="Rectangle 211">
            <a:extLst>
              <a:ext uri="{FF2B5EF4-FFF2-40B4-BE49-F238E27FC236}">
                <a16:creationId xmlns:a16="http://schemas.microsoft.com/office/drawing/2014/main" id="{A530B213-5A4C-60BD-818B-2788F47A84A6}"/>
              </a:ext>
            </a:extLst>
          </p:cNvPr>
          <p:cNvSpPr/>
          <p:nvPr>
            <p:custDataLst>
              <p:tags r:id="rId9"/>
            </p:custDataLst>
          </p:nvPr>
        </p:nvSpPr>
        <p:spPr bwMode="auto">
          <a:xfrm>
            <a:off x="447675" y="3040063"/>
            <a:ext cx="11430000" cy="195263"/>
          </a:xfrm>
          <a:prstGeom prst="rect">
            <a:avLst/>
          </a:prstGeom>
          <a:solidFill>
            <a:srgbClr val="F5D4D3"/>
          </a:solidFill>
          <a:ln w="25400" cap="flat" cmpd="sng" algn="ctr">
            <a:noFill/>
            <a:prstDash val="solid"/>
            <a:round/>
            <a:headEnd type="none" w="med" len="med"/>
            <a:tailEnd type="none" w="med" len="med"/>
          </a:ln>
          <a:effectLst/>
          <a:extLst>
            <a:ext uri="{91240B29-F687-4F45-9708-019B960494DF}">
              <a14:hiddenLine xmlns:a14="http://schemas.microsoft.com/office/drawing/2010/main" w="25400" cap="flat" cmpd="sng" algn="ctr">
                <a:solidFill>
                  <a:schemeClr val="accent1">
                    <a:shade val="50000"/>
                  </a:schemeClr>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FE7ED504-98FF-4D88-BC48-7CE946743D3D}"/>
              </a:ext>
            </a:extLst>
          </p:cNvPr>
          <p:cNvSpPr/>
          <p:nvPr>
            <p:custDataLst>
              <p:tags r:id="rId10"/>
            </p:custDataLst>
          </p:nvPr>
        </p:nvSpPr>
        <p:spPr bwMode="auto">
          <a:xfrm>
            <a:off x="447675" y="2846388"/>
            <a:ext cx="11430000" cy="193675"/>
          </a:xfrm>
          <a:prstGeom prst="rect">
            <a:avLst/>
          </a:prstGeom>
          <a:solidFill>
            <a:srgbClr val="E06161"/>
          </a:solidFill>
          <a:ln w="6350"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6" name="Rectangle 5">
            <a:extLst>
              <a:ext uri="{FF2B5EF4-FFF2-40B4-BE49-F238E27FC236}">
                <a16:creationId xmlns:a16="http://schemas.microsoft.com/office/drawing/2014/main" id="{F9C62FE5-EB1C-4C32-BCFC-C08F65C168E6}"/>
              </a:ext>
            </a:extLst>
          </p:cNvPr>
          <p:cNvSpPr/>
          <p:nvPr>
            <p:custDataLst>
              <p:tags r:id="rId11"/>
            </p:custDataLst>
          </p:nvPr>
        </p:nvSpPr>
        <p:spPr bwMode="auto">
          <a:xfrm>
            <a:off x="447675" y="3963988"/>
            <a:ext cx="11430000" cy="187325"/>
          </a:xfrm>
          <a:prstGeom prst="rect">
            <a:avLst/>
          </a:prstGeom>
          <a:solidFill>
            <a:schemeClr val="bg1"/>
          </a:solidFill>
          <a:ln w="6350"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00000"/>
              </a:solidFill>
              <a:effectLst/>
              <a:uLnTx/>
              <a:uFillTx/>
              <a:latin typeface="Arial"/>
              <a:ea typeface="+mn-ea"/>
              <a:cs typeface="+mn-cs"/>
            </a:endParaRPr>
          </a:p>
        </p:txBody>
      </p:sp>
      <p:sp>
        <p:nvSpPr>
          <p:cNvPr id="59" name="Google Shape;14;p123">
            <a:extLst>
              <a:ext uri="{FF2B5EF4-FFF2-40B4-BE49-F238E27FC236}">
                <a16:creationId xmlns:a16="http://schemas.microsoft.com/office/drawing/2014/main" id="{97B987F6-3770-B5D5-97E8-FE1BFAB6A401}"/>
              </a:ext>
            </a:extLst>
          </p:cNvPr>
          <p:cNvSpPr txBox="1">
            <a:spLocks noGrp="1"/>
          </p:cNvSpPr>
          <p:nvPr>
            <p:custDataLst>
              <p:tags r:id="rId12"/>
            </p:custDataLst>
          </p:nvPr>
        </p:nvSpPr>
        <p:spPr bwMode="auto">
          <a:xfrm>
            <a:off x="6402388"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01</a:t>
            </a:r>
          </a:p>
        </p:txBody>
      </p:sp>
      <p:sp>
        <p:nvSpPr>
          <p:cNvPr id="63" name="Google Shape;14;p123">
            <a:extLst>
              <a:ext uri="{FF2B5EF4-FFF2-40B4-BE49-F238E27FC236}">
                <a16:creationId xmlns:a16="http://schemas.microsoft.com/office/drawing/2014/main" id="{00E53A3B-5F36-3F21-17ED-42F92BE455F5}"/>
              </a:ext>
            </a:extLst>
          </p:cNvPr>
          <p:cNvSpPr txBox="1">
            <a:spLocks noGrp="1"/>
          </p:cNvSpPr>
          <p:nvPr>
            <p:custDataLst>
              <p:tags r:id="rId13"/>
            </p:custDataLst>
          </p:nvPr>
        </p:nvSpPr>
        <p:spPr bwMode="auto">
          <a:xfrm>
            <a:off x="6711949" y="879475"/>
            <a:ext cx="28098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02</a:t>
            </a:r>
          </a:p>
        </p:txBody>
      </p:sp>
      <p:sp>
        <p:nvSpPr>
          <p:cNvPr id="64" name="Google Shape;14;p123">
            <a:extLst>
              <a:ext uri="{FF2B5EF4-FFF2-40B4-BE49-F238E27FC236}">
                <a16:creationId xmlns:a16="http://schemas.microsoft.com/office/drawing/2014/main" id="{171EE20C-D30A-08C1-3F91-FA6B72244C46}"/>
              </a:ext>
            </a:extLst>
          </p:cNvPr>
          <p:cNvSpPr txBox="1">
            <a:spLocks noGrp="1"/>
          </p:cNvSpPr>
          <p:nvPr>
            <p:custDataLst>
              <p:tags r:id="rId14"/>
            </p:custDataLst>
          </p:nvPr>
        </p:nvSpPr>
        <p:spPr bwMode="auto">
          <a:xfrm>
            <a:off x="6992938"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03</a:t>
            </a:r>
          </a:p>
        </p:txBody>
      </p:sp>
      <p:sp>
        <p:nvSpPr>
          <p:cNvPr id="67" name="Google Shape;14;p123">
            <a:extLst>
              <a:ext uri="{FF2B5EF4-FFF2-40B4-BE49-F238E27FC236}">
                <a16:creationId xmlns:a16="http://schemas.microsoft.com/office/drawing/2014/main" id="{535BC3F2-644E-888E-46C1-2D09C86C27C9}"/>
              </a:ext>
            </a:extLst>
          </p:cNvPr>
          <p:cNvSpPr txBox="1">
            <a:spLocks noGrp="1"/>
          </p:cNvSpPr>
          <p:nvPr>
            <p:custDataLst>
              <p:tags r:id="rId15"/>
            </p:custDataLst>
          </p:nvPr>
        </p:nvSpPr>
        <p:spPr bwMode="auto">
          <a:xfrm>
            <a:off x="7302500" y="879475"/>
            <a:ext cx="301625"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04</a:t>
            </a:r>
          </a:p>
        </p:txBody>
      </p:sp>
      <p:sp>
        <p:nvSpPr>
          <p:cNvPr id="74" name="Google Shape;14;p123">
            <a:extLst>
              <a:ext uri="{FF2B5EF4-FFF2-40B4-BE49-F238E27FC236}">
                <a16:creationId xmlns:a16="http://schemas.microsoft.com/office/drawing/2014/main" id="{3CCB3E06-D844-0605-4609-FC6BBE58B0FF}"/>
              </a:ext>
            </a:extLst>
          </p:cNvPr>
          <p:cNvSpPr txBox="1">
            <a:spLocks noGrp="1"/>
          </p:cNvSpPr>
          <p:nvPr>
            <p:custDataLst>
              <p:tags r:id="rId16"/>
            </p:custDataLst>
          </p:nvPr>
        </p:nvSpPr>
        <p:spPr bwMode="auto">
          <a:xfrm>
            <a:off x="7604125"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05</a:t>
            </a:r>
          </a:p>
        </p:txBody>
      </p:sp>
      <p:sp>
        <p:nvSpPr>
          <p:cNvPr id="75" name="Google Shape;14;p123">
            <a:extLst>
              <a:ext uri="{FF2B5EF4-FFF2-40B4-BE49-F238E27FC236}">
                <a16:creationId xmlns:a16="http://schemas.microsoft.com/office/drawing/2014/main" id="{54A65044-6BA8-A4EA-E972-C7630C8A96D4}"/>
              </a:ext>
            </a:extLst>
          </p:cNvPr>
          <p:cNvSpPr txBox="1">
            <a:spLocks noGrp="1"/>
          </p:cNvSpPr>
          <p:nvPr>
            <p:custDataLst>
              <p:tags r:id="rId17"/>
            </p:custDataLst>
          </p:nvPr>
        </p:nvSpPr>
        <p:spPr bwMode="auto">
          <a:xfrm>
            <a:off x="7913687" y="879475"/>
            <a:ext cx="30003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06</a:t>
            </a:r>
          </a:p>
        </p:txBody>
      </p:sp>
      <p:sp>
        <p:nvSpPr>
          <p:cNvPr id="78" name="Google Shape;14;p123">
            <a:extLst>
              <a:ext uri="{FF2B5EF4-FFF2-40B4-BE49-F238E27FC236}">
                <a16:creationId xmlns:a16="http://schemas.microsoft.com/office/drawing/2014/main" id="{694DB1CB-FF7B-9BAA-6B3B-A130ED286683}"/>
              </a:ext>
            </a:extLst>
          </p:cNvPr>
          <p:cNvSpPr txBox="1">
            <a:spLocks noGrp="1"/>
          </p:cNvSpPr>
          <p:nvPr>
            <p:custDataLst>
              <p:tags r:id="rId18"/>
            </p:custDataLst>
          </p:nvPr>
        </p:nvSpPr>
        <p:spPr bwMode="auto">
          <a:xfrm>
            <a:off x="8213724" y="879475"/>
            <a:ext cx="311150"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07</a:t>
            </a:r>
          </a:p>
        </p:txBody>
      </p:sp>
      <p:sp>
        <p:nvSpPr>
          <p:cNvPr id="79" name="Google Shape;14;p123">
            <a:extLst>
              <a:ext uri="{FF2B5EF4-FFF2-40B4-BE49-F238E27FC236}">
                <a16:creationId xmlns:a16="http://schemas.microsoft.com/office/drawing/2014/main" id="{7B65999F-9CE5-4726-3019-B2A729537EB2}"/>
              </a:ext>
            </a:extLst>
          </p:cNvPr>
          <p:cNvSpPr txBox="1">
            <a:spLocks noGrp="1"/>
          </p:cNvSpPr>
          <p:nvPr>
            <p:custDataLst>
              <p:tags r:id="rId19"/>
            </p:custDataLst>
          </p:nvPr>
        </p:nvSpPr>
        <p:spPr bwMode="auto">
          <a:xfrm>
            <a:off x="8524875"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08</a:t>
            </a:r>
          </a:p>
        </p:txBody>
      </p:sp>
      <p:sp>
        <p:nvSpPr>
          <p:cNvPr id="80" name="Google Shape;14;p123">
            <a:extLst>
              <a:ext uri="{FF2B5EF4-FFF2-40B4-BE49-F238E27FC236}">
                <a16:creationId xmlns:a16="http://schemas.microsoft.com/office/drawing/2014/main" id="{D9C9F386-0642-2C1E-AD74-C71B7D303F5F}"/>
              </a:ext>
            </a:extLst>
          </p:cNvPr>
          <p:cNvSpPr txBox="1">
            <a:spLocks noGrp="1"/>
          </p:cNvSpPr>
          <p:nvPr>
            <p:custDataLst>
              <p:tags r:id="rId20"/>
            </p:custDataLst>
          </p:nvPr>
        </p:nvSpPr>
        <p:spPr bwMode="auto">
          <a:xfrm>
            <a:off x="8834438" y="879475"/>
            <a:ext cx="30003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09</a:t>
            </a:r>
          </a:p>
        </p:txBody>
      </p:sp>
      <p:sp>
        <p:nvSpPr>
          <p:cNvPr id="81" name="Google Shape;14;p123">
            <a:extLst>
              <a:ext uri="{FF2B5EF4-FFF2-40B4-BE49-F238E27FC236}">
                <a16:creationId xmlns:a16="http://schemas.microsoft.com/office/drawing/2014/main" id="{E6283361-EE53-2C87-4F41-1BDC4525FDC9}"/>
              </a:ext>
            </a:extLst>
          </p:cNvPr>
          <p:cNvSpPr txBox="1">
            <a:spLocks noGrp="1"/>
          </p:cNvSpPr>
          <p:nvPr>
            <p:custDataLst>
              <p:tags r:id="rId21"/>
            </p:custDataLst>
          </p:nvPr>
        </p:nvSpPr>
        <p:spPr bwMode="auto">
          <a:xfrm>
            <a:off x="9134474" y="879475"/>
            <a:ext cx="311150"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dirty="0">
                <a:solidFill>
                  <a:srgbClr val="FFFFFF"/>
                </a:solidFill>
                <a:effectLst/>
                <a:latin typeface="+mn-lt"/>
                <a:ea typeface="+mn-ea"/>
                <a:cs typeface="+mn-cs"/>
              </a:rPr>
              <a:t>10</a:t>
            </a:r>
          </a:p>
        </p:txBody>
      </p:sp>
      <p:sp>
        <p:nvSpPr>
          <p:cNvPr id="82" name="Google Shape;14;p123">
            <a:extLst>
              <a:ext uri="{FF2B5EF4-FFF2-40B4-BE49-F238E27FC236}">
                <a16:creationId xmlns:a16="http://schemas.microsoft.com/office/drawing/2014/main" id="{C05D2D6D-629F-4933-0C0A-FC08F041D26B}"/>
              </a:ext>
            </a:extLst>
          </p:cNvPr>
          <p:cNvSpPr txBox="1">
            <a:spLocks noGrp="1"/>
          </p:cNvSpPr>
          <p:nvPr>
            <p:custDataLst>
              <p:tags r:id="rId22"/>
            </p:custDataLst>
          </p:nvPr>
        </p:nvSpPr>
        <p:spPr bwMode="auto">
          <a:xfrm>
            <a:off x="9445625" y="879475"/>
            <a:ext cx="30003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dirty="0">
                <a:solidFill>
                  <a:srgbClr val="FFFFFF"/>
                </a:solidFill>
                <a:effectLst/>
                <a:latin typeface="+mn-lt"/>
                <a:ea typeface="+mn-ea"/>
                <a:cs typeface="+mn-cs"/>
              </a:rPr>
              <a:t>11</a:t>
            </a:r>
          </a:p>
        </p:txBody>
      </p:sp>
      <p:sp>
        <p:nvSpPr>
          <p:cNvPr id="86" name="Google Shape;14;p123">
            <a:extLst>
              <a:ext uri="{FF2B5EF4-FFF2-40B4-BE49-F238E27FC236}">
                <a16:creationId xmlns:a16="http://schemas.microsoft.com/office/drawing/2014/main" id="{27EC064A-789D-652A-752F-42A92E149E6C}"/>
              </a:ext>
            </a:extLst>
          </p:cNvPr>
          <p:cNvSpPr txBox="1">
            <a:spLocks noGrp="1"/>
          </p:cNvSpPr>
          <p:nvPr>
            <p:custDataLst>
              <p:tags r:id="rId23"/>
            </p:custDataLst>
          </p:nvPr>
        </p:nvSpPr>
        <p:spPr bwMode="auto">
          <a:xfrm>
            <a:off x="9745663"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12</a:t>
            </a:r>
          </a:p>
        </p:txBody>
      </p:sp>
      <p:sp>
        <p:nvSpPr>
          <p:cNvPr id="87" name="Google Shape;14;p123">
            <a:extLst>
              <a:ext uri="{FF2B5EF4-FFF2-40B4-BE49-F238E27FC236}">
                <a16:creationId xmlns:a16="http://schemas.microsoft.com/office/drawing/2014/main" id="{74FE46C4-5792-70DB-E347-264D86BBCD6A}"/>
              </a:ext>
            </a:extLst>
          </p:cNvPr>
          <p:cNvSpPr txBox="1">
            <a:spLocks noGrp="1"/>
          </p:cNvSpPr>
          <p:nvPr>
            <p:custDataLst>
              <p:tags r:id="rId24"/>
            </p:custDataLst>
          </p:nvPr>
        </p:nvSpPr>
        <p:spPr bwMode="auto">
          <a:xfrm>
            <a:off x="10055224" y="879475"/>
            <a:ext cx="311150"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13</a:t>
            </a:r>
          </a:p>
        </p:txBody>
      </p:sp>
      <p:sp>
        <p:nvSpPr>
          <p:cNvPr id="89" name="Google Shape;14;p123">
            <a:extLst>
              <a:ext uri="{FF2B5EF4-FFF2-40B4-BE49-F238E27FC236}">
                <a16:creationId xmlns:a16="http://schemas.microsoft.com/office/drawing/2014/main" id="{E2FC9EC8-389B-BA76-7B11-10F8E2788E9E}"/>
              </a:ext>
            </a:extLst>
          </p:cNvPr>
          <p:cNvSpPr txBox="1">
            <a:spLocks noGrp="1"/>
          </p:cNvSpPr>
          <p:nvPr>
            <p:custDataLst>
              <p:tags r:id="rId25"/>
            </p:custDataLst>
          </p:nvPr>
        </p:nvSpPr>
        <p:spPr bwMode="auto">
          <a:xfrm>
            <a:off x="10366375" y="879475"/>
            <a:ext cx="29051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14</a:t>
            </a:r>
          </a:p>
        </p:txBody>
      </p:sp>
      <p:sp>
        <p:nvSpPr>
          <p:cNvPr id="90" name="Google Shape;14;p123">
            <a:extLst>
              <a:ext uri="{FF2B5EF4-FFF2-40B4-BE49-F238E27FC236}">
                <a16:creationId xmlns:a16="http://schemas.microsoft.com/office/drawing/2014/main" id="{D938094A-5781-4F93-8F6F-6A180370E0F3}"/>
              </a:ext>
            </a:extLst>
          </p:cNvPr>
          <p:cNvSpPr txBox="1">
            <a:spLocks noGrp="1"/>
          </p:cNvSpPr>
          <p:nvPr>
            <p:custDataLst>
              <p:tags r:id="rId26"/>
            </p:custDataLst>
          </p:nvPr>
        </p:nvSpPr>
        <p:spPr bwMode="auto">
          <a:xfrm>
            <a:off x="10656888" y="879475"/>
            <a:ext cx="309563"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15</a:t>
            </a:r>
          </a:p>
        </p:txBody>
      </p:sp>
      <p:sp>
        <p:nvSpPr>
          <p:cNvPr id="91" name="Google Shape;14;p123">
            <a:extLst>
              <a:ext uri="{FF2B5EF4-FFF2-40B4-BE49-F238E27FC236}">
                <a16:creationId xmlns:a16="http://schemas.microsoft.com/office/drawing/2014/main" id="{A0DE21E2-1621-25BA-D66D-9F649D3BF12C}"/>
              </a:ext>
            </a:extLst>
          </p:cNvPr>
          <p:cNvSpPr txBox="1">
            <a:spLocks noGrp="1"/>
          </p:cNvSpPr>
          <p:nvPr>
            <p:custDataLst>
              <p:tags r:id="rId27"/>
            </p:custDataLst>
          </p:nvPr>
        </p:nvSpPr>
        <p:spPr bwMode="auto">
          <a:xfrm>
            <a:off x="10966450" y="879475"/>
            <a:ext cx="30003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kumimoji="0" lang="ar-SA" sz="1200" b="1" strike="noStrike" kern="1200" cap="none" spc="0" normalizeH="0" noProof="0" dirty="0">
                <a:ln>
                  <a:noFill/>
                </a:ln>
                <a:solidFill>
                  <a:srgbClr val="FFFFFF"/>
                </a:solidFill>
                <a:effectLst/>
                <a:uLnTx/>
                <a:uFillTx/>
                <a:latin typeface="+mn-lt"/>
                <a:ea typeface="+mn-ea"/>
                <a:cs typeface="+mn-cs"/>
                <a:sym typeface="Arial"/>
              </a:rPr>
              <a:t>16</a:t>
            </a:r>
          </a:p>
        </p:txBody>
      </p:sp>
      <p:sp>
        <p:nvSpPr>
          <p:cNvPr id="92" name="Google Shape;14;p123">
            <a:extLst>
              <a:ext uri="{FF2B5EF4-FFF2-40B4-BE49-F238E27FC236}">
                <a16:creationId xmlns:a16="http://schemas.microsoft.com/office/drawing/2014/main" id="{6EBA4A3D-EA5F-CA2C-38A4-59DD89CCE0CE}"/>
              </a:ext>
            </a:extLst>
          </p:cNvPr>
          <p:cNvSpPr txBox="1">
            <a:spLocks noGrp="1"/>
          </p:cNvSpPr>
          <p:nvPr>
            <p:custDataLst>
              <p:tags r:id="rId28"/>
            </p:custDataLst>
          </p:nvPr>
        </p:nvSpPr>
        <p:spPr bwMode="auto">
          <a:xfrm>
            <a:off x="11266487" y="879475"/>
            <a:ext cx="311150"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17</a:t>
            </a:r>
          </a:p>
        </p:txBody>
      </p:sp>
      <p:sp>
        <p:nvSpPr>
          <p:cNvPr id="94" name="Google Shape;14;p123">
            <a:extLst>
              <a:ext uri="{FF2B5EF4-FFF2-40B4-BE49-F238E27FC236}">
                <a16:creationId xmlns:a16="http://schemas.microsoft.com/office/drawing/2014/main" id="{00706285-9423-39B7-55A7-4E8990F287AB}"/>
              </a:ext>
            </a:extLst>
          </p:cNvPr>
          <p:cNvSpPr txBox="1">
            <a:spLocks noGrp="1"/>
          </p:cNvSpPr>
          <p:nvPr>
            <p:custDataLst>
              <p:tags r:id="rId29"/>
            </p:custDataLst>
          </p:nvPr>
        </p:nvSpPr>
        <p:spPr bwMode="auto">
          <a:xfrm>
            <a:off x="11577638" y="879475"/>
            <a:ext cx="300038" cy="277813"/>
          </a:xfrm>
          <a:prstGeom prst="rect">
            <a:avLst/>
          </a:prstGeom>
          <a:solidFill>
            <a:srgbClr val="000000"/>
          </a:solidFill>
          <a:ln w="9525" cmpd="sng" algn="ctr">
            <a:solidFill>
              <a:srgbClr val="FFFFFF"/>
            </a:solidFill>
          </a:ln>
          <a:effectLst/>
        </p:spPr>
        <p:txBody>
          <a:bodyPr spcFirstLastPara="1" vert="horz" wrap="none" lIns="0" tIns="47625" rIns="0" bIns="476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1" eaLnBrk="1" fontAlgn="auto" latinLnBrk="0" hangingPunct="1">
              <a:lnSpc>
                <a:spcPct val="100000"/>
              </a:lnSpc>
              <a:spcBef>
                <a:spcPct val="0"/>
              </a:spcBef>
              <a:spcAft>
                <a:spcPct val="0"/>
              </a:spcAft>
              <a:buClr>
                <a:srgbClr val="000000"/>
              </a:buClr>
              <a:buSzTx/>
              <a:buFont typeface="Arial"/>
              <a:buNone/>
              <a:tabLst/>
              <a:defRPr/>
            </a:pPr>
            <a:r>
              <a:rPr lang="ar-SA" sz="1200" b="1" dirty="0">
                <a:solidFill>
                  <a:srgbClr val="FFFFFF"/>
                </a:solidFill>
                <a:effectLst/>
                <a:latin typeface="+mn-lt"/>
                <a:ea typeface="+mn-ea"/>
                <a:cs typeface="+mn-cs"/>
              </a:rPr>
              <a:t>18</a:t>
            </a:r>
          </a:p>
        </p:txBody>
      </p:sp>
      <p:cxnSp>
        <p:nvCxnSpPr>
          <p:cNvPr id="31" name="Straight Connector 30">
            <a:extLst>
              <a:ext uri="{FF2B5EF4-FFF2-40B4-BE49-F238E27FC236}">
                <a16:creationId xmlns:a16="http://schemas.microsoft.com/office/drawing/2014/main" id="{A71854DD-E446-415A-AAA0-3B0EE8D7D8A3}"/>
              </a:ext>
            </a:extLst>
          </p:cNvPr>
          <p:cNvCxnSpPr/>
          <p:nvPr>
            <p:custDataLst>
              <p:tags r:id="rId30"/>
            </p:custDataLst>
          </p:nvPr>
        </p:nvCxnSpPr>
        <p:spPr bwMode="auto">
          <a:xfrm>
            <a:off x="11877675" y="1157288"/>
            <a:ext cx="0" cy="5197475"/>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 name="Straight Connector 26">
            <a:extLst>
              <a:ext uri="{FF2B5EF4-FFF2-40B4-BE49-F238E27FC236}">
                <a16:creationId xmlns:a16="http://schemas.microsoft.com/office/drawing/2014/main" id="{1A25D9B8-5C2A-433D-BD9E-6AC012D00835}"/>
              </a:ext>
            </a:extLst>
          </p:cNvPr>
          <p:cNvCxnSpPr/>
          <p:nvPr>
            <p:custDataLst>
              <p:tags r:id="rId31"/>
            </p:custDataLst>
          </p:nvPr>
        </p:nvCxnSpPr>
        <p:spPr bwMode="auto">
          <a:xfrm>
            <a:off x="6402388" y="1157288"/>
            <a:ext cx="0" cy="5197475"/>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5" name="Straight Connector 234">
            <a:extLst>
              <a:ext uri="{FF2B5EF4-FFF2-40B4-BE49-F238E27FC236}">
                <a16:creationId xmlns:a16="http://schemas.microsoft.com/office/drawing/2014/main" id="{DB4CF6BA-95FE-9617-2CCD-508B506ABA2A}"/>
              </a:ext>
            </a:extLst>
          </p:cNvPr>
          <p:cNvCxnSpPr/>
          <p:nvPr>
            <p:custDataLst>
              <p:tags r:id="rId32"/>
            </p:custDataLst>
          </p:nvPr>
        </p:nvCxnSpPr>
        <p:spPr bwMode="auto">
          <a:xfrm>
            <a:off x="1157763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4" name="Straight Connector 233">
            <a:extLst>
              <a:ext uri="{FF2B5EF4-FFF2-40B4-BE49-F238E27FC236}">
                <a16:creationId xmlns:a16="http://schemas.microsoft.com/office/drawing/2014/main" id="{AF670ACE-4B3E-F747-2386-C73E9A2314D8}"/>
              </a:ext>
            </a:extLst>
          </p:cNvPr>
          <p:cNvCxnSpPr/>
          <p:nvPr>
            <p:custDataLst>
              <p:tags r:id="rId33"/>
            </p:custDataLst>
          </p:nvPr>
        </p:nvCxnSpPr>
        <p:spPr bwMode="auto">
          <a:xfrm>
            <a:off x="1126648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3" name="Straight Connector 232">
            <a:extLst>
              <a:ext uri="{FF2B5EF4-FFF2-40B4-BE49-F238E27FC236}">
                <a16:creationId xmlns:a16="http://schemas.microsoft.com/office/drawing/2014/main" id="{006DB26F-D72D-EE61-5405-EA6BB5EAB57E}"/>
              </a:ext>
            </a:extLst>
          </p:cNvPr>
          <p:cNvCxnSpPr/>
          <p:nvPr>
            <p:custDataLst>
              <p:tags r:id="rId34"/>
            </p:custDataLst>
          </p:nvPr>
        </p:nvCxnSpPr>
        <p:spPr bwMode="auto">
          <a:xfrm>
            <a:off x="10966450"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2" name="Straight Connector 231">
            <a:extLst>
              <a:ext uri="{FF2B5EF4-FFF2-40B4-BE49-F238E27FC236}">
                <a16:creationId xmlns:a16="http://schemas.microsoft.com/office/drawing/2014/main" id="{2E96F431-27CD-7F49-59CD-EB1D9E93E5B6}"/>
              </a:ext>
            </a:extLst>
          </p:cNvPr>
          <p:cNvCxnSpPr/>
          <p:nvPr>
            <p:custDataLst>
              <p:tags r:id="rId35"/>
            </p:custDataLst>
          </p:nvPr>
        </p:nvCxnSpPr>
        <p:spPr bwMode="auto">
          <a:xfrm>
            <a:off x="1065688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1" name="Straight Connector 230">
            <a:extLst>
              <a:ext uri="{FF2B5EF4-FFF2-40B4-BE49-F238E27FC236}">
                <a16:creationId xmlns:a16="http://schemas.microsoft.com/office/drawing/2014/main" id="{D3ABF71E-57BE-0A1D-FE47-FFD7401FEB5A}"/>
              </a:ext>
            </a:extLst>
          </p:cNvPr>
          <p:cNvCxnSpPr/>
          <p:nvPr>
            <p:custDataLst>
              <p:tags r:id="rId36"/>
            </p:custDataLst>
          </p:nvPr>
        </p:nvCxnSpPr>
        <p:spPr bwMode="auto">
          <a:xfrm>
            <a:off x="1036637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30" name="Straight Connector 229">
            <a:extLst>
              <a:ext uri="{FF2B5EF4-FFF2-40B4-BE49-F238E27FC236}">
                <a16:creationId xmlns:a16="http://schemas.microsoft.com/office/drawing/2014/main" id="{4566E02B-288A-12A6-D5D7-135E4E03FC71}"/>
              </a:ext>
            </a:extLst>
          </p:cNvPr>
          <p:cNvCxnSpPr/>
          <p:nvPr>
            <p:custDataLst>
              <p:tags r:id="rId37"/>
            </p:custDataLst>
          </p:nvPr>
        </p:nvCxnSpPr>
        <p:spPr bwMode="auto">
          <a:xfrm>
            <a:off x="1005522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9" name="Straight Connector 228">
            <a:extLst>
              <a:ext uri="{FF2B5EF4-FFF2-40B4-BE49-F238E27FC236}">
                <a16:creationId xmlns:a16="http://schemas.microsoft.com/office/drawing/2014/main" id="{963E5ACB-D859-06AF-C0CE-E3E66B6DE1A8}"/>
              </a:ext>
            </a:extLst>
          </p:cNvPr>
          <p:cNvCxnSpPr/>
          <p:nvPr>
            <p:custDataLst>
              <p:tags r:id="rId38"/>
            </p:custDataLst>
          </p:nvPr>
        </p:nvCxnSpPr>
        <p:spPr bwMode="auto">
          <a:xfrm>
            <a:off x="9745663"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7" name="Straight Connector 226">
            <a:extLst>
              <a:ext uri="{FF2B5EF4-FFF2-40B4-BE49-F238E27FC236}">
                <a16:creationId xmlns:a16="http://schemas.microsoft.com/office/drawing/2014/main" id="{40F688D5-7BF2-A33A-967F-689C6F1B1E85}"/>
              </a:ext>
            </a:extLst>
          </p:cNvPr>
          <p:cNvCxnSpPr/>
          <p:nvPr>
            <p:custDataLst>
              <p:tags r:id="rId39"/>
            </p:custDataLst>
          </p:nvPr>
        </p:nvCxnSpPr>
        <p:spPr bwMode="auto">
          <a:xfrm>
            <a:off x="913447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6" name="Straight Connector 225">
            <a:extLst>
              <a:ext uri="{FF2B5EF4-FFF2-40B4-BE49-F238E27FC236}">
                <a16:creationId xmlns:a16="http://schemas.microsoft.com/office/drawing/2014/main" id="{E7CC4747-4C91-5687-DB69-F0503B80CD24}"/>
              </a:ext>
            </a:extLst>
          </p:cNvPr>
          <p:cNvCxnSpPr/>
          <p:nvPr>
            <p:custDataLst>
              <p:tags r:id="rId40"/>
            </p:custDataLst>
          </p:nvPr>
        </p:nvCxnSpPr>
        <p:spPr bwMode="auto">
          <a:xfrm>
            <a:off x="883443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5" name="Straight Connector 224">
            <a:extLst>
              <a:ext uri="{FF2B5EF4-FFF2-40B4-BE49-F238E27FC236}">
                <a16:creationId xmlns:a16="http://schemas.microsoft.com/office/drawing/2014/main" id="{18378197-FE45-314C-F58D-3977B1CA28B7}"/>
              </a:ext>
            </a:extLst>
          </p:cNvPr>
          <p:cNvCxnSpPr/>
          <p:nvPr>
            <p:custDataLst>
              <p:tags r:id="rId41"/>
            </p:custDataLst>
          </p:nvPr>
        </p:nvCxnSpPr>
        <p:spPr bwMode="auto">
          <a:xfrm>
            <a:off x="852487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4" name="Straight Connector 223">
            <a:extLst>
              <a:ext uri="{FF2B5EF4-FFF2-40B4-BE49-F238E27FC236}">
                <a16:creationId xmlns:a16="http://schemas.microsoft.com/office/drawing/2014/main" id="{AD012A2B-AA72-FC86-60DF-B111DDCE20F7}"/>
              </a:ext>
            </a:extLst>
          </p:cNvPr>
          <p:cNvCxnSpPr/>
          <p:nvPr>
            <p:custDataLst>
              <p:tags r:id="rId42"/>
            </p:custDataLst>
          </p:nvPr>
        </p:nvCxnSpPr>
        <p:spPr bwMode="auto">
          <a:xfrm>
            <a:off x="821372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3" name="Straight Connector 222">
            <a:extLst>
              <a:ext uri="{FF2B5EF4-FFF2-40B4-BE49-F238E27FC236}">
                <a16:creationId xmlns:a16="http://schemas.microsoft.com/office/drawing/2014/main" id="{66941300-9FDF-F940-894B-911B14ABDA19}"/>
              </a:ext>
            </a:extLst>
          </p:cNvPr>
          <p:cNvCxnSpPr/>
          <p:nvPr>
            <p:custDataLst>
              <p:tags r:id="rId43"/>
            </p:custDataLst>
          </p:nvPr>
        </p:nvCxnSpPr>
        <p:spPr bwMode="auto">
          <a:xfrm>
            <a:off x="791368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8" name="Straight Connector 227">
            <a:extLst>
              <a:ext uri="{FF2B5EF4-FFF2-40B4-BE49-F238E27FC236}">
                <a16:creationId xmlns:a16="http://schemas.microsoft.com/office/drawing/2014/main" id="{BBD34963-46A4-1294-3C66-ABAF2276AB12}"/>
              </a:ext>
            </a:extLst>
          </p:cNvPr>
          <p:cNvCxnSpPr/>
          <p:nvPr>
            <p:custDataLst>
              <p:tags r:id="rId44"/>
            </p:custDataLst>
          </p:nvPr>
        </p:nvCxnSpPr>
        <p:spPr bwMode="auto">
          <a:xfrm>
            <a:off x="944562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1" name="Straight Connector 220">
            <a:extLst>
              <a:ext uri="{FF2B5EF4-FFF2-40B4-BE49-F238E27FC236}">
                <a16:creationId xmlns:a16="http://schemas.microsoft.com/office/drawing/2014/main" id="{AA1BBA21-FBBC-E4DF-005F-75B9F2664BA0}"/>
              </a:ext>
            </a:extLst>
          </p:cNvPr>
          <p:cNvCxnSpPr/>
          <p:nvPr>
            <p:custDataLst>
              <p:tags r:id="rId45"/>
            </p:custDataLst>
          </p:nvPr>
        </p:nvCxnSpPr>
        <p:spPr bwMode="auto">
          <a:xfrm>
            <a:off x="7302500"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0" name="Straight Connector 219">
            <a:extLst>
              <a:ext uri="{FF2B5EF4-FFF2-40B4-BE49-F238E27FC236}">
                <a16:creationId xmlns:a16="http://schemas.microsoft.com/office/drawing/2014/main" id="{547CAA1B-9EDF-CEA0-4386-2AABA3E03380}"/>
              </a:ext>
            </a:extLst>
          </p:cNvPr>
          <p:cNvCxnSpPr/>
          <p:nvPr>
            <p:custDataLst>
              <p:tags r:id="rId46"/>
            </p:custDataLst>
          </p:nvPr>
        </p:nvCxnSpPr>
        <p:spPr bwMode="auto">
          <a:xfrm>
            <a:off x="6992938"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D8A91850-3209-4B50-A72B-EB2377003698}"/>
              </a:ext>
            </a:extLst>
          </p:cNvPr>
          <p:cNvCxnSpPr/>
          <p:nvPr>
            <p:custDataLst>
              <p:tags r:id="rId47"/>
            </p:custDataLst>
          </p:nvPr>
        </p:nvCxnSpPr>
        <p:spPr bwMode="auto">
          <a:xfrm>
            <a:off x="447675" y="1157288"/>
            <a:ext cx="0" cy="5197475"/>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9" name="Straight Connector 218">
            <a:extLst>
              <a:ext uri="{FF2B5EF4-FFF2-40B4-BE49-F238E27FC236}">
                <a16:creationId xmlns:a16="http://schemas.microsoft.com/office/drawing/2014/main" id="{158442EC-0E9B-397B-001D-7094887939B7}"/>
              </a:ext>
            </a:extLst>
          </p:cNvPr>
          <p:cNvCxnSpPr/>
          <p:nvPr>
            <p:custDataLst>
              <p:tags r:id="rId48"/>
            </p:custDataLst>
          </p:nvPr>
        </p:nvCxnSpPr>
        <p:spPr bwMode="auto">
          <a:xfrm>
            <a:off x="6711950"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22" name="Straight Connector 221">
            <a:extLst>
              <a:ext uri="{FF2B5EF4-FFF2-40B4-BE49-F238E27FC236}">
                <a16:creationId xmlns:a16="http://schemas.microsoft.com/office/drawing/2014/main" id="{40A033B8-D042-243E-D7DD-0033242A5D16}"/>
              </a:ext>
            </a:extLst>
          </p:cNvPr>
          <p:cNvCxnSpPr/>
          <p:nvPr>
            <p:custDataLst>
              <p:tags r:id="rId49"/>
            </p:custDataLst>
          </p:nvPr>
        </p:nvCxnSpPr>
        <p:spPr bwMode="auto">
          <a:xfrm>
            <a:off x="7604125" y="1157288"/>
            <a:ext cx="0" cy="5197475"/>
          </a:xfrm>
          <a:prstGeom prst="line">
            <a:avLst/>
          </a:prstGeom>
          <a:ln w="317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53BD9CF4-8672-4591-8CB6-ED647F1D4C3D}"/>
              </a:ext>
            </a:extLst>
          </p:cNvPr>
          <p:cNvCxnSpPr/>
          <p:nvPr>
            <p:custDataLst>
              <p:tags r:id="rId50"/>
            </p:custDataLst>
          </p:nvPr>
        </p:nvCxnSpPr>
        <p:spPr bwMode="auto">
          <a:xfrm>
            <a:off x="447675" y="6354763"/>
            <a:ext cx="11430000"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75B1DA65-D983-480F-BBF9-309F24E497AE}"/>
              </a:ext>
            </a:extLst>
          </p:cNvPr>
          <p:cNvCxnSpPr/>
          <p:nvPr>
            <p:custDataLst>
              <p:tags r:id="rId51"/>
            </p:custDataLst>
          </p:nvPr>
        </p:nvCxnSpPr>
        <p:spPr bwMode="auto">
          <a:xfrm>
            <a:off x="447675" y="1157288"/>
            <a:ext cx="11430000"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3" name="Straight Connector 282">
            <a:extLst>
              <a:ext uri="{FF2B5EF4-FFF2-40B4-BE49-F238E27FC236}">
                <a16:creationId xmlns:a16="http://schemas.microsoft.com/office/drawing/2014/main" id="{BE1A4B89-6F12-1171-06A2-E0291AEFD4A4}"/>
              </a:ext>
            </a:extLst>
          </p:cNvPr>
          <p:cNvCxnSpPr/>
          <p:nvPr>
            <p:custDataLst>
              <p:tags r:id="rId52"/>
            </p:custDataLst>
          </p:nvPr>
        </p:nvCxnSpPr>
        <p:spPr bwMode="gray">
          <a:xfrm>
            <a:off x="9415463" y="5703888"/>
            <a:ext cx="2462213" cy="0"/>
          </a:xfrm>
          <a:prstGeom prst="line">
            <a:avLst/>
          </a:prstGeom>
          <a:ln w="88900" cap="flat" cmpd="sng" algn="ctr">
            <a:solidFill>
              <a:srgbClr val="464646"/>
            </a:solidFill>
            <a:prstDash val="sysDot"/>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6" name="Straight Connector 285">
            <a:extLst>
              <a:ext uri="{FF2B5EF4-FFF2-40B4-BE49-F238E27FC236}">
                <a16:creationId xmlns:a16="http://schemas.microsoft.com/office/drawing/2014/main" id="{3C84D7CA-4C43-6776-E9F3-1FB366D7F5E1}"/>
              </a:ext>
            </a:extLst>
          </p:cNvPr>
          <p:cNvCxnSpPr/>
          <p:nvPr>
            <p:custDataLst>
              <p:tags r:id="rId53"/>
            </p:custDataLst>
          </p:nvPr>
        </p:nvCxnSpPr>
        <p:spPr bwMode="gray">
          <a:xfrm>
            <a:off x="9485313" y="6256338"/>
            <a:ext cx="2392363" cy="0"/>
          </a:xfrm>
          <a:prstGeom prst="line">
            <a:avLst/>
          </a:prstGeom>
          <a:ln w="88900" cap="flat" cmpd="sng" algn="ctr">
            <a:solidFill>
              <a:srgbClr val="464646"/>
            </a:solidFill>
            <a:prstDash val="sysDot"/>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6" name="Straight Connector 275">
            <a:extLst>
              <a:ext uri="{FF2B5EF4-FFF2-40B4-BE49-F238E27FC236}">
                <a16:creationId xmlns:a16="http://schemas.microsoft.com/office/drawing/2014/main" id="{147F81C9-1864-34EA-9A18-65F762284CCB}"/>
              </a:ext>
            </a:extLst>
          </p:cNvPr>
          <p:cNvCxnSpPr/>
          <p:nvPr>
            <p:custDataLst>
              <p:tags r:id="rId54"/>
            </p:custDataLst>
          </p:nvPr>
        </p:nvCxnSpPr>
        <p:spPr bwMode="gray">
          <a:xfrm>
            <a:off x="11726863" y="4418013"/>
            <a:ext cx="141288"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5" name="Straight Connector 274">
            <a:extLst>
              <a:ext uri="{FF2B5EF4-FFF2-40B4-BE49-F238E27FC236}">
                <a16:creationId xmlns:a16="http://schemas.microsoft.com/office/drawing/2014/main" id="{AAF78337-B74C-E6EA-1BE4-08F6E3CE51EA}"/>
              </a:ext>
            </a:extLst>
          </p:cNvPr>
          <p:cNvCxnSpPr/>
          <p:nvPr>
            <p:custDataLst>
              <p:tags r:id="rId55"/>
            </p:custDataLst>
          </p:nvPr>
        </p:nvCxnSpPr>
        <p:spPr bwMode="gray">
          <a:xfrm>
            <a:off x="11447463" y="4418013"/>
            <a:ext cx="139700"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4" name="Straight Connector 273">
            <a:extLst>
              <a:ext uri="{FF2B5EF4-FFF2-40B4-BE49-F238E27FC236}">
                <a16:creationId xmlns:a16="http://schemas.microsoft.com/office/drawing/2014/main" id="{BE9DEBDA-D7B9-C98A-8599-70407F91A1C8}"/>
              </a:ext>
            </a:extLst>
          </p:cNvPr>
          <p:cNvCxnSpPr/>
          <p:nvPr>
            <p:custDataLst>
              <p:tags r:id="rId56"/>
            </p:custDataLst>
          </p:nvPr>
        </p:nvCxnSpPr>
        <p:spPr bwMode="gray">
          <a:xfrm>
            <a:off x="11166475" y="4418013"/>
            <a:ext cx="141288"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3" name="Straight Connector 272">
            <a:extLst>
              <a:ext uri="{FF2B5EF4-FFF2-40B4-BE49-F238E27FC236}">
                <a16:creationId xmlns:a16="http://schemas.microsoft.com/office/drawing/2014/main" id="{1F89DCCC-3F7A-616A-CC1C-E03FA0C8C77F}"/>
              </a:ext>
            </a:extLst>
          </p:cNvPr>
          <p:cNvCxnSpPr/>
          <p:nvPr>
            <p:custDataLst>
              <p:tags r:id="rId57"/>
            </p:custDataLst>
          </p:nvPr>
        </p:nvCxnSpPr>
        <p:spPr bwMode="gray">
          <a:xfrm>
            <a:off x="10887075" y="4418013"/>
            <a:ext cx="139700"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2" name="Straight Connector 271">
            <a:extLst>
              <a:ext uri="{FF2B5EF4-FFF2-40B4-BE49-F238E27FC236}">
                <a16:creationId xmlns:a16="http://schemas.microsoft.com/office/drawing/2014/main" id="{0AB15DEE-BDDD-D720-D968-6CB028EB9F57}"/>
              </a:ext>
            </a:extLst>
          </p:cNvPr>
          <p:cNvCxnSpPr/>
          <p:nvPr>
            <p:custDataLst>
              <p:tags r:id="rId58"/>
            </p:custDataLst>
          </p:nvPr>
        </p:nvCxnSpPr>
        <p:spPr bwMode="gray">
          <a:xfrm>
            <a:off x="10606088" y="4418013"/>
            <a:ext cx="141288"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1" name="Straight Connector 270">
            <a:extLst>
              <a:ext uri="{FF2B5EF4-FFF2-40B4-BE49-F238E27FC236}">
                <a16:creationId xmlns:a16="http://schemas.microsoft.com/office/drawing/2014/main" id="{9FD6EB06-8AEE-3596-7167-4B2B647CE377}"/>
              </a:ext>
            </a:extLst>
          </p:cNvPr>
          <p:cNvCxnSpPr/>
          <p:nvPr>
            <p:custDataLst>
              <p:tags r:id="rId59"/>
            </p:custDataLst>
          </p:nvPr>
        </p:nvCxnSpPr>
        <p:spPr bwMode="gray">
          <a:xfrm>
            <a:off x="10326688"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0" name="Straight Connector 269">
            <a:extLst>
              <a:ext uri="{FF2B5EF4-FFF2-40B4-BE49-F238E27FC236}">
                <a16:creationId xmlns:a16="http://schemas.microsoft.com/office/drawing/2014/main" id="{EB76A866-2FDA-3574-78DE-F0FEB07E5BE2}"/>
              </a:ext>
            </a:extLst>
          </p:cNvPr>
          <p:cNvCxnSpPr/>
          <p:nvPr>
            <p:custDataLst>
              <p:tags r:id="rId60"/>
            </p:custDataLst>
          </p:nvPr>
        </p:nvCxnSpPr>
        <p:spPr bwMode="gray">
          <a:xfrm>
            <a:off x="10045700"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9" name="Straight Connector 268">
            <a:extLst>
              <a:ext uri="{FF2B5EF4-FFF2-40B4-BE49-F238E27FC236}">
                <a16:creationId xmlns:a16="http://schemas.microsoft.com/office/drawing/2014/main" id="{D3A99DD9-B6D3-B677-7018-446D3A384979}"/>
              </a:ext>
            </a:extLst>
          </p:cNvPr>
          <p:cNvCxnSpPr/>
          <p:nvPr>
            <p:custDataLst>
              <p:tags r:id="rId61"/>
            </p:custDataLst>
          </p:nvPr>
        </p:nvCxnSpPr>
        <p:spPr bwMode="gray">
          <a:xfrm>
            <a:off x="9766300"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8" name="Straight Connector 267">
            <a:extLst>
              <a:ext uri="{FF2B5EF4-FFF2-40B4-BE49-F238E27FC236}">
                <a16:creationId xmlns:a16="http://schemas.microsoft.com/office/drawing/2014/main" id="{6D9E0EA8-10E1-6F3B-2C94-40357E06598E}"/>
              </a:ext>
            </a:extLst>
          </p:cNvPr>
          <p:cNvCxnSpPr/>
          <p:nvPr>
            <p:custDataLst>
              <p:tags r:id="rId62"/>
            </p:custDataLst>
          </p:nvPr>
        </p:nvCxnSpPr>
        <p:spPr bwMode="gray">
          <a:xfrm>
            <a:off x="9555162"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6" name="Straight Connector 265">
            <a:extLst>
              <a:ext uri="{FF2B5EF4-FFF2-40B4-BE49-F238E27FC236}">
                <a16:creationId xmlns:a16="http://schemas.microsoft.com/office/drawing/2014/main" id="{F11EE220-1CA7-66B0-2708-817D00C2683F}"/>
              </a:ext>
            </a:extLst>
          </p:cNvPr>
          <p:cNvCxnSpPr/>
          <p:nvPr>
            <p:custDataLst>
              <p:tags r:id="rId63"/>
            </p:custDataLst>
          </p:nvPr>
        </p:nvCxnSpPr>
        <p:spPr bwMode="gray">
          <a:xfrm>
            <a:off x="9275762"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7" name="Straight Connector 246">
            <a:extLst>
              <a:ext uri="{FF2B5EF4-FFF2-40B4-BE49-F238E27FC236}">
                <a16:creationId xmlns:a16="http://schemas.microsoft.com/office/drawing/2014/main" id="{D9316E8A-7822-3B63-75EE-F43ED6668978}"/>
              </a:ext>
            </a:extLst>
          </p:cNvPr>
          <p:cNvCxnSpPr/>
          <p:nvPr>
            <p:custDataLst>
              <p:tags r:id="rId64"/>
            </p:custDataLst>
          </p:nvPr>
        </p:nvCxnSpPr>
        <p:spPr bwMode="gray">
          <a:xfrm>
            <a:off x="6402388" y="1254125"/>
            <a:ext cx="120173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3A12648E-7262-8624-CFEA-DA41A2EA2B94}"/>
              </a:ext>
            </a:extLst>
          </p:cNvPr>
          <p:cNvCxnSpPr/>
          <p:nvPr>
            <p:custDataLst>
              <p:tags r:id="rId65"/>
            </p:custDataLst>
          </p:nvPr>
        </p:nvCxnSpPr>
        <p:spPr bwMode="gray">
          <a:xfrm>
            <a:off x="6823074" y="2392363"/>
            <a:ext cx="56038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408B965-24A6-4374-BBEA-ECCB314410B7}"/>
              </a:ext>
            </a:extLst>
          </p:cNvPr>
          <p:cNvCxnSpPr/>
          <p:nvPr>
            <p:custDataLst>
              <p:tags r:id="rId66"/>
            </p:custDataLst>
          </p:nvPr>
        </p:nvCxnSpPr>
        <p:spPr bwMode="gray">
          <a:xfrm>
            <a:off x="6823074" y="2214563"/>
            <a:ext cx="2095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5" name="Straight Connector 244">
            <a:extLst>
              <a:ext uri="{FF2B5EF4-FFF2-40B4-BE49-F238E27FC236}">
                <a16:creationId xmlns:a16="http://schemas.microsoft.com/office/drawing/2014/main" id="{1EEFAF70-8EF7-C0E3-3BE3-794CC9806E88}"/>
              </a:ext>
            </a:extLst>
          </p:cNvPr>
          <p:cNvCxnSpPr/>
          <p:nvPr>
            <p:custDataLst>
              <p:tags r:id="rId67"/>
            </p:custDataLst>
          </p:nvPr>
        </p:nvCxnSpPr>
        <p:spPr bwMode="gray">
          <a:xfrm>
            <a:off x="6823074" y="2027238"/>
            <a:ext cx="7810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0" name="Straight Connector 279">
            <a:extLst>
              <a:ext uri="{FF2B5EF4-FFF2-40B4-BE49-F238E27FC236}">
                <a16:creationId xmlns:a16="http://schemas.microsoft.com/office/drawing/2014/main" id="{2A8FCB12-AA48-C5D2-C280-1DD31AB45CD1}"/>
              </a:ext>
            </a:extLst>
          </p:cNvPr>
          <p:cNvCxnSpPr/>
          <p:nvPr>
            <p:custDataLst>
              <p:tags r:id="rId68"/>
            </p:custDataLst>
          </p:nvPr>
        </p:nvCxnSpPr>
        <p:spPr bwMode="gray">
          <a:xfrm>
            <a:off x="7913687" y="5170488"/>
            <a:ext cx="30003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2" name="Straight Connector 261">
            <a:extLst>
              <a:ext uri="{FF2B5EF4-FFF2-40B4-BE49-F238E27FC236}">
                <a16:creationId xmlns:a16="http://schemas.microsoft.com/office/drawing/2014/main" id="{6550E819-7553-A93A-9608-78951B7A6226}"/>
              </a:ext>
            </a:extLst>
          </p:cNvPr>
          <p:cNvCxnSpPr/>
          <p:nvPr>
            <p:custDataLst>
              <p:tags r:id="rId69"/>
            </p:custDataLst>
          </p:nvPr>
        </p:nvCxnSpPr>
        <p:spPr bwMode="gray">
          <a:xfrm>
            <a:off x="8994774" y="4238625"/>
            <a:ext cx="28829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4" name="Straight Connector 243">
            <a:extLst>
              <a:ext uri="{FF2B5EF4-FFF2-40B4-BE49-F238E27FC236}">
                <a16:creationId xmlns:a16="http://schemas.microsoft.com/office/drawing/2014/main" id="{31AD11BD-CF8E-8844-D662-413890DCB9AD}"/>
              </a:ext>
            </a:extLst>
          </p:cNvPr>
          <p:cNvCxnSpPr/>
          <p:nvPr>
            <p:custDataLst>
              <p:tags r:id="rId70"/>
            </p:custDataLst>
          </p:nvPr>
        </p:nvCxnSpPr>
        <p:spPr bwMode="gray">
          <a:xfrm>
            <a:off x="7383463" y="2747963"/>
            <a:ext cx="220663"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88FBC05-4274-41FC-A3EF-AD8EEBDE1094}"/>
              </a:ext>
            </a:extLst>
          </p:cNvPr>
          <p:cNvCxnSpPr/>
          <p:nvPr>
            <p:custDataLst>
              <p:tags r:id="rId71"/>
            </p:custDataLst>
          </p:nvPr>
        </p:nvCxnSpPr>
        <p:spPr bwMode="gray">
          <a:xfrm>
            <a:off x="6702424" y="1841500"/>
            <a:ext cx="1206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3" name="Straight Connector 52">
            <a:extLst>
              <a:ext uri="{FF2B5EF4-FFF2-40B4-BE49-F238E27FC236}">
                <a16:creationId xmlns:a16="http://schemas.microsoft.com/office/drawing/2014/main" id="{4833052B-C7A6-4D94-9CEA-819460DD9C88}"/>
              </a:ext>
            </a:extLst>
          </p:cNvPr>
          <p:cNvCxnSpPr/>
          <p:nvPr>
            <p:custDataLst>
              <p:tags r:id="rId72"/>
            </p:custDataLst>
          </p:nvPr>
        </p:nvCxnSpPr>
        <p:spPr bwMode="gray">
          <a:xfrm>
            <a:off x="6402387" y="1662113"/>
            <a:ext cx="280988"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77" name="Straight Connector 276">
            <a:extLst>
              <a:ext uri="{FF2B5EF4-FFF2-40B4-BE49-F238E27FC236}">
                <a16:creationId xmlns:a16="http://schemas.microsoft.com/office/drawing/2014/main" id="{2F751D40-1888-5393-96D6-FF3CE55C01CB}"/>
              </a:ext>
            </a:extLst>
          </p:cNvPr>
          <p:cNvCxnSpPr/>
          <p:nvPr>
            <p:custDataLst>
              <p:tags r:id="rId73"/>
            </p:custDataLst>
          </p:nvPr>
        </p:nvCxnSpPr>
        <p:spPr bwMode="gray">
          <a:xfrm>
            <a:off x="8994774" y="3865563"/>
            <a:ext cx="28829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8" name="Straight Connector 277">
            <a:extLst>
              <a:ext uri="{FF2B5EF4-FFF2-40B4-BE49-F238E27FC236}">
                <a16:creationId xmlns:a16="http://schemas.microsoft.com/office/drawing/2014/main" id="{5570299D-6019-2319-1543-DDD71F140458}"/>
              </a:ext>
            </a:extLst>
          </p:cNvPr>
          <p:cNvCxnSpPr/>
          <p:nvPr>
            <p:custDataLst>
              <p:tags r:id="rId74"/>
            </p:custDataLst>
          </p:nvPr>
        </p:nvCxnSpPr>
        <p:spPr bwMode="gray">
          <a:xfrm>
            <a:off x="7604125" y="2936875"/>
            <a:ext cx="42735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9" name="Straight Connector 278">
            <a:extLst>
              <a:ext uri="{FF2B5EF4-FFF2-40B4-BE49-F238E27FC236}">
                <a16:creationId xmlns:a16="http://schemas.microsoft.com/office/drawing/2014/main" id="{D039E9D3-6A7A-36A6-8933-334693B16AF8}"/>
              </a:ext>
            </a:extLst>
          </p:cNvPr>
          <p:cNvCxnSpPr/>
          <p:nvPr>
            <p:custDataLst>
              <p:tags r:id="rId75"/>
            </p:custDataLst>
          </p:nvPr>
        </p:nvCxnSpPr>
        <p:spPr bwMode="gray">
          <a:xfrm>
            <a:off x="7604125" y="4992688"/>
            <a:ext cx="309563"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1" name="Straight Connector 280">
            <a:extLst>
              <a:ext uri="{FF2B5EF4-FFF2-40B4-BE49-F238E27FC236}">
                <a16:creationId xmlns:a16="http://schemas.microsoft.com/office/drawing/2014/main" id="{C0375E5D-36CD-8345-D9C0-E6DFA01D36CD}"/>
              </a:ext>
            </a:extLst>
          </p:cNvPr>
          <p:cNvCxnSpPr/>
          <p:nvPr>
            <p:custDataLst>
              <p:tags r:id="rId76"/>
            </p:custDataLst>
          </p:nvPr>
        </p:nvCxnSpPr>
        <p:spPr bwMode="gray">
          <a:xfrm>
            <a:off x="8213725" y="5348288"/>
            <a:ext cx="9207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2" name="Straight Connector 281">
            <a:extLst>
              <a:ext uri="{FF2B5EF4-FFF2-40B4-BE49-F238E27FC236}">
                <a16:creationId xmlns:a16="http://schemas.microsoft.com/office/drawing/2014/main" id="{01B2AA83-0D25-B654-8C76-8FF20833F37C}"/>
              </a:ext>
            </a:extLst>
          </p:cNvPr>
          <p:cNvCxnSpPr/>
          <p:nvPr>
            <p:custDataLst>
              <p:tags r:id="rId77"/>
            </p:custDataLst>
          </p:nvPr>
        </p:nvCxnSpPr>
        <p:spPr bwMode="gray">
          <a:xfrm>
            <a:off x="9134474" y="5526088"/>
            <a:ext cx="28098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4" name="Straight Connector 283">
            <a:extLst>
              <a:ext uri="{FF2B5EF4-FFF2-40B4-BE49-F238E27FC236}">
                <a16:creationId xmlns:a16="http://schemas.microsoft.com/office/drawing/2014/main" id="{A5BC7DF6-D3D4-06C8-1C5C-05174BCFA6A6}"/>
              </a:ext>
            </a:extLst>
          </p:cNvPr>
          <p:cNvCxnSpPr/>
          <p:nvPr>
            <p:custDataLst>
              <p:tags r:id="rId78"/>
            </p:custDataLst>
          </p:nvPr>
        </p:nvCxnSpPr>
        <p:spPr bwMode="gray">
          <a:xfrm>
            <a:off x="7604125" y="4802188"/>
            <a:ext cx="4273550" cy="0"/>
          </a:xfrm>
          <a:prstGeom prst="line">
            <a:avLst/>
          </a:prstGeom>
          <a:ln w="88900" cap="flat" cmpd="sng" algn="ctr">
            <a:solidFill>
              <a:srgbClr val="464646"/>
            </a:solidFill>
            <a:prstDash val="solid"/>
            <a:round/>
            <a:headEnd type="none" w="med" len="med"/>
            <a:tailEnd type="none" w="sm" len="sm"/>
          </a:ln>
          <a:effectLst/>
        </p:spPr>
        <p:style>
          <a:lnRef idx="1">
            <a:schemeClr val="dk1"/>
          </a:lnRef>
          <a:fillRef idx="0">
            <a:schemeClr val="dk1"/>
          </a:fillRef>
          <a:effectRef idx="0">
            <a:schemeClr val="dk1"/>
          </a:effectRef>
          <a:fontRef idx="minor">
            <a:schemeClr val="tx1"/>
          </a:fontRef>
        </p:style>
      </p:cxnSp>
      <p:cxnSp>
        <p:nvCxnSpPr>
          <p:cNvPr id="285" name="Straight Connector 284">
            <a:extLst>
              <a:ext uri="{FF2B5EF4-FFF2-40B4-BE49-F238E27FC236}">
                <a16:creationId xmlns:a16="http://schemas.microsoft.com/office/drawing/2014/main" id="{42A7C9B9-D346-ABC6-EAE0-11DA73474ABA}"/>
              </a:ext>
            </a:extLst>
          </p:cNvPr>
          <p:cNvCxnSpPr/>
          <p:nvPr>
            <p:custDataLst>
              <p:tags r:id="rId79"/>
            </p:custDataLst>
          </p:nvPr>
        </p:nvCxnSpPr>
        <p:spPr bwMode="gray">
          <a:xfrm>
            <a:off x="9134474" y="6078538"/>
            <a:ext cx="35083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1" name="Straight Connector 260">
            <a:extLst>
              <a:ext uri="{FF2B5EF4-FFF2-40B4-BE49-F238E27FC236}">
                <a16:creationId xmlns:a16="http://schemas.microsoft.com/office/drawing/2014/main" id="{EF5E7017-406C-F6E9-10F4-937094A81F52}"/>
              </a:ext>
            </a:extLst>
          </p:cNvPr>
          <p:cNvCxnSpPr/>
          <p:nvPr>
            <p:custDataLst>
              <p:tags r:id="rId80"/>
            </p:custDataLst>
          </p:nvPr>
        </p:nvCxnSpPr>
        <p:spPr bwMode="gray">
          <a:xfrm>
            <a:off x="8994774" y="4052888"/>
            <a:ext cx="28829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1" name="Straight Connector 240">
            <a:extLst>
              <a:ext uri="{FF2B5EF4-FFF2-40B4-BE49-F238E27FC236}">
                <a16:creationId xmlns:a16="http://schemas.microsoft.com/office/drawing/2014/main" id="{08D6CF72-0915-D0B4-D41A-7A0FFA1B02E9}"/>
              </a:ext>
            </a:extLst>
          </p:cNvPr>
          <p:cNvCxnSpPr/>
          <p:nvPr>
            <p:custDataLst>
              <p:tags r:id="rId81"/>
            </p:custDataLst>
          </p:nvPr>
        </p:nvCxnSpPr>
        <p:spPr bwMode="gray">
          <a:xfrm>
            <a:off x="6402387" y="1463675"/>
            <a:ext cx="42068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3D891784-B8A0-41C1-87E1-41583C246698}"/>
              </a:ext>
            </a:extLst>
          </p:cNvPr>
          <p:cNvCxnSpPr/>
          <p:nvPr>
            <p:custDataLst>
              <p:tags r:id="rId82"/>
            </p:custDataLst>
          </p:nvPr>
        </p:nvCxnSpPr>
        <p:spPr bwMode="gray">
          <a:xfrm>
            <a:off x="8643937" y="3679825"/>
            <a:ext cx="35083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AD8FF98F-A2F4-40D3-9587-11EFAA755E9C}"/>
              </a:ext>
            </a:extLst>
          </p:cNvPr>
          <p:cNvCxnSpPr/>
          <p:nvPr>
            <p:custDataLst>
              <p:tags r:id="rId83"/>
            </p:custDataLst>
          </p:nvPr>
        </p:nvCxnSpPr>
        <p:spPr bwMode="gray">
          <a:xfrm>
            <a:off x="8364537" y="3502025"/>
            <a:ext cx="2794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9" name="Straight Connector 258">
            <a:extLst>
              <a:ext uri="{FF2B5EF4-FFF2-40B4-BE49-F238E27FC236}">
                <a16:creationId xmlns:a16="http://schemas.microsoft.com/office/drawing/2014/main" id="{1B27D605-4DC2-D1FE-A1E2-C30E31807495}"/>
              </a:ext>
            </a:extLst>
          </p:cNvPr>
          <p:cNvCxnSpPr/>
          <p:nvPr>
            <p:custDataLst>
              <p:tags r:id="rId84"/>
            </p:custDataLst>
          </p:nvPr>
        </p:nvCxnSpPr>
        <p:spPr bwMode="gray">
          <a:xfrm>
            <a:off x="7604125" y="3324225"/>
            <a:ext cx="760413"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5" name="Straight Connector 264">
            <a:extLst>
              <a:ext uri="{FF2B5EF4-FFF2-40B4-BE49-F238E27FC236}">
                <a16:creationId xmlns:a16="http://schemas.microsoft.com/office/drawing/2014/main" id="{877BC101-B69A-77C3-7B27-DFD339CC45C9}"/>
              </a:ext>
            </a:extLst>
          </p:cNvPr>
          <p:cNvCxnSpPr/>
          <p:nvPr>
            <p:custDataLst>
              <p:tags r:id="rId85"/>
            </p:custDataLst>
          </p:nvPr>
        </p:nvCxnSpPr>
        <p:spPr bwMode="gray">
          <a:xfrm>
            <a:off x="8994774" y="4418013"/>
            <a:ext cx="13970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0" name="Straight Connector 259">
            <a:extLst>
              <a:ext uri="{FF2B5EF4-FFF2-40B4-BE49-F238E27FC236}">
                <a16:creationId xmlns:a16="http://schemas.microsoft.com/office/drawing/2014/main" id="{713B0104-696B-3DC9-CF00-2E76375D31B8}"/>
              </a:ext>
            </a:extLst>
          </p:cNvPr>
          <p:cNvCxnSpPr/>
          <p:nvPr>
            <p:custDataLst>
              <p:tags r:id="rId86"/>
            </p:custDataLst>
          </p:nvPr>
        </p:nvCxnSpPr>
        <p:spPr bwMode="gray">
          <a:xfrm>
            <a:off x="7604124" y="3132138"/>
            <a:ext cx="13906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7" name="Straight Connector 286">
            <a:extLst>
              <a:ext uri="{FF2B5EF4-FFF2-40B4-BE49-F238E27FC236}">
                <a16:creationId xmlns:a16="http://schemas.microsoft.com/office/drawing/2014/main" id="{7C682A46-09E5-7EA8-B73C-FBA60A5F04A4}"/>
              </a:ext>
            </a:extLst>
          </p:cNvPr>
          <p:cNvCxnSpPr/>
          <p:nvPr>
            <p:custDataLst>
              <p:tags r:id="rId87"/>
            </p:custDataLst>
          </p:nvPr>
        </p:nvCxnSpPr>
        <p:spPr bwMode="gray">
          <a:xfrm>
            <a:off x="7604125" y="4606925"/>
            <a:ext cx="4273550"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3" name="Straight Connector 242">
            <a:extLst>
              <a:ext uri="{FF2B5EF4-FFF2-40B4-BE49-F238E27FC236}">
                <a16:creationId xmlns:a16="http://schemas.microsoft.com/office/drawing/2014/main" id="{76D516D9-A81E-4AEE-B9DF-1D5297110B8D}"/>
              </a:ext>
            </a:extLst>
          </p:cNvPr>
          <p:cNvCxnSpPr/>
          <p:nvPr>
            <p:custDataLst>
              <p:tags r:id="rId88"/>
            </p:custDataLst>
          </p:nvPr>
        </p:nvCxnSpPr>
        <p:spPr bwMode="gray">
          <a:xfrm>
            <a:off x="7032624" y="2570163"/>
            <a:ext cx="420688" cy="0"/>
          </a:xfrm>
          <a:prstGeom prst="line">
            <a:avLst/>
          </a:prstGeom>
          <a:ln w="88900" cap="flat" cmpd="sng" algn="ctr">
            <a:solidFill>
              <a:srgbClr val="46464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6" name="Text Placeholder 2">
            <a:extLst>
              <a:ext uri="{FF2B5EF4-FFF2-40B4-BE49-F238E27FC236}">
                <a16:creationId xmlns:a16="http://schemas.microsoft.com/office/drawing/2014/main" id="{C6E7015C-C21C-446D-8728-CA6C478EAEE4}"/>
              </a:ext>
            </a:extLst>
          </p:cNvPr>
          <p:cNvSpPr>
            <a:spLocks noGrp="1"/>
          </p:cNvSpPr>
          <p:nvPr>
            <p:custDataLst>
              <p:tags r:id="rId89"/>
            </p:custDataLst>
          </p:nvPr>
        </p:nvSpPr>
        <p:spPr bwMode="auto">
          <a:xfrm>
            <a:off x="507999" y="1169988"/>
            <a:ext cx="4103688" cy="182563"/>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200" b="1" strike="noStrike" kern="1200" cap="none" spc="0" normalizeH="0" noProof="0" dirty="0">
                <a:ln>
                  <a:noFill/>
                </a:ln>
                <a:solidFill>
                  <a:srgbClr val="FFFFFF"/>
                </a:solidFill>
                <a:effectLst/>
                <a:uLnTx/>
                <a:uFillTx/>
                <a:latin typeface="Arial"/>
                <a:ea typeface="+mn-ea"/>
                <a:cs typeface="+mn-cs"/>
              </a:rPr>
              <a:t>مراجعة قدرات وخطط التنفيذ الحالية</a:t>
            </a:r>
          </a:p>
        </p:txBody>
      </p:sp>
      <p:sp>
        <p:nvSpPr>
          <p:cNvPr id="252" name="Text Placeholder 2">
            <a:extLst>
              <a:ext uri="{FF2B5EF4-FFF2-40B4-BE49-F238E27FC236}">
                <a16:creationId xmlns:a16="http://schemas.microsoft.com/office/drawing/2014/main" id="{5CED0CE2-F065-2DD8-1BD9-B282DAE382D3}"/>
              </a:ext>
            </a:extLst>
          </p:cNvPr>
          <p:cNvSpPr>
            <a:spLocks noGrp="1"/>
          </p:cNvSpPr>
          <p:nvPr>
            <p:custDataLst>
              <p:tags r:id="rId90"/>
            </p:custDataLst>
          </p:nvPr>
        </p:nvSpPr>
        <p:spPr bwMode="auto">
          <a:xfrm>
            <a:off x="508001" y="4343400"/>
            <a:ext cx="4638675"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التنسيق مع الجهات ذات العلاقة ومواءمة مؤشرات الأداء</a:t>
            </a:r>
          </a:p>
        </p:txBody>
      </p:sp>
      <p:sp>
        <p:nvSpPr>
          <p:cNvPr id="250" name="Text Placeholder 2">
            <a:extLst>
              <a:ext uri="{FF2B5EF4-FFF2-40B4-BE49-F238E27FC236}">
                <a16:creationId xmlns:a16="http://schemas.microsoft.com/office/drawing/2014/main" id="{0683F5F3-BA1C-6B04-FDA3-AE8DD6AD8A5A}"/>
              </a:ext>
            </a:extLst>
          </p:cNvPr>
          <p:cNvSpPr>
            <a:spLocks noGrp="1"/>
          </p:cNvSpPr>
          <p:nvPr>
            <p:custDataLst>
              <p:tags r:id="rId91"/>
            </p:custDataLst>
          </p:nvPr>
        </p:nvSpPr>
        <p:spPr bwMode="auto">
          <a:xfrm>
            <a:off x="508000" y="4164013"/>
            <a:ext cx="5173663"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متابعة تنفيذ المبادرات والبرامج وتحديد التحديات الرئيسية والصعوبات المحتملة</a:t>
            </a:r>
          </a:p>
        </p:txBody>
      </p:sp>
      <p:sp>
        <p:nvSpPr>
          <p:cNvPr id="65" name="Text Placeholder 2">
            <a:extLst>
              <a:ext uri="{FF2B5EF4-FFF2-40B4-BE49-F238E27FC236}">
                <a16:creationId xmlns:a16="http://schemas.microsoft.com/office/drawing/2014/main" id="{6FC0A5A0-F0FE-456A-BBBA-254301B61CE8}"/>
              </a:ext>
            </a:extLst>
          </p:cNvPr>
          <p:cNvSpPr>
            <a:spLocks noGrp="1"/>
          </p:cNvSpPr>
          <p:nvPr>
            <p:custDataLst>
              <p:tags r:id="rId92"/>
            </p:custDataLst>
          </p:nvPr>
        </p:nvSpPr>
        <p:spPr bwMode="auto">
          <a:xfrm>
            <a:off x="508000" y="4529138"/>
            <a:ext cx="427037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100" b="1" strike="noStrike" kern="1200" cap="none" spc="0" normalizeH="0" noProof="0" dirty="0">
                <a:ln>
                  <a:noFill/>
                </a:ln>
                <a:solidFill>
                  <a:srgbClr val="FFFFFF"/>
                </a:solidFill>
                <a:effectLst/>
                <a:uLnTx/>
                <a:uFillTx/>
                <a:latin typeface="Arial"/>
                <a:ea typeface="+mn-ea"/>
                <a:cs typeface="+mn-cs"/>
              </a:rPr>
              <a:t>تقديم الدعم الاستشاري لخصخصة خدمات المركز</a:t>
            </a:r>
          </a:p>
        </p:txBody>
      </p:sp>
      <p:sp>
        <p:nvSpPr>
          <p:cNvPr id="183" name="Text Placeholder 2">
            <a:extLst>
              <a:ext uri="{FF2B5EF4-FFF2-40B4-BE49-F238E27FC236}">
                <a16:creationId xmlns:a16="http://schemas.microsoft.com/office/drawing/2014/main" id="{AB35DD53-5B5E-45BA-B3E9-18F055CFE56C}"/>
              </a:ext>
            </a:extLst>
          </p:cNvPr>
          <p:cNvSpPr>
            <a:spLocks noGrp="1"/>
          </p:cNvSpPr>
          <p:nvPr>
            <p:custDataLst>
              <p:tags r:id="rId93"/>
            </p:custDataLst>
          </p:nvPr>
        </p:nvSpPr>
        <p:spPr bwMode="auto">
          <a:xfrm>
            <a:off x="507999" y="4918075"/>
            <a:ext cx="581025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تحديد الخدمات الحالية التي تم تخصيصها وتلك المرشحة للتخصيص وترتيبها بحسب الأولوية وتحديد فرص التحسين</a:t>
            </a:r>
          </a:p>
        </p:txBody>
      </p:sp>
      <p:sp>
        <p:nvSpPr>
          <p:cNvPr id="109" name="Text Placeholder 2">
            <a:extLst>
              <a:ext uri="{FF2B5EF4-FFF2-40B4-BE49-F238E27FC236}">
                <a16:creationId xmlns:a16="http://schemas.microsoft.com/office/drawing/2014/main" id="{6E38DBB6-96F6-4405-B3B2-BF9ACDB8DAAF}"/>
              </a:ext>
            </a:extLst>
          </p:cNvPr>
          <p:cNvSpPr>
            <a:spLocks noGrp="1"/>
          </p:cNvSpPr>
          <p:nvPr>
            <p:custDataLst>
              <p:tags r:id="rId94"/>
            </p:custDataLst>
          </p:nvPr>
        </p:nvSpPr>
        <p:spPr bwMode="auto">
          <a:xfrm>
            <a:off x="508000" y="5095875"/>
            <a:ext cx="5354638"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تحليل الفوائد الاقتصادية والإدارية والتشغيلية من تخصيص الخدمات المرشحة</a:t>
            </a:r>
          </a:p>
        </p:txBody>
      </p:sp>
      <p:sp>
        <p:nvSpPr>
          <p:cNvPr id="178" name="Text Placeholder 2">
            <a:extLst>
              <a:ext uri="{FF2B5EF4-FFF2-40B4-BE49-F238E27FC236}">
                <a16:creationId xmlns:a16="http://schemas.microsoft.com/office/drawing/2014/main" id="{D776ECBA-4E61-67F7-3F16-FC2CFB517A07}"/>
              </a:ext>
            </a:extLst>
          </p:cNvPr>
          <p:cNvSpPr>
            <a:spLocks noGrp="1"/>
          </p:cNvSpPr>
          <p:nvPr>
            <p:custDataLst>
              <p:tags r:id="rId95"/>
            </p:custDataLst>
          </p:nvPr>
        </p:nvSpPr>
        <p:spPr bwMode="auto">
          <a:xfrm>
            <a:off x="508000" y="5273675"/>
            <a:ext cx="4840288"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إجراء تحليل مالي وتقييم السوق للخدمات التي يمكن تخصيصها</a:t>
            </a:r>
          </a:p>
        </p:txBody>
      </p:sp>
      <p:sp>
        <p:nvSpPr>
          <p:cNvPr id="182" name="Text Placeholder 2">
            <a:extLst>
              <a:ext uri="{FF2B5EF4-FFF2-40B4-BE49-F238E27FC236}">
                <a16:creationId xmlns:a16="http://schemas.microsoft.com/office/drawing/2014/main" id="{1852B8AF-537C-1312-D12E-F7D5B639FED7}"/>
              </a:ext>
            </a:extLst>
          </p:cNvPr>
          <p:cNvSpPr>
            <a:spLocks noGrp="1"/>
          </p:cNvSpPr>
          <p:nvPr>
            <p:custDataLst>
              <p:tags r:id="rId96"/>
            </p:custDataLst>
          </p:nvPr>
        </p:nvSpPr>
        <p:spPr bwMode="auto">
          <a:xfrm>
            <a:off x="508000" y="5451475"/>
            <a:ext cx="426720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تحديد نماذج الشراكة والحوكمة بين القطاعين العام والخاص</a:t>
            </a:r>
          </a:p>
        </p:txBody>
      </p:sp>
      <p:sp>
        <p:nvSpPr>
          <p:cNvPr id="180" name="Text Placeholder 2">
            <a:extLst>
              <a:ext uri="{FF2B5EF4-FFF2-40B4-BE49-F238E27FC236}">
                <a16:creationId xmlns:a16="http://schemas.microsoft.com/office/drawing/2014/main" id="{67D66AA7-D208-0040-425B-66BED3BAEF06}"/>
              </a:ext>
            </a:extLst>
          </p:cNvPr>
          <p:cNvSpPr>
            <a:spLocks noGrp="1"/>
          </p:cNvSpPr>
          <p:nvPr>
            <p:custDataLst>
              <p:tags r:id="rId97"/>
            </p:custDataLst>
          </p:nvPr>
        </p:nvSpPr>
        <p:spPr bwMode="auto">
          <a:xfrm>
            <a:off x="508001" y="5629275"/>
            <a:ext cx="3724275"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إعداد تقارير دورية حول التقدم المحرز في تخصيص الخدمات</a:t>
            </a:r>
          </a:p>
        </p:txBody>
      </p:sp>
      <p:sp>
        <p:nvSpPr>
          <p:cNvPr id="68" name="Text Placeholder 2">
            <a:extLst>
              <a:ext uri="{FF2B5EF4-FFF2-40B4-BE49-F238E27FC236}">
                <a16:creationId xmlns:a16="http://schemas.microsoft.com/office/drawing/2014/main" id="{8684229C-6E59-4C32-BF6E-216258702E81}"/>
              </a:ext>
            </a:extLst>
          </p:cNvPr>
          <p:cNvSpPr>
            <a:spLocks noGrp="1"/>
          </p:cNvSpPr>
          <p:nvPr>
            <p:custDataLst>
              <p:tags r:id="rId98"/>
            </p:custDataLst>
          </p:nvPr>
        </p:nvSpPr>
        <p:spPr bwMode="auto">
          <a:xfrm>
            <a:off x="508000" y="3978275"/>
            <a:ext cx="506095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دعم الجهات المسؤولة عن المبادرات البرامج في تطوير خطط العمل والميزانيات ومؤشرات الأداء الرئيسية</a:t>
            </a:r>
          </a:p>
        </p:txBody>
      </p:sp>
      <p:sp>
        <p:nvSpPr>
          <p:cNvPr id="205" name="Text Placeholder 2">
            <a:extLst>
              <a:ext uri="{FF2B5EF4-FFF2-40B4-BE49-F238E27FC236}">
                <a16:creationId xmlns:a16="http://schemas.microsoft.com/office/drawing/2014/main" id="{22649D47-6E2C-ADCB-7E13-C577503B57A6}"/>
              </a:ext>
            </a:extLst>
          </p:cNvPr>
          <p:cNvSpPr>
            <a:spLocks noGrp="1"/>
          </p:cNvSpPr>
          <p:nvPr>
            <p:custDataLst>
              <p:tags r:id="rId99"/>
            </p:custDataLst>
          </p:nvPr>
        </p:nvSpPr>
        <p:spPr bwMode="auto">
          <a:xfrm>
            <a:off x="508000" y="5816600"/>
            <a:ext cx="3716338"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b="1" strike="noStrike" kern="1200" cap="none" spc="0" normalizeH="0" noProof="0" dirty="0">
                <a:ln>
                  <a:noFill/>
                </a:ln>
                <a:solidFill>
                  <a:srgbClr val="000000"/>
                </a:solidFill>
                <a:effectLst/>
                <a:uLnTx/>
                <a:uFillTx/>
                <a:latin typeface="Arial"/>
                <a:ea typeface="+mn-ea"/>
                <a:cs typeface="+mn-cs"/>
              </a:rPr>
              <a:t>بناء قدرات فريق تنفيذ المبادرات</a:t>
            </a:r>
          </a:p>
        </p:txBody>
      </p:sp>
      <p:sp>
        <p:nvSpPr>
          <p:cNvPr id="255" name="Text Placeholder 2">
            <a:extLst>
              <a:ext uri="{FF2B5EF4-FFF2-40B4-BE49-F238E27FC236}">
                <a16:creationId xmlns:a16="http://schemas.microsoft.com/office/drawing/2014/main" id="{731C7BA2-9642-667C-EA3C-761B42E49402}"/>
              </a:ext>
            </a:extLst>
          </p:cNvPr>
          <p:cNvSpPr>
            <a:spLocks noGrp="1"/>
          </p:cNvSpPr>
          <p:nvPr>
            <p:custDataLst>
              <p:tags r:id="rId100"/>
            </p:custDataLst>
          </p:nvPr>
        </p:nvSpPr>
        <p:spPr bwMode="auto">
          <a:xfrm>
            <a:off x="508000" y="6003925"/>
            <a:ext cx="448945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إعداد المواد التدريبية لإدارة المشروع وتنفيذ الاستراتيجية</a:t>
            </a:r>
          </a:p>
        </p:txBody>
      </p:sp>
      <p:sp>
        <p:nvSpPr>
          <p:cNvPr id="257" name="Text Placeholder 2">
            <a:extLst>
              <a:ext uri="{FF2B5EF4-FFF2-40B4-BE49-F238E27FC236}">
                <a16:creationId xmlns:a16="http://schemas.microsoft.com/office/drawing/2014/main" id="{6CBD669E-2182-4F16-DE63-4154E16448E5}"/>
              </a:ext>
            </a:extLst>
          </p:cNvPr>
          <p:cNvSpPr>
            <a:spLocks noGrp="1"/>
          </p:cNvSpPr>
          <p:nvPr>
            <p:custDataLst>
              <p:tags r:id="rId101"/>
            </p:custDataLst>
          </p:nvPr>
        </p:nvSpPr>
        <p:spPr bwMode="auto">
          <a:xfrm>
            <a:off x="508000" y="6181725"/>
            <a:ext cx="471170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عقد جلسات تدريبية وورش عمل دورية لأعضاء الفريق المعنيين</a:t>
            </a:r>
          </a:p>
        </p:txBody>
      </p:sp>
      <p:sp>
        <p:nvSpPr>
          <p:cNvPr id="195" name="Text Placeholder 2">
            <a:extLst>
              <a:ext uri="{FF2B5EF4-FFF2-40B4-BE49-F238E27FC236}">
                <a16:creationId xmlns:a16="http://schemas.microsoft.com/office/drawing/2014/main" id="{8CEF96A1-85A0-D2F9-8626-749169C9E243}"/>
              </a:ext>
            </a:extLst>
          </p:cNvPr>
          <p:cNvSpPr>
            <a:spLocks noGrp="1"/>
          </p:cNvSpPr>
          <p:nvPr>
            <p:custDataLst>
              <p:tags r:id="rId102"/>
            </p:custDataLst>
          </p:nvPr>
        </p:nvSpPr>
        <p:spPr bwMode="auto">
          <a:xfrm>
            <a:off x="508001" y="3790950"/>
            <a:ext cx="5319713"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ts val="100"/>
              </a:spcBef>
              <a:spcAft>
                <a:spcPts val="60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تقديم الدعم اللازم لدفع تنفيذ المبادرات والبرامج ومتابعة التنفيذ</a:t>
            </a:r>
          </a:p>
        </p:txBody>
      </p:sp>
      <p:sp>
        <p:nvSpPr>
          <p:cNvPr id="172" name="Text Placeholder 2">
            <a:extLst>
              <a:ext uri="{FF2B5EF4-FFF2-40B4-BE49-F238E27FC236}">
                <a16:creationId xmlns:a16="http://schemas.microsoft.com/office/drawing/2014/main" id="{E22D7F0F-2B8D-5DB5-AF5B-31F8C34FF259}"/>
              </a:ext>
            </a:extLst>
          </p:cNvPr>
          <p:cNvSpPr>
            <a:spLocks noGrp="1"/>
          </p:cNvSpPr>
          <p:nvPr>
            <p:custDataLst>
              <p:tags r:id="rId103"/>
            </p:custDataLst>
          </p:nvPr>
        </p:nvSpPr>
        <p:spPr bwMode="auto">
          <a:xfrm>
            <a:off x="508000" y="2317750"/>
            <a:ext cx="4278313"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تقييم حالة تنفيذ مبادرات وبرامج المركز</a:t>
            </a:r>
          </a:p>
        </p:txBody>
      </p:sp>
      <p:sp>
        <p:nvSpPr>
          <p:cNvPr id="70" name="Text Placeholder 2">
            <a:extLst>
              <a:ext uri="{FF2B5EF4-FFF2-40B4-BE49-F238E27FC236}">
                <a16:creationId xmlns:a16="http://schemas.microsoft.com/office/drawing/2014/main" id="{23EC14B1-06A4-45E2-979B-AB406151B035}"/>
              </a:ext>
            </a:extLst>
          </p:cNvPr>
          <p:cNvSpPr>
            <a:spLocks noGrp="1"/>
          </p:cNvSpPr>
          <p:nvPr>
            <p:custDataLst>
              <p:tags r:id="rId104"/>
            </p:custDataLst>
          </p:nvPr>
        </p:nvSpPr>
        <p:spPr bwMode="auto">
          <a:xfrm>
            <a:off x="508001" y="1587500"/>
            <a:ext cx="4881563"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إجراء مقابلات مع أصحاب المصلحة والجهات المعنية في المركز لفهم الأهداف والتطلعات والتحديات</a:t>
            </a:r>
          </a:p>
        </p:txBody>
      </p:sp>
      <p:sp>
        <p:nvSpPr>
          <p:cNvPr id="189" name="Text Placeholder 2">
            <a:extLst>
              <a:ext uri="{FF2B5EF4-FFF2-40B4-BE49-F238E27FC236}">
                <a16:creationId xmlns:a16="http://schemas.microsoft.com/office/drawing/2014/main" id="{AA7DBCB7-BB87-80C7-CCE6-700D107A9233}"/>
              </a:ext>
            </a:extLst>
          </p:cNvPr>
          <p:cNvSpPr>
            <a:spLocks noGrp="1"/>
          </p:cNvSpPr>
          <p:nvPr>
            <p:custDataLst>
              <p:tags r:id="rId105"/>
            </p:custDataLst>
          </p:nvPr>
        </p:nvSpPr>
        <p:spPr bwMode="auto">
          <a:xfrm>
            <a:off x="508001" y="1952625"/>
            <a:ext cx="4244975"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b="1" strike="noStrike" kern="1200" cap="none" spc="0" normalizeH="0" noProof="0" dirty="0">
                <a:ln>
                  <a:noFill/>
                </a:ln>
                <a:solidFill>
                  <a:srgbClr val="000000"/>
                </a:solidFill>
                <a:effectLst/>
                <a:uLnTx/>
                <a:uFillTx/>
                <a:latin typeface="Arial"/>
                <a:ea typeface="+mn-ea"/>
                <a:cs typeface="+mn-cs"/>
              </a:rPr>
              <a:t>مواءمة وتوحيد خرائط طريق التنفيذ الحالية في المركز</a:t>
            </a:r>
          </a:p>
        </p:txBody>
      </p:sp>
      <p:sp>
        <p:nvSpPr>
          <p:cNvPr id="174" name="Text Placeholder 2">
            <a:extLst>
              <a:ext uri="{FF2B5EF4-FFF2-40B4-BE49-F238E27FC236}">
                <a16:creationId xmlns:a16="http://schemas.microsoft.com/office/drawing/2014/main" id="{8D0F36AB-A01B-B7AB-822C-CACFE4C45A63}"/>
              </a:ext>
            </a:extLst>
          </p:cNvPr>
          <p:cNvSpPr>
            <a:spLocks noGrp="1"/>
          </p:cNvSpPr>
          <p:nvPr>
            <p:custDataLst>
              <p:tags r:id="rId106"/>
            </p:custDataLst>
          </p:nvPr>
        </p:nvSpPr>
        <p:spPr bwMode="auto">
          <a:xfrm>
            <a:off x="508000" y="2495550"/>
            <a:ext cx="5667375"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تقييم إمكانية وأثر تسريع تنفيذ المبادرات والبرامج</a:t>
            </a:r>
          </a:p>
        </p:txBody>
      </p:sp>
      <p:sp>
        <p:nvSpPr>
          <p:cNvPr id="99" name="Text Placeholder 2">
            <a:extLst>
              <a:ext uri="{FF2B5EF4-FFF2-40B4-BE49-F238E27FC236}">
                <a16:creationId xmlns:a16="http://schemas.microsoft.com/office/drawing/2014/main" id="{1D6EE563-02AA-4121-A060-71E1CA3AE348}"/>
              </a:ext>
            </a:extLst>
          </p:cNvPr>
          <p:cNvSpPr>
            <a:spLocks noGrp="1"/>
          </p:cNvSpPr>
          <p:nvPr>
            <p:custDataLst>
              <p:tags r:id="rId107"/>
            </p:custDataLst>
          </p:nvPr>
        </p:nvSpPr>
        <p:spPr bwMode="auto">
          <a:xfrm>
            <a:off x="508001" y="1766888"/>
            <a:ext cx="5834063"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تقييم قدرات تنفيذ استراتيجية المركز وتحديد المتطلبات بما يتماشى مع أفضل الممارسات العالمية</a:t>
            </a:r>
          </a:p>
        </p:txBody>
      </p:sp>
      <p:sp>
        <p:nvSpPr>
          <p:cNvPr id="176" name="Text Placeholder 2">
            <a:extLst>
              <a:ext uri="{FF2B5EF4-FFF2-40B4-BE49-F238E27FC236}">
                <a16:creationId xmlns:a16="http://schemas.microsoft.com/office/drawing/2014/main" id="{786342AD-230A-1228-E70B-259ADCA5D9CC}"/>
              </a:ext>
            </a:extLst>
          </p:cNvPr>
          <p:cNvSpPr>
            <a:spLocks noGrp="1"/>
          </p:cNvSpPr>
          <p:nvPr>
            <p:custDataLst>
              <p:tags r:id="rId108"/>
            </p:custDataLst>
          </p:nvPr>
        </p:nvSpPr>
        <p:spPr bwMode="auto">
          <a:xfrm>
            <a:off x="508000" y="2673350"/>
            <a:ext cx="526415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مراجعة وتقييم المؤشرات التشغيلية والاستراتيجية لأداء مبادرات المركز ومبادرات الإستراتيجية الوطنية لإدارة النفايات</a:t>
            </a:r>
          </a:p>
        </p:txBody>
      </p:sp>
      <p:sp>
        <p:nvSpPr>
          <p:cNvPr id="199" name="Text Placeholder 2">
            <a:extLst>
              <a:ext uri="{FF2B5EF4-FFF2-40B4-BE49-F238E27FC236}">
                <a16:creationId xmlns:a16="http://schemas.microsoft.com/office/drawing/2014/main" id="{014A2DFC-B9C4-CADB-0ED9-48783ADF5DFC}"/>
              </a:ext>
            </a:extLst>
          </p:cNvPr>
          <p:cNvSpPr>
            <a:spLocks noGrp="1"/>
          </p:cNvSpPr>
          <p:nvPr>
            <p:custDataLst>
              <p:tags r:id="rId109"/>
            </p:custDataLst>
          </p:nvPr>
        </p:nvSpPr>
        <p:spPr bwMode="auto">
          <a:xfrm>
            <a:off x="508001" y="4724400"/>
            <a:ext cx="4740275"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100" strike="noStrike" kern="1200" cap="none" spc="0" normalizeH="0" noProof="0" dirty="0">
                <a:ln>
                  <a:noFill/>
                </a:ln>
                <a:solidFill>
                  <a:srgbClr val="000000"/>
                </a:solidFill>
                <a:effectLst/>
                <a:uLnTx/>
                <a:uFillTx/>
                <a:latin typeface="Arial"/>
                <a:ea typeface="+mn-ea"/>
                <a:cs typeface="+mn-cs"/>
              </a:rPr>
              <a:t>إجراء دراسات جدوى تمهيدية لفرص التخصيص في المركز</a:t>
            </a:r>
          </a:p>
        </p:txBody>
      </p:sp>
      <p:sp>
        <p:nvSpPr>
          <p:cNvPr id="69" name="Text Placeholder 2">
            <a:extLst>
              <a:ext uri="{FF2B5EF4-FFF2-40B4-BE49-F238E27FC236}">
                <a16:creationId xmlns:a16="http://schemas.microsoft.com/office/drawing/2014/main" id="{886D99F0-F0A6-4994-9712-F01317DD4D86}"/>
              </a:ext>
            </a:extLst>
          </p:cNvPr>
          <p:cNvSpPr>
            <a:spLocks noGrp="1"/>
          </p:cNvSpPr>
          <p:nvPr>
            <p:custDataLst>
              <p:tags r:id="rId110"/>
            </p:custDataLst>
          </p:nvPr>
        </p:nvSpPr>
        <p:spPr bwMode="auto">
          <a:xfrm>
            <a:off x="508000" y="2859088"/>
            <a:ext cx="4935538"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100" b="1" strike="noStrike" kern="1200" cap="none" spc="0" normalizeH="0" noProof="0" dirty="0">
                <a:ln>
                  <a:noFill/>
                </a:ln>
                <a:solidFill>
                  <a:srgbClr val="FFFFFF"/>
                </a:solidFill>
                <a:effectLst/>
                <a:uLnTx/>
                <a:uFillTx/>
                <a:latin typeface="Arial"/>
                <a:ea typeface="+mn-ea"/>
                <a:cs typeface="+mn-cs"/>
              </a:rPr>
              <a:t>تصميم وتشغيل وحدة الإنجاز ودعم تنفيذ المبادرات</a:t>
            </a:r>
          </a:p>
        </p:txBody>
      </p:sp>
      <p:sp>
        <p:nvSpPr>
          <p:cNvPr id="93" name="Text Placeholder 2">
            <a:extLst>
              <a:ext uri="{FF2B5EF4-FFF2-40B4-BE49-F238E27FC236}">
                <a16:creationId xmlns:a16="http://schemas.microsoft.com/office/drawing/2014/main" id="{A0FD4E74-01D1-4A49-9A3A-37DC94284886}"/>
              </a:ext>
            </a:extLst>
          </p:cNvPr>
          <p:cNvSpPr>
            <a:spLocks noGrp="1"/>
          </p:cNvSpPr>
          <p:nvPr>
            <p:custDataLst>
              <p:tags r:id="rId111"/>
            </p:custDataLst>
          </p:nvPr>
        </p:nvSpPr>
        <p:spPr bwMode="auto">
          <a:xfrm>
            <a:off x="508000" y="3249613"/>
            <a:ext cx="4991100"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تحديد الجهات المسؤولة والمالكة لكل مبادرة وبرنامج وأولويات التركيز ومتطلبات القوى العاملة والقدرات ومتطلبات الميزانية</a:t>
            </a:r>
          </a:p>
        </p:txBody>
      </p:sp>
      <p:sp>
        <p:nvSpPr>
          <p:cNvPr id="187" name="Text Placeholder 2">
            <a:extLst>
              <a:ext uri="{FF2B5EF4-FFF2-40B4-BE49-F238E27FC236}">
                <a16:creationId xmlns:a16="http://schemas.microsoft.com/office/drawing/2014/main" id="{CF778DCD-AB87-C50D-511D-7179306AEF0C}"/>
              </a:ext>
            </a:extLst>
          </p:cNvPr>
          <p:cNvSpPr>
            <a:spLocks noGrp="1"/>
          </p:cNvSpPr>
          <p:nvPr>
            <p:custDataLst>
              <p:tags r:id="rId112"/>
            </p:custDataLst>
          </p:nvPr>
        </p:nvSpPr>
        <p:spPr bwMode="auto">
          <a:xfrm>
            <a:off x="508000" y="1379538"/>
            <a:ext cx="4271963" cy="182563"/>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200" strike="noStrike" kern="1200" cap="none" spc="0" normalizeH="0" noProof="0" dirty="0">
                <a:ln>
                  <a:noFill/>
                </a:ln>
                <a:solidFill>
                  <a:srgbClr val="000000"/>
                </a:solidFill>
                <a:effectLst/>
                <a:uLnTx/>
                <a:uFillTx/>
                <a:latin typeface="Arial"/>
                <a:ea typeface="+mn-ea"/>
                <a:cs typeface="+mn-cs"/>
              </a:rPr>
              <a:t>تقييم قدرات التنفيذ الاستراتيجي في المركز</a:t>
            </a:r>
          </a:p>
        </p:txBody>
      </p:sp>
      <p:sp>
        <p:nvSpPr>
          <p:cNvPr id="72" name="Text Placeholder 2">
            <a:extLst>
              <a:ext uri="{FF2B5EF4-FFF2-40B4-BE49-F238E27FC236}">
                <a16:creationId xmlns:a16="http://schemas.microsoft.com/office/drawing/2014/main" id="{1B88221D-8275-4BC6-98DF-16FA8A095ECD}"/>
              </a:ext>
            </a:extLst>
          </p:cNvPr>
          <p:cNvSpPr>
            <a:spLocks noGrp="1"/>
          </p:cNvSpPr>
          <p:nvPr>
            <p:custDataLst>
              <p:tags r:id="rId113"/>
            </p:custDataLst>
          </p:nvPr>
        </p:nvSpPr>
        <p:spPr bwMode="auto">
          <a:xfrm>
            <a:off x="508000" y="3427413"/>
            <a:ext cx="4065588"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تصميم نموذج حوكمة لتنفيذ المبادرات والبرامج</a:t>
            </a:r>
          </a:p>
        </p:txBody>
      </p:sp>
      <p:sp>
        <p:nvSpPr>
          <p:cNvPr id="73" name="Text Placeholder 2">
            <a:extLst>
              <a:ext uri="{FF2B5EF4-FFF2-40B4-BE49-F238E27FC236}">
                <a16:creationId xmlns:a16="http://schemas.microsoft.com/office/drawing/2014/main" id="{25CFF4FA-D0AD-499C-8913-80F0762CB00B}"/>
              </a:ext>
            </a:extLst>
          </p:cNvPr>
          <p:cNvSpPr>
            <a:spLocks noGrp="1"/>
          </p:cNvSpPr>
          <p:nvPr>
            <p:custDataLst>
              <p:tags r:id="rId114"/>
            </p:custDataLst>
          </p:nvPr>
        </p:nvSpPr>
        <p:spPr bwMode="auto">
          <a:xfrm>
            <a:off x="508001" y="3605213"/>
            <a:ext cx="5070475"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ts val="100"/>
              </a:spcBef>
              <a:spcAft>
                <a:spcPts val="60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تطوير دليل إجراءات نموذج الحوكمة ومصفوفة الصلاحيات</a:t>
            </a:r>
          </a:p>
        </p:txBody>
      </p:sp>
      <p:sp>
        <p:nvSpPr>
          <p:cNvPr id="103" name="Text Placeholder 2">
            <a:extLst>
              <a:ext uri="{FF2B5EF4-FFF2-40B4-BE49-F238E27FC236}">
                <a16:creationId xmlns:a16="http://schemas.microsoft.com/office/drawing/2014/main" id="{FC9E1C6A-479B-427C-9C13-807F03928D9E}"/>
              </a:ext>
            </a:extLst>
          </p:cNvPr>
          <p:cNvSpPr>
            <a:spLocks noGrp="1"/>
          </p:cNvSpPr>
          <p:nvPr>
            <p:custDataLst>
              <p:tags r:id="rId115"/>
            </p:custDataLst>
          </p:nvPr>
        </p:nvSpPr>
        <p:spPr bwMode="auto">
          <a:xfrm>
            <a:off x="508000" y="2139950"/>
            <a:ext cx="5151438" cy="160338"/>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050" strike="noStrike" kern="1200" cap="none" spc="0" normalizeH="0" noProof="0" dirty="0">
                <a:ln>
                  <a:noFill/>
                </a:ln>
                <a:solidFill>
                  <a:srgbClr val="000000"/>
                </a:solidFill>
                <a:effectLst/>
                <a:uLnTx/>
                <a:uFillTx/>
                <a:latin typeface="Arial"/>
                <a:ea typeface="+mn-ea"/>
                <a:cs typeface="+mn-cs"/>
              </a:rPr>
              <a:t>وضع خارطة طريق موحدة ومنسجمة لمبادرات وبرامج المركز</a:t>
            </a:r>
          </a:p>
        </p:txBody>
      </p:sp>
      <p:sp>
        <p:nvSpPr>
          <p:cNvPr id="193" name="Text Placeholder 2">
            <a:extLst>
              <a:ext uri="{FF2B5EF4-FFF2-40B4-BE49-F238E27FC236}">
                <a16:creationId xmlns:a16="http://schemas.microsoft.com/office/drawing/2014/main" id="{AB781DAF-B704-0C50-F71C-FD22664FF9ED}"/>
              </a:ext>
            </a:extLst>
          </p:cNvPr>
          <p:cNvSpPr>
            <a:spLocks noGrp="1"/>
          </p:cNvSpPr>
          <p:nvPr>
            <p:custDataLst>
              <p:tags r:id="rId116"/>
            </p:custDataLst>
          </p:nvPr>
        </p:nvSpPr>
        <p:spPr bwMode="auto">
          <a:xfrm>
            <a:off x="508000" y="3054350"/>
            <a:ext cx="4514850" cy="168275"/>
          </a:xfrm>
          <a:prstGeom prst="rect">
            <a:avLst/>
          </a:prstGeom>
          <a:noFill/>
          <a:ln>
            <a:noFill/>
          </a:ln>
          <a:effectLst/>
          <a:extLst>
            <a:ext uri="{909E8E84-426E-40DD-AFC4-6F175D3DCCD1}">
              <a14:hiddenFill xmlns:a14="http://schemas.microsoft.com/office/drawing/2010/main">
                <a:solidFill>
                  <a:scrgbClr r="0" g="0" b="0"/>
                </a:solidFill>
              </a14:hiddenFill>
            </a:ext>
          </a:extLst>
        </p:spPr>
        <p:txBody>
          <a:bodyPr vert="horz" wrap="none" lIns="0" tIns="0" rIns="0" bIns="0" numCol="1" spcCol="0" rtlCol="0" anchor="t" anchorCtr="0">
            <a:noAutofit/>
          </a:bodyPr>
          <a:lstStyle>
            <a:lvl1pPr marL="201613"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1pPr>
            <a:lvl2pPr marL="406400"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2pPr>
            <a:lvl3pPr marL="6000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3pPr>
            <a:lvl4pPr marL="803275" marR="0" indent="-201613" algn="l" defTabSz="899210" rtl="0" eaLnBrk="1" fontAlgn="base" latinLnBrk="0" hangingPunct="1">
              <a:lnSpc>
                <a:spcPct val="100000"/>
              </a:lnSpc>
              <a:spcBef>
                <a:spcPts val="0"/>
              </a:spcBef>
              <a:spcAft>
                <a:spcPts val="600"/>
              </a:spcAft>
              <a:buClrTx/>
              <a:buSzTx/>
              <a:buFont typeface="Arial" panose="020B0604020202020204" pitchFamily="34" charset="0"/>
              <a:buChar char="–"/>
              <a:tabLst/>
              <a:defRPr lang="en-GB" sz="1600" b="0" kern="1200" noProof="0" dirty="0" smtClean="0">
                <a:solidFill>
                  <a:schemeClr val="tx1"/>
                </a:solidFill>
                <a:latin typeface="+mn-lt"/>
                <a:ea typeface="+mn-ea"/>
                <a:cs typeface="+mn-cs"/>
              </a:defRPr>
            </a:lvl4pPr>
            <a:lvl5pPr marL="1006475" marR="0" indent="-201613" algn="l" defTabSz="899210" rtl="0" eaLnBrk="1" fontAlgn="base" latinLnBrk="0" hangingPunct="1">
              <a:lnSpc>
                <a:spcPct val="100000"/>
              </a:lnSpc>
              <a:spcBef>
                <a:spcPts val="0"/>
              </a:spcBef>
              <a:spcAft>
                <a:spcPts val="600"/>
              </a:spcAft>
              <a:buClrTx/>
              <a:buSzTx/>
              <a:buFont typeface="Georgia" panose="02040502050405020303" pitchFamily="18" charset="0"/>
              <a:buChar char="•"/>
              <a:tabLst/>
              <a:defRPr lang="en-GB" sz="1600" b="0" kern="1200" baseline="0" noProof="0" dirty="0" smtClean="0">
                <a:solidFill>
                  <a:schemeClr val="tx1"/>
                </a:solidFill>
                <a:latin typeface="+mn-lt"/>
                <a:ea typeface="+mn-ea"/>
                <a:cs typeface="+mn-cs"/>
              </a:defRPr>
            </a:lvl5pPr>
            <a:lvl6pPr marL="12096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6pPr>
            <a:lvl7pPr marL="141287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7pPr>
            <a:lvl8pPr marL="1635125"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smtClean="0">
                <a:solidFill>
                  <a:schemeClr val="tx1"/>
                </a:solidFill>
                <a:latin typeface="+mn-lt"/>
                <a:ea typeface="+mn-ea"/>
                <a:cs typeface="+mn-cs"/>
              </a:defRPr>
            </a:lvl8pPr>
            <a:lvl9pPr marL="1847850" indent="-201613" algn="l" defTabSz="898900" rtl="0" eaLnBrk="1" latinLnBrk="0" hangingPunct="1">
              <a:lnSpc>
                <a:spcPct val="100000"/>
              </a:lnSpc>
              <a:spcBef>
                <a:spcPts val="0"/>
              </a:spcBef>
              <a:spcAft>
                <a:spcPts val="600"/>
              </a:spcAft>
              <a:buClrTx/>
              <a:buFont typeface="Arial" panose="020B0604020202020204" pitchFamily="34" charset="0"/>
              <a:buChar char="•"/>
              <a:defRPr lang="en-GB" sz="1600" b="0" kern="1200" baseline="0" noProof="0" dirty="0">
                <a:solidFill>
                  <a:schemeClr val="tx1"/>
                </a:solidFill>
                <a:latin typeface="+mn-lt"/>
                <a:ea typeface="+mn-ea"/>
                <a:cs typeface="+mn-cs"/>
              </a:defRPr>
            </a:lvl9pPr>
          </a:lstStyle>
          <a:p>
            <a:pPr marL="0" marR="0" lvl="0" indent="0" algn="r" defTabSz="899210" rtl="1" eaLnBrk="1" fontAlgn="base" latinLnBrk="0" hangingPunct="1">
              <a:lnSpc>
                <a:spcPct val="100000"/>
              </a:lnSpc>
              <a:spcBef>
                <a:spcPct val="0"/>
              </a:spcBef>
              <a:spcAft>
                <a:spcPct val="0"/>
              </a:spcAft>
              <a:buClrTx/>
              <a:buSzTx/>
              <a:buFont typeface="Arial" panose="020B0604020202020204" pitchFamily="34" charset="0"/>
              <a:buNone/>
              <a:tabLst/>
              <a:defRPr/>
            </a:pPr>
            <a:r>
              <a:rPr kumimoji="0" lang="ar-SA" sz="1100" strike="noStrike" kern="1200" cap="none" spc="0" normalizeH="0" noProof="0" dirty="0">
                <a:ln>
                  <a:noFill/>
                </a:ln>
                <a:solidFill>
                  <a:srgbClr val="000000"/>
                </a:solidFill>
                <a:effectLst/>
                <a:uLnTx/>
                <a:uFillTx/>
                <a:latin typeface="Arial"/>
                <a:ea typeface="+mn-ea"/>
                <a:cs typeface="+mn-cs"/>
              </a:rPr>
              <a:t>تصميم إطار شامل لحوكمة تنفيذ الاستراتيجيات</a:t>
            </a:r>
          </a:p>
        </p:txBody>
      </p:sp>
      <p:sp>
        <p:nvSpPr>
          <p:cNvPr id="76" name="Oval 2">
            <a:extLst>
              <a:ext uri="{FF2B5EF4-FFF2-40B4-BE49-F238E27FC236}">
                <a16:creationId xmlns:a16="http://schemas.microsoft.com/office/drawing/2014/main" id="{3208F1A2-A3D4-4DEF-9065-2F3980D34D2B}"/>
              </a:ext>
            </a:extLst>
          </p:cNvPr>
          <p:cNvSpPr>
            <a:spLocks noChangeArrowheads="1"/>
          </p:cNvSpPr>
          <p:nvPr/>
        </p:nvSpPr>
        <p:spPr bwMode="gray">
          <a:xfrm>
            <a:off x="178141" y="1169215"/>
            <a:ext cx="192088" cy="192088"/>
          </a:xfrm>
          <a:prstGeom prst="ellipse">
            <a:avLst/>
          </a:prstGeom>
          <a:solidFill>
            <a:schemeClr val="tx1"/>
          </a:solidFill>
          <a:ln w="9525" algn="ctr">
            <a:noFill/>
            <a:round/>
            <a:headEnd/>
            <a:tailEnd/>
          </a:ln>
          <a:effectLst/>
        </p:spPr>
        <p:txBody>
          <a:bodyPr wrap="none" lIns="0" tIns="0" rIns="0" bIns="0" anchor="ctr"/>
          <a:lstStyle/>
          <a:p>
            <a:pPr marL="0" marR="0" lvl="0" indent="0" algn="ctr" defTabSz="914400" rtl="1" eaLnBrk="0" fontAlgn="auto" latinLnBrk="0" hangingPunct="0">
              <a:lnSpc>
                <a:spcPct val="100000"/>
              </a:lnSpc>
              <a:spcBef>
                <a:spcPts val="0"/>
              </a:spcBef>
              <a:spcAft>
                <a:spcPts val="0"/>
              </a:spcAft>
              <a:buClrTx/>
              <a:buSzTx/>
              <a:buFontTx/>
              <a:buNone/>
              <a:tabLst/>
              <a:defRPr/>
            </a:pPr>
            <a:r>
              <a:rPr kumimoji="0" lang="ar-SA" sz="1000" b="1" strike="noStrike" kern="1200" cap="none" spc="0" normalizeH="0" noProof="0" dirty="0">
                <a:ln>
                  <a:noFill/>
                </a:ln>
                <a:solidFill>
                  <a:srgbClr val="FFFFFF"/>
                </a:solidFill>
                <a:effectLst/>
                <a:uLnTx/>
                <a:uFillTx/>
                <a:latin typeface="Arial"/>
                <a:ea typeface="+mn-ea"/>
                <a:cs typeface="+mn-cs"/>
              </a:rPr>
              <a:t>1</a:t>
            </a:r>
          </a:p>
        </p:txBody>
      </p:sp>
      <p:sp>
        <p:nvSpPr>
          <p:cNvPr id="83" name="TextBox 82">
            <a:extLst>
              <a:ext uri="{FF2B5EF4-FFF2-40B4-BE49-F238E27FC236}">
                <a16:creationId xmlns:a16="http://schemas.microsoft.com/office/drawing/2014/main" id="{FF38FCE3-2049-4B9A-BAB7-D3F38D453C66}"/>
              </a:ext>
            </a:extLst>
          </p:cNvPr>
          <p:cNvSpPr txBox="1"/>
          <p:nvPr/>
        </p:nvSpPr>
        <p:spPr>
          <a:xfrm>
            <a:off x="5426088" y="940522"/>
            <a:ext cx="914400" cy="184150"/>
          </a:xfrm>
          <a:prstGeom prst="rect">
            <a:avLst/>
          </a:prstGeom>
          <a:noFill/>
        </p:spPr>
        <p:txBody>
          <a:bodyPr wrap="square" lIns="0" tIns="0" rIns="0" bIns="0" rtlCol="0">
            <a:spAutoFit/>
          </a:bodyPr>
          <a:lstStyle/>
          <a:p>
            <a:pPr marL="0" marR="0" lvl="0" indent="0" algn="r" defTabSz="914400" rtl="1" eaLnBrk="1" fontAlgn="auto" latinLnBrk="0" hangingPunct="1">
              <a:lnSpc>
                <a:spcPct val="100000"/>
              </a:lnSpc>
              <a:spcBef>
                <a:spcPts val="0"/>
              </a:spcBef>
              <a:spcAft>
                <a:spcPts val="600"/>
              </a:spcAft>
              <a:buClrTx/>
              <a:buSzPct val="100000"/>
              <a:buFontTx/>
              <a:buNone/>
              <a:tabLst/>
              <a:defRPr/>
            </a:pPr>
            <a:r>
              <a:rPr kumimoji="0" lang="ar-SA" sz="1200" b="1" strike="noStrike" kern="1200" cap="none" spc="0" normalizeH="0" noProof="0" dirty="0">
                <a:ln>
                  <a:noFill/>
                </a:ln>
                <a:solidFill>
                  <a:srgbClr val="000000"/>
                </a:solidFill>
                <a:effectLst/>
                <a:uLnTx/>
                <a:uFillTx/>
                <a:latin typeface="Arial"/>
                <a:ea typeface="+mn-ea"/>
                <a:cs typeface="+mn-cs"/>
              </a:rPr>
              <a:t>شهر</a:t>
            </a:r>
          </a:p>
        </p:txBody>
      </p:sp>
      <p:sp>
        <p:nvSpPr>
          <p:cNvPr id="203" name="Oval 2">
            <a:extLst>
              <a:ext uri="{FF2B5EF4-FFF2-40B4-BE49-F238E27FC236}">
                <a16:creationId xmlns:a16="http://schemas.microsoft.com/office/drawing/2014/main" id="{FA838055-AA9A-46DA-AF3F-946559E42EED}"/>
              </a:ext>
            </a:extLst>
          </p:cNvPr>
          <p:cNvSpPr>
            <a:spLocks noChangeArrowheads="1"/>
          </p:cNvSpPr>
          <p:nvPr/>
        </p:nvSpPr>
        <p:spPr bwMode="gray">
          <a:xfrm>
            <a:off x="169638" y="3114357"/>
            <a:ext cx="192088" cy="190500"/>
          </a:xfrm>
          <a:prstGeom prst="ellipse">
            <a:avLst/>
          </a:prstGeom>
          <a:solidFill>
            <a:schemeClr val="tx1"/>
          </a:solidFill>
          <a:ln w="9525" algn="ctr">
            <a:noFill/>
            <a:round/>
            <a:headEnd/>
            <a:tailEnd/>
          </a:ln>
          <a:effectLst/>
        </p:spPr>
        <p:txBody>
          <a:bodyPr wrap="none" lIns="0" tIns="0" rIns="0" bIns="0" anchor="ctr"/>
          <a:lstStyle/>
          <a:p>
            <a:pPr marL="0" marR="0" lvl="0" indent="0" algn="ctr" defTabSz="914400" rtl="1" eaLnBrk="0" fontAlgn="auto" latinLnBrk="0" hangingPunct="0">
              <a:lnSpc>
                <a:spcPct val="100000"/>
              </a:lnSpc>
              <a:spcBef>
                <a:spcPts val="0"/>
              </a:spcBef>
              <a:spcAft>
                <a:spcPts val="0"/>
              </a:spcAft>
              <a:buClrTx/>
              <a:buSzTx/>
              <a:buFontTx/>
              <a:buNone/>
              <a:tabLst/>
              <a:defRPr/>
            </a:pPr>
            <a:r>
              <a:rPr kumimoji="0" lang="ar-SA" sz="1000" strike="noStrike" kern="1200" cap="none" spc="0" normalizeH="0" noProof="0" dirty="0">
                <a:ln>
                  <a:noFill/>
                </a:ln>
                <a:solidFill>
                  <a:srgbClr val="FFFFFF"/>
                </a:solidFill>
                <a:effectLst/>
                <a:uLnTx/>
                <a:uFillTx/>
                <a:latin typeface="Arial"/>
                <a:ea typeface="+mn-ea"/>
                <a:cs typeface="+mn-cs"/>
              </a:rPr>
              <a:t>2</a:t>
            </a:r>
          </a:p>
        </p:txBody>
      </p:sp>
      <p:sp>
        <p:nvSpPr>
          <p:cNvPr id="204" name="Oval 2">
            <a:extLst>
              <a:ext uri="{FF2B5EF4-FFF2-40B4-BE49-F238E27FC236}">
                <a16:creationId xmlns:a16="http://schemas.microsoft.com/office/drawing/2014/main" id="{F6A94469-A5CD-45F5-935B-D51BA91D6FFC}"/>
              </a:ext>
            </a:extLst>
          </p:cNvPr>
          <p:cNvSpPr>
            <a:spLocks noChangeArrowheads="1"/>
          </p:cNvSpPr>
          <p:nvPr/>
        </p:nvSpPr>
        <p:spPr bwMode="gray">
          <a:xfrm>
            <a:off x="178141" y="4567902"/>
            <a:ext cx="192088" cy="190500"/>
          </a:xfrm>
          <a:prstGeom prst="ellipse">
            <a:avLst/>
          </a:prstGeom>
          <a:solidFill>
            <a:schemeClr val="tx1"/>
          </a:solidFill>
          <a:ln w="9525" algn="ctr">
            <a:noFill/>
            <a:round/>
            <a:headEnd/>
            <a:tailEnd/>
          </a:ln>
          <a:effectLst/>
        </p:spPr>
        <p:txBody>
          <a:bodyPr wrap="none" lIns="0" tIns="0" rIns="0" bIns="0" anchor="ctr"/>
          <a:lstStyle/>
          <a:p>
            <a:pPr marL="0" marR="0" lvl="0" indent="0" algn="ctr" defTabSz="914400" rtl="1" eaLnBrk="0" fontAlgn="auto" latinLnBrk="0" hangingPunct="0">
              <a:lnSpc>
                <a:spcPct val="100000"/>
              </a:lnSpc>
              <a:spcBef>
                <a:spcPts val="0"/>
              </a:spcBef>
              <a:spcAft>
                <a:spcPts val="0"/>
              </a:spcAft>
              <a:buClrTx/>
              <a:buSzTx/>
              <a:buFontTx/>
              <a:buNone/>
              <a:tabLst/>
              <a:defRPr/>
            </a:pPr>
            <a:r>
              <a:rPr kumimoji="0" lang="ar-SA" sz="1000" strike="noStrike" kern="1200" cap="none" spc="0" normalizeH="0" noProof="0" dirty="0">
                <a:ln>
                  <a:noFill/>
                </a:ln>
                <a:solidFill>
                  <a:srgbClr val="FFFFFF"/>
                </a:solidFill>
                <a:effectLst/>
                <a:uLnTx/>
                <a:uFillTx/>
                <a:latin typeface="Arial"/>
                <a:ea typeface="+mn-ea"/>
                <a:cs typeface="+mn-cs"/>
              </a:rPr>
              <a:t>3</a:t>
            </a:r>
          </a:p>
        </p:txBody>
      </p:sp>
      <p:sp>
        <p:nvSpPr>
          <p:cNvPr id="84" name="Text Placeholder 3">
            <a:extLst>
              <a:ext uri="{FF2B5EF4-FFF2-40B4-BE49-F238E27FC236}">
                <a16:creationId xmlns:a16="http://schemas.microsoft.com/office/drawing/2014/main" id="{3D0A0649-5EE9-4843-AAAC-10CE0352075F}"/>
              </a:ext>
            </a:extLst>
          </p:cNvPr>
          <p:cNvSpPr>
            <a:spLocks noGrp="1"/>
          </p:cNvSpPr>
          <p:nvPr>
            <p:ph type="body" idx="2"/>
          </p:nvPr>
        </p:nvSpPr>
        <p:spPr>
          <a:xfrm>
            <a:off x="2432304" y="6355077"/>
            <a:ext cx="7315200" cy="274322"/>
          </a:xfrm>
        </p:spPr>
        <p:txBody>
          <a:bodyPr/>
          <a:lstStyle/>
          <a:p>
            <a:pPr algn="r" rtl="1"/>
            <a:r>
              <a:rPr lang="ar-SA" dirty="0">
                <a:cs typeface="Arial" charset="0"/>
              </a:rPr>
              <a:t>المصدر: تحليلات فريق عمل إستراتيجي أند</a:t>
            </a:r>
          </a:p>
        </p:txBody>
      </p:sp>
      <p:sp>
        <p:nvSpPr>
          <p:cNvPr id="85" name="Slide Number Placeholder 4">
            <a:extLst>
              <a:ext uri="{FF2B5EF4-FFF2-40B4-BE49-F238E27FC236}">
                <a16:creationId xmlns:a16="http://schemas.microsoft.com/office/drawing/2014/main" id="{5F60793D-4C84-4691-9BBD-43D5821F2D38}"/>
              </a:ext>
            </a:extLst>
          </p:cNvPr>
          <p:cNvSpPr>
            <a:spLocks noGrp="1"/>
          </p:cNvSpPr>
          <p:nvPr>
            <p:ph type="sldNum" idx="12"/>
          </p:nvPr>
        </p:nvSpPr>
        <p:spPr>
          <a:xfrm>
            <a:off x="9984296" y="6492240"/>
            <a:ext cx="1764792" cy="137160"/>
          </a:xfrm>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strike="noStrike" kern="1200" cap="none" spc="0" normalizeH="0" noProof="0" dirty="0">
                <a:ln>
                  <a:noFill/>
                </a:ln>
                <a:solidFill>
                  <a:srgbClr val="000000"/>
                </a:solidFill>
                <a:effectLst/>
                <a:uLnTx/>
                <a:uFillTx/>
                <a:latin typeface="Arial"/>
                <a:cs typeface="Arial"/>
                <a:sym typeface="Arial"/>
              </a:rPr>
              <a:t>22</a:t>
            </a:r>
          </a:p>
        </p:txBody>
      </p:sp>
      <p:sp>
        <p:nvSpPr>
          <p:cNvPr id="3" name="Rectangle 2">
            <a:extLst>
              <a:ext uri="{FF2B5EF4-FFF2-40B4-BE49-F238E27FC236}">
                <a16:creationId xmlns:a16="http://schemas.microsoft.com/office/drawing/2014/main" id="{E09A8E73-9E2F-8CAA-EB1B-7821211D5B38}"/>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3965912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Object 31" hidden="1">
            <a:extLst>
              <a:ext uri="{FF2B5EF4-FFF2-40B4-BE49-F238E27FC236}">
                <a16:creationId xmlns:a16="http://schemas.microsoft.com/office/drawing/2014/main" id="{6A62D034-6146-47A9-ACDF-B4E2B684B96E}"/>
              </a:ext>
            </a:extLst>
          </p:cNvPr>
          <p:cNvGraphicFramePr>
            <a:graphicFrameLocks noChangeAspect="1"/>
          </p:cNvGraphicFramePr>
          <p:nvPr>
            <p:custDataLst>
              <p:tags r:id="rId1"/>
            </p:custDataLst>
            <p:extLst>
              <p:ext uri="{D42A27DB-BD31-4B8C-83A1-F6EECF244321}">
                <p14:modId xmlns:p14="http://schemas.microsoft.com/office/powerpoint/2010/main" val="33012105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32" name="Object 31" hidden="1">
                        <a:extLst>
                          <a:ext uri="{FF2B5EF4-FFF2-40B4-BE49-F238E27FC236}">
                            <a16:creationId xmlns:a16="http://schemas.microsoft.com/office/drawing/2014/main" id="{6A62D034-6146-47A9-ACDF-B4E2B684B96E}"/>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FFCDD44-9B1B-4BB8-A5BC-E934A85E1955}"/>
              </a:ext>
            </a:extLst>
          </p:cNvPr>
          <p:cNvSpPr>
            <a:spLocks noGrp="1"/>
          </p:cNvSpPr>
          <p:nvPr>
            <p:ph type="title"/>
          </p:nvPr>
        </p:nvSpPr>
        <p:spPr/>
        <p:txBody>
          <a:bodyPr vert="horz"/>
          <a:lstStyle/>
          <a:p>
            <a:pPr algn="r" rtl="1"/>
            <a:r>
              <a:rPr lang="ar-SA" dirty="0">
                <a:cs typeface="Arial" charset="0"/>
              </a:rPr>
              <a:t>سنشكل فريقًا يتمتع أفراده بالقدرات الاستراتيجية والفنية اللازمة لتنفيذ هذا المشروع على أكمل وجه</a:t>
            </a:r>
          </a:p>
        </p:txBody>
      </p:sp>
      <p:sp>
        <p:nvSpPr>
          <p:cNvPr id="3" name="Subtitle 2">
            <a:extLst>
              <a:ext uri="{FF2B5EF4-FFF2-40B4-BE49-F238E27FC236}">
                <a16:creationId xmlns:a16="http://schemas.microsoft.com/office/drawing/2014/main" id="{9E02BAC3-403B-45C2-8684-A737EB0F683E}"/>
              </a:ext>
            </a:extLst>
          </p:cNvPr>
          <p:cNvSpPr>
            <a:spLocks noGrp="1"/>
          </p:cNvSpPr>
          <p:nvPr>
            <p:ph type="subTitle" idx="1"/>
          </p:nvPr>
        </p:nvSpPr>
        <p:spPr/>
        <p:txBody>
          <a:bodyPr/>
          <a:lstStyle/>
          <a:p>
            <a:pPr algn="r" rtl="1"/>
            <a:r>
              <a:rPr lang="ar-SA" dirty="0">
                <a:cs typeface="Arial" charset="0"/>
              </a:rPr>
              <a:t>فريق المشروع والخبراء</a:t>
            </a:r>
          </a:p>
        </p:txBody>
      </p:sp>
      <p:sp>
        <p:nvSpPr>
          <p:cNvPr id="4" name="Text Placeholder 3">
            <a:extLst>
              <a:ext uri="{FF2B5EF4-FFF2-40B4-BE49-F238E27FC236}">
                <a16:creationId xmlns:a16="http://schemas.microsoft.com/office/drawing/2014/main" id="{E208C758-7EE3-4D40-96C5-F2955C88E47D}"/>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6B6F3642-1846-4DBD-8EDC-92849D9365EC}"/>
              </a:ext>
            </a:extLst>
          </p:cNvPr>
          <p:cNvSpPr>
            <a:spLocks noGrp="1"/>
          </p:cNvSpPr>
          <p:nvPr>
            <p:ph type="sldNum" idx="12"/>
          </p:nvPr>
        </p:nvSpPr>
        <p:spPr/>
        <p:txBody>
          <a:bodyPr/>
          <a:lstStyle/>
          <a:p>
            <a:pPr marL="0" lvl="0" indent="0" algn="r" rtl="1">
              <a:spcBef>
                <a:spcPts val="0"/>
              </a:spcBef>
              <a:spcAft>
                <a:spcPts val="0"/>
              </a:spcAft>
              <a:buNone/>
            </a:pPr>
            <a:r>
              <a:rPr lang="ar-SA" dirty="0">
                <a:cs typeface="Arial" charset="0"/>
              </a:rPr>
              <a:t>23</a:t>
            </a:r>
          </a:p>
        </p:txBody>
      </p:sp>
      <p:sp>
        <p:nvSpPr>
          <p:cNvPr id="36" name="Rectangle 35">
            <a:extLst>
              <a:ext uri="{FF2B5EF4-FFF2-40B4-BE49-F238E27FC236}">
                <a16:creationId xmlns:a16="http://schemas.microsoft.com/office/drawing/2014/main" id="{CA65FB31-D328-4103-8460-60034826AFB0}"/>
              </a:ext>
            </a:extLst>
          </p:cNvPr>
          <p:cNvSpPr/>
          <p:nvPr/>
        </p:nvSpPr>
        <p:spPr>
          <a:xfrm>
            <a:off x="8968421" y="1289870"/>
            <a:ext cx="2743200" cy="647664"/>
          </a:xfrm>
          <a:prstGeom prst="rect">
            <a:avLst/>
          </a:prstGeom>
        </p:spPr>
        <p:txBody>
          <a:bodyPr wrap="none" lIns="0" tIns="0" rIns="0" bIns="108000" anchor="b">
            <a:noAutofit/>
          </a:bodyPr>
          <a:lstStyle/>
          <a:p>
            <a:pPr algn="r" rtl="1">
              <a:lnSpc>
                <a:spcPct val="100000"/>
              </a:lnSpc>
              <a:spcAft>
                <a:spcPts val="600"/>
              </a:spcAft>
            </a:pPr>
            <a:r>
              <a:rPr lang="ar-SA" sz="1600" b="1" dirty="0">
                <a:cs typeface="Arial" charset="0"/>
              </a:rPr>
              <a:t>موارد أخرى</a:t>
            </a:r>
          </a:p>
        </p:txBody>
      </p:sp>
      <p:cxnSp>
        <p:nvCxnSpPr>
          <p:cNvPr id="37" name="Straight Connector 36">
            <a:extLst>
              <a:ext uri="{FF2B5EF4-FFF2-40B4-BE49-F238E27FC236}">
                <a16:creationId xmlns:a16="http://schemas.microsoft.com/office/drawing/2014/main" id="{2B299AE7-279E-4B7D-9E36-9D2BC21D7D5E}"/>
              </a:ext>
            </a:extLst>
          </p:cNvPr>
          <p:cNvCxnSpPr>
            <a:cxnSpLocks/>
          </p:cNvCxnSpPr>
          <p:nvPr/>
        </p:nvCxnSpPr>
        <p:spPr>
          <a:xfrm>
            <a:off x="8954368" y="1851911"/>
            <a:ext cx="2915268" cy="0"/>
          </a:xfrm>
          <a:prstGeom prst="line">
            <a:avLst/>
          </a:prstGeom>
          <a:ln w="28575">
            <a:solidFill>
              <a:schemeClr val="accent6">
                <a:lumMod val="90000"/>
              </a:schemeClr>
            </a:soli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2A9B0067-ACB9-41D6-918A-0F2374990A00}"/>
              </a:ext>
            </a:extLst>
          </p:cNvPr>
          <p:cNvGrpSpPr/>
          <p:nvPr/>
        </p:nvGrpSpPr>
        <p:grpSpPr>
          <a:xfrm>
            <a:off x="8973712" y="3881574"/>
            <a:ext cx="2993540" cy="461665"/>
            <a:chOff x="9060799" y="4159050"/>
            <a:chExt cx="2993540" cy="461665"/>
          </a:xfrm>
        </p:grpSpPr>
        <p:pic>
          <p:nvPicPr>
            <p:cNvPr id="39" name="Picture 8" descr="https://d30y9cdsu7xlg0.cloudfront.net/png/29359-200.png">
              <a:extLst>
                <a:ext uri="{FF2B5EF4-FFF2-40B4-BE49-F238E27FC236}">
                  <a16:creationId xmlns:a16="http://schemas.microsoft.com/office/drawing/2014/main" id="{F6F7E0BE-CA6D-4C73-8796-47B845CAE12A}"/>
                </a:ext>
              </a:extLst>
            </p:cNvPr>
            <p:cNvPicPr>
              <a:picLocks noChangeAspect="1" noChangeArrowheads="1"/>
            </p:cNvPicPr>
            <p:nvPr/>
          </p:nvPicPr>
          <p:blipFill>
            <a:blip r:embed="rId15" cstate="screen">
              <a:extLst>
                <a:ext uri="{28A0092B-C50C-407E-A947-70E740481C1C}">
                  <a14:useLocalDpi xmlns:a14="http://schemas.microsoft.com/office/drawing/2010/main"/>
                </a:ext>
              </a:extLst>
            </a:blip>
            <a:srcRect/>
            <a:stretch>
              <a:fillRect/>
            </a:stretch>
          </p:blipFill>
          <p:spPr bwMode="auto">
            <a:xfrm>
              <a:off x="9060799" y="4192553"/>
              <a:ext cx="394658" cy="394658"/>
            </a:xfrm>
            <a:prstGeom prst="rect">
              <a:avLst/>
            </a:prstGeom>
            <a:noFill/>
            <a:extLst>
              <a:ext uri="{909E8E84-426E-40DD-AFC4-6F175D3DCCD1}">
                <a14:hiddenFill xmlns:a14="http://schemas.microsoft.com/office/drawing/2010/main">
                  <a:solidFill>
                    <a:srgbClr val="FFFFFF"/>
                  </a:solidFill>
                </a14:hiddenFill>
              </a:ext>
            </a:extLst>
          </p:spPr>
        </p:pic>
        <p:sp>
          <p:nvSpPr>
            <p:cNvPr id="70" name="Rectangle 2">
              <a:extLst>
                <a:ext uri="{FF2B5EF4-FFF2-40B4-BE49-F238E27FC236}">
                  <a16:creationId xmlns:a16="http://schemas.microsoft.com/office/drawing/2014/main" id="{4DE41FDA-D3BF-4026-9A3C-B5DDB8401640}"/>
                </a:ext>
              </a:extLst>
            </p:cNvPr>
            <p:cNvSpPr>
              <a:spLocks noChangeArrowheads="1"/>
            </p:cNvSpPr>
            <p:nvPr/>
          </p:nvSpPr>
          <p:spPr bwMode="gray">
            <a:xfrm>
              <a:off x="9408226" y="4187932"/>
              <a:ext cx="716507" cy="403901"/>
            </a:xfrm>
            <a:prstGeom prst="rect">
              <a:avLst/>
            </a:prstGeom>
            <a:noFill/>
            <a:ln w="9525">
              <a:noFill/>
              <a:miter lim="800000"/>
              <a:headEnd/>
              <a:tailEnd/>
            </a:ln>
            <a:effectLst/>
            <a:extLs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algn="r" rtl="1">
                <a:spcBef>
                  <a:spcPts val="600"/>
                </a:spcBef>
              </a:pPr>
              <a:r>
                <a:rPr lang="ar-SA" sz="1000" b="1" dirty="0">
                  <a:ea typeface="Times New Roman" pitchFamily="18" charset="0"/>
                  <a:cs typeface="Arial" charset="0"/>
                </a:rPr>
                <a:t>خدمات التصميم المرئي</a:t>
              </a:r>
            </a:p>
          </p:txBody>
        </p:sp>
        <p:sp>
          <p:nvSpPr>
            <p:cNvPr id="71" name="Text Placeholder 5">
              <a:extLst>
                <a:ext uri="{FF2B5EF4-FFF2-40B4-BE49-F238E27FC236}">
                  <a16:creationId xmlns:a16="http://schemas.microsoft.com/office/drawing/2014/main" id="{88BF8CD1-86F2-44FF-8293-D3DB2001EADB}"/>
                </a:ext>
              </a:extLst>
            </p:cNvPr>
            <p:cNvSpPr txBox="1">
              <a:spLocks/>
            </p:cNvSpPr>
            <p:nvPr/>
          </p:nvSpPr>
          <p:spPr>
            <a:xfrm>
              <a:off x="10199490" y="4159050"/>
              <a:ext cx="1854849"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مركز تصميم مخصص لتصميم المواقع الإلكترونية وتمثيل البيانات وتعزيز المحتوى</a:t>
              </a:r>
            </a:p>
          </p:txBody>
        </p:sp>
      </p:grpSp>
      <p:grpSp>
        <p:nvGrpSpPr>
          <p:cNvPr id="13" name="Group 12">
            <a:extLst>
              <a:ext uri="{FF2B5EF4-FFF2-40B4-BE49-F238E27FC236}">
                <a16:creationId xmlns:a16="http://schemas.microsoft.com/office/drawing/2014/main" id="{F06D49AB-8B68-4FE5-BC4A-E8316697B128}"/>
              </a:ext>
            </a:extLst>
          </p:cNvPr>
          <p:cNvGrpSpPr/>
          <p:nvPr/>
        </p:nvGrpSpPr>
        <p:grpSpPr>
          <a:xfrm>
            <a:off x="9003606" y="3255155"/>
            <a:ext cx="2974306" cy="461665"/>
            <a:chOff x="9090693" y="3628886"/>
            <a:chExt cx="2974306" cy="461665"/>
          </a:xfrm>
        </p:grpSpPr>
        <p:pic>
          <p:nvPicPr>
            <p:cNvPr id="40" name="Picture 11" descr="https://d30y9cdsu7xlg0.cloudfront.net/png/136078-200.png">
              <a:extLst>
                <a:ext uri="{FF2B5EF4-FFF2-40B4-BE49-F238E27FC236}">
                  <a16:creationId xmlns:a16="http://schemas.microsoft.com/office/drawing/2014/main" id="{FF6C77B7-AB1A-4142-A577-3F45594BB6C0}"/>
                </a:ext>
              </a:extLst>
            </p:cNvPr>
            <p:cNvPicPr>
              <a:picLocks noChangeAspect="1" noChangeArrowheads="1"/>
            </p:cNvPicPr>
            <p:nvPr/>
          </p:nvPicPr>
          <p:blipFill>
            <a:blip r:embed="rId16" cstate="print">
              <a:extLst>
                <a:ext uri="{28A0092B-C50C-407E-A947-70E740481C1C}">
                  <a14:useLocalDpi xmlns:a14="http://schemas.microsoft.com/office/drawing/2010/main"/>
                </a:ext>
              </a:extLst>
            </a:blip>
            <a:srcRect/>
            <a:stretch>
              <a:fillRect/>
            </a:stretch>
          </p:blipFill>
          <p:spPr bwMode="auto">
            <a:xfrm>
              <a:off x="9090693" y="3692283"/>
              <a:ext cx="334871" cy="334871"/>
            </a:xfrm>
            <a:prstGeom prst="rect">
              <a:avLst/>
            </a:prstGeom>
            <a:noFill/>
            <a:extLst>
              <a:ext uri="{909E8E84-426E-40DD-AFC4-6F175D3DCCD1}">
                <a14:hiddenFill xmlns:a14="http://schemas.microsoft.com/office/drawing/2010/main">
                  <a:solidFill>
                    <a:srgbClr val="FFFFFF"/>
                  </a:solidFill>
                </a14:hiddenFill>
              </a:ext>
            </a:extLst>
          </p:spPr>
        </p:pic>
        <p:sp>
          <p:nvSpPr>
            <p:cNvPr id="72" name="Rectangle 2">
              <a:extLst>
                <a:ext uri="{FF2B5EF4-FFF2-40B4-BE49-F238E27FC236}">
                  <a16:creationId xmlns:a16="http://schemas.microsoft.com/office/drawing/2014/main" id="{26E1970E-6713-4A90-B550-491E8BBF436F}"/>
                </a:ext>
              </a:extLst>
            </p:cNvPr>
            <p:cNvSpPr>
              <a:spLocks noChangeArrowheads="1"/>
            </p:cNvSpPr>
            <p:nvPr/>
          </p:nvSpPr>
          <p:spPr bwMode="gray">
            <a:xfrm>
              <a:off x="9408226" y="3657768"/>
              <a:ext cx="716507" cy="403901"/>
            </a:xfrm>
            <a:prstGeom prst="rect">
              <a:avLst/>
            </a:prstGeom>
            <a:noFill/>
            <a:ln w="9525">
              <a:noFill/>
              <a:miter lim="800000"/>
              <a:headEnd/>
              <a:tailEnd/>
            </a:ln>
            <a:effectLst/>
            <a:extLs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algn="r" rtl="1">
                <a:spcBef>
                  <a:spcPts val="600"/>
                </a:spcBef>
              </a:pPr>
              <a:r>
                <a:rPr lang="ar-SA" sz="1000" b="1" dirty="0">
                  <a:ea typeface="Times New Roman" pitchFamily="18" charset="0"/>
                  <a:cs typeface="Arial" charset="0"/>
                </a:rPr>
                <a:t>الدعم التحليلي المتقدم</a:t>
              </a:r>
            </a:p>
          </p:txBody>
        </p:sp>
        <p:sp>
          <p:nvSpPr>
            <p:cNvPr id="73" name="Text Placeholder 5">
              <a:extLst>
                <a:ext uri="{FF2B5EF4-FFF2-40B4-BE49-F238E27FC236}">
                  <a16:creationId xmlns:a16="http://schemas.microsoft.com/office/drawing/2014/main" id="{3FBCF954-4D03-40A4-856D-F834BD275E1D}"/>
                </a:ext>
              </a:extLst>
            </p:cNvPr>
            <p:cNvSpPr txBox="1">
              <a:spLocks/>
            </p:cNvSpPr>
            <p:nvPr/>
          </p:nvSpPr>
          <p:spPr>
            <a:xfrm>
              <a:off x="10199490" y="3628886"/>
              <a:ext cx="1865509"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تحليل كميّ مخصّص للنمذجة المالية السريعة وتقنيات تحليلية متقدمة</a:t>
              </a:r>
            </a:p>
          </p:txBody>
        </p:sp>
      </p:grpSp>
      <p:grpSp>
        <p:nvGrpSpPr>
          <p:cNvPr id="15" name="Group 14">
            <a:extLst>
              <a:ext uri="{FF2B5EF4-FFF2-40B4-BE49-F238E27FC236}">
                <a16:creationId xmlns:a16="http://schemas.microsoft.com/office/drawing/2014/main" id="{55409286-D087-46EE-AECF-5FB5379FD3F4}"/>
              </a:ext>
            </a:extLst>
          </p:cNvPr>
          <p:cNvGrpSpPr/>
          <p:nvPr/>
        </p:nvGrpSpPr>
        <p:grpSpPr>
          <a:xfrm>
            <a:off x="8974885" y="2617851"/>
            <a:ext cx="2945046" cy="461665"/>
            <a:chOff x="9061972" y="3068813"/>
            <a:chExt cx="2945046" cy="461665"/>
          </a:xfrm>
        </p:grpSpPr>
        <p:sp>
          <p:nvSpPr>
            <p:cNvPr id="41" name="Freeform 1343">
              <a:extLst>
                <a:ext uri="{FF2B5EF4-FFF2-40B4-BE49-F238E27FC236}">
                  <a16:creationId xmlns:a16="http://schemas.microsoft.com/office/drawing/2014/main" id="{BF350F37-8E0D-4444-9D92-6CDD4A1DBCA6}"/>
                </a:ext>
              </a:extLst>
            </p:cNvPr>
            <p:cNvSpPr>
              <a:spLocks noEditPoints="1"/>
            </p:cNvSpPr>
            <p:nvPr/>
          </p:nvSpPr>
          <p:spPr bwMode="auto">
            <a:xfrm>
              <a:off x="9061972" y="3075029"/>
              <a:ext cx="392313" cy="449233"/>
            </a:xfrm>
            <a:custGeom>
              <a:avLst/>
              <a:gdLst/>
              <a:ahLst/>
              <a:cxnLst>
                <a:cxn ang="0">
                  <a:pos x="426" y="842"/>
                </a:cxn>
                <a:cxn ang="0">
                  <a:pos x="357" y="842"/>
                </a:cxn>
                <a:cxn ang="0">
                  <a:pos x="209" y="607"/>
                </a:cxn>
                <a:cxn ang="0">
                  <a:pos x="66" y="586"/>
                </a:cxn>
                <a:cxn ang="0">
                  <a:pos x="66" y="531"/>
                </a:cxn>
                <a:cxn ang="0">
                  <a:pos x="8" y="442"/>
                </a:cxn>
                <a:cxn ang="0">
                  <a:pos x="97" y="500"/>
                </a:cxn>
                <a:cxn ang="0">
                  <a:pos x="151" y="446"/>
                </a:cxn>
                <a:cxn ang="0">
                  <a:pos x="93" y="357"/>
                </a:cxn>
                <a:cxn ang="0">
                  <a:pos x="182" y="415"/>
                </a:cxn>
                <a:cxn ang="0">
                  <a:pos x="210" y="387"/>
                </a:cxn>
                <a:cxn ang="0">
                  <a:pos x="258" y="558"/>
                </a:cxn>
                <a:cxn ang="0">
                  <a:pos x="426" y="741"/>
                </a:cxn>
                <a:cxn ang="0">
                  <a:pos x="660" y="611"/>
                </a:cxn>
                <a:cxn ang="0">
                  <a:pos x="613" y="687"/>
                </a:cxn>
                <a:cxn ang="0">
                  <a:pos x="607" y="718"/>
                </a:cxn>
                <a:cxn ang="0">
                  <a:pos x="714" y="718"/>
                </a:cxn>
                <a:cxn ang="0">
                  <a:pos x="708" y="687"/>
                </a:cxn>
                <a:cxn ang="0">
                  <a:pos x="574" y="305"/>
                </a:cxn>
                <a:cxn ang="0">
                  <a:pos x="747" y="449"/>
                </a:cxn>
                <a:cxn ang="0">
                  <a:pos x="504" y="62"/>
                </a:cxn>
                <a:cxn ang="0">
                  <a:pos x="360" y="62"/>
                </a:cxn>
                <a:cxn ang="0">
                  <a:pos x="360" y="235"/>
                </a:cxn>
                <a:cxn ang="0">
                  <a:pos x="574" y="305"/>
                </a:cxn>
                <a:cxn ang="0">
                  <a:pos x="543" y="479"/>
                </a:cxn>
                <a:cxn ang="0">
                  <a:pos x="543" y="548"/>
                </a:cxn>
                <a:cxn ang="0">
                  <a:pos x="812" y="513"/>
                </a:cxn>
                <a:cxn ang="0">
                  <a:pos x="294" y="0"/>
                </a:cxn>
                <a:cxn ang="0">
                  <a:pos x="259" y="264"/>
                </a:cxn>
                <a:cxn ang="0">
                  <a:pos x="328" y="264"/>
                </a:cxn>
                <a:cxn ang="0">
                  <a:pos x="294" y="0"/>
                </a:cxn>
                <a:cxn ang="0">
                  <a:pos x="165" y="235"/>
                </a:cxn>
                <a:cxn ang="0">
                  <a:pos x="231" y="62"/>
                </a:cxn>
                <a:cxn ang="0">
                  <a:pos x="78" y="149"/>
                </a:cxn>
              </a:cxnLst>
              <a:rect l="0" t="0" r="r" b="b"/>
              <a:pathLst>
                <a:path w="812" h="877">
                  <a:moveTo>
                    <a:pt x="426" y="741"/>
                  </a:moveTo>
                  <a:cubicBezTo>
                    <a:pt x="426" y="842"/>
                    <a:pt x="426" y="842"/>
                    <a:pt x="426" y="842"/>
                  </a:cubicBezTo>
                  <a:cubicBezTo>
                    <a:pt x="426" y="862"/>
                    <a:pt x="411" y="877"/>
                    <a:pt x="392" y="877"/>
                  </a:cubicBezTo>
                  <a:cubicBezTo>
                    <a:pt x="372" y="877"/>
                    <a:pt x="357" y="862"/>
                    <a:pt x="357" y="842"/>
                  </a:cubicBezTo>
                  <a:cubicBezTo>
                    <a:pt x="357" y="755"/>
                    <a:pt x="357" y="755"/>
                    <a:pt x="357" y="755"/>
                  </a:cubicBezTo>
                  <a:cubicBezTo>
                    <a:pt x="209" y="607"/>
                    <a:pt x="209" y="607"/>
                    <a:pt x="209" y="607"/>
                  </a:cubicBezTo>
                  <a:cubicBezTo>
                    <a:pt x="191" y="617"/>
                    <a:pt x="171" y="622"/>
                    <a:pt x="152" y="622"/>
                  </a:cubicBezTo>
                  <a:cubicBezTo>
                    <a:pt x="120" y="622"/>
                    <a:pt x="89" y="610"/>
                    <a:pt x="66" y="586"/>
                  </a:cubicBezTo>
                  <a:cubicBezTo>
                    <a:pt x="38" y="559"/>
                    <a:pt x="38" y="559"/>
                    <a:pt x="38" y="559"/>
                  </a:cubicBezTo>
                  <a:cubicBezTo>
                    <a:pt x="66" y="531"/>
                    <a:pt x="66" y="531"/>
                    <a:pt x="66" y="531"/>
                  </a:cubicBezTo>
                  <a:cubicBezTo>
                    <a:pt x="8" y="473"/>
                    <a:pt x="8" y="473"/>
                    <a:pt x="8" y="473"/>
                  </a:cubicBezTo>
                  <a:cubicBezTo>
                    <a:pt x="0" y="464"/>
                    <a:pt x="0" y="450"/>
                    <a:pt x="8" y="442"/>
                  </a:cubicBezTo>
                  <a:cubicBezTo>
                    <a:pt x="17" y="434"/>
                    <a:pt x="30" y="434"/>
                    <a:pt x="39" y="442"/>
                  </a:cubicBezTo>
                  <a:cubicBezTo>
                    <a:pt x="97" y="500"/>
                    <a:pt x="97" y="500"/>
                    <a:pt x="97" y="500"/>
                  </a:cubicBezTo>
                  <a:cubicBezTo>
                    <a:pt x="151" y="446"/>
                    <a:pt x="151" y="446"/>
                    <a:pt x="151" y="446"/>
                  </a:cubicBezTo>
                  <a:cubicBezTo>
                    <a:pt x="151" y="446"/>
                    <a:pt x="151" y="446"/>
                    <a:pt x="151" y="446"/>
                  </a:cubicBezTo>
                  <a:cubicBezTo>
                    <a:pt x="93" y="388"/>
                    <a:pt x="93" y="388"/>
                    <a:pt x="93" y="388"/>
                  </a:cubicBezTo>
                  <a:cubicBezTo>
                    <a:pt x="84" y="380"/>
                    <a:pt x="84" y="366"/>
                    <a:pt x="93" y="357"/>
                  </a:cubicBezTo>
                  <a:cubicBezTo>
                    <a:pt x="101" y="349"/>
                    <a:pt x="115" y="349"/>
                    <a:pt x="124" y="357"/>
                  </a:cubicBezTo>
                  <a:cubicBezTo>
                    <a:pt x="182" y="415"/>
                    <a:pt x="182" y="415"/>
                    <a:pt x="182" y="415"/>
                  </a:cubicBezTo>
                  <a:cubicBezTo>
                    <a:pt x="210" y="387"/>
                    <a:pt x="210" y="387"/>
                    <a:pt x="210" y="387"/>
                  </a:cubicBezTo>
                  <a:cubicBezTo>
                    <a:pt x="210" y="387"/>
                    <a:pt x="210" y="387"/>
                    <a:pt x="210" y="387"/>
                  </a:cubicBezTo>
                  <a:cubicBezTo>
                    <a:pt x="237" y="415"/>
                    <a:pt x="237" y="415"/>
                    <a:pt x="237" y="415"/>
                  </a:cubicBezTo>
                  <a:cubicBezTo>
                    <a:pt x="276" y="454"/>
                    <a:pt x="283" y="512"/>
                    <a:pt x="258" y="558"/>
                  </a:cubicBezTo>
                  <a:cubicBezTo>
                    <a:pt x="416" y="716"/>
                    <a:pt x="416" y="716"/>
                    <a:pt x="416" y="716"/>
                  </a:cubicBezTo>
                  <a:cubicBezTo>
                    <a:pt x="423" y="723"/>
                    <a:pt x="426" y="731"/>
                    <a:pt x="426" y="741"/>
                  </a:cubicBezTo>
                  <a:close/>
                  <a:moveTo>
                    <a:pt x="704" y="681"/>
                  </a:moveTo>
                  <a:cubicBezTo>
                    <a:pt x="660" y="611"/>
                    <a:pt x="660" y="611"/>
                    <a:pt x="660" y="611"/>
                  </a:cubicBezTo>
                  <a:cubicBezTo>
                    <a:pt x="617" y="681"/>
                    <a:pt x="617" y="681"/>
                    <a:pt x="617" y="681"/>
                  </a:cubicBezTo>
                  <a:cubicBezTo>
                    <a:pt x="613" y="687"/>
                    <a:pt x="613" y="687"/>
                    <a:pt x="613" y="687"/>
                  </a:cubicBezTo>
                  <a:cubicBezTo>
                    <a:pt x="609" y="694"/>
                    <a:pt x="606" y="703"/>
                    <a:pt x="606" y="713"/>
                  </a:cubicBezTo>
                  <a:cubicBezTo>
                    <a:pt x="606" y="715"/>
                    <a:pt x="607" y="716"/>
                    <a:pt x="607" y="718"/>
                  </a:cubicBezTo>
                  <a:cubicBezTo>
                    <a:pt x="609" y="745"/>
                    <a:pt x="632" y="767"/>
                    <a:pt x="660" y="767"/>
                  </a:cubicBezTo>
                  <a:cubicBezTo>
                    <a:pt x="689" y="767"/>
                    <a:pt x="712" y="745"/>
                    <a:pt x="714" y="718"/>
                  </a:cubicBezTo>
                  <a:cubicBezTo>
                    <a:pt x="714" y="716"/>
                    <a:pt x="715" y="715"/>
                    <a:pt x="715" y="713"/>
                  </a:cubicBezTo>
                  <a:cubicBezTo>
                    <a:pt x="715" y="703"/>
                    <a:pt x="712" y="694"/>
                    <a:pt x="708" y="687"/>
                  </a:cubicBezTo>
                  <a:lnTo>
                    <a:pt x="704" y="681"/>
                  </a:lnTo>
                  <a:close/>
                  <a:moveTo>
                    <a:pt x="574" y="305"/>
                  </a:moveTo>
                  <a:cubicBezTo>
                    <a:pt x="574" y="449"/>
                    <a:pt x="574" y="449"/>
                    <a:pt x="574" y="449"/>
                  </a:cubicBezTo>
                  <a:cubicBezTo>
                    <a:pt x="747" y="449"/>
                    <a:pt x="747" y="449"/>
                    <a:pt x="747" y="449"/>
                  </a:cubicBezTo>
                  <a:cubicBezTo>
                    <a:pt x="747" y="305"/>
                    <a:pt x="747" y="305"/>
                    <a:pt x="747" y="305"/>
                  </a:cubicBezTo>
                  <a:cubicBezTo>
                    <a:pt x="747" y="171"/>
                    <a:pt x="638" y="62"/>
                    <a:pt x="504" y="62"/>
                  </a:cubicBezTo>
                  <a:cubicBezTo>
                    <a:pt x="360" y="62"/>
                    <a:pt x="360" y="62"/>
                    <a:pt x="360" y="62"/>
                  </a:cubicBezTo>
                  <a:cubicBezTo>
                    <a:pt x="360" y="62"/>
                    <a:pt x="360" y="62"/>
                    <a:pt x="360" y="62"/>
                  </a:cubicBezTo>
                  <a:cubicBezTo>
                    <a:pt x="360" y="235"/>
                    <a:pt x="360" y="235"/>
                    <a:pt x="360" y="235"/>
                  </a:cubicBezTo>
                  <a:cubicBezTo>
                    <a:pt x="360" y="235"/>
                    <a:pt x="360" y="235"/>
                    <a:pt x="360" y="235"/>
                  </a:cubicBezTo>
                  <a:cubicBezTo>
                    <a:pt x="504" y="235"/>
                    <a:pt x="504" y="235"/>
                    <a:pt x="504" y="235"/>
                  </a:cubicBezTo>
                  <a:cubicBezTo>
                    <a:pt x="542" y="235"/>
                    <a:pt x="574" y="267"/>
                    <a:pt x="574" y="305"/>
                  </a:cubicBezTo>
                  <a:close/>
                  <a:moveTo>
                    <a:pt x="777" y="479"/>
                  </a:moveTo>
                  <a:cubicBezTo>
                    <a:pt x="543" y="479"/>
                    <a:pt x="543" y="479"/>
                    <a:pt x="543" y="479"/>
                  </a:cubicBezTo>
                  <a:cubicBezTo>
                    <a:pt x="524" y="479"/>
                    <a:pt x="509" y="494"/>
                    <a:pt x="509" y="513"/>
                  </a:cubicBezTo>
                  <a:cubicBezTo>
                    <a:pt x="509" y="533"/>
                    <a:pt x="524" y="548"/>
                    <a:pt x="543" y="548"/>
                  </a:cubicBezTo>
                  <a:cubicBezTo>
                    <a:pt x="777" y="548"/>
                    <a:pt x="777" y="548"/>
                    <a:pt x="777" y="548"/>
                  </a:cubicBezTo>
                  <a:cubicBezTo>
                    <a:pt x="796" y="548"/>
                    <a:pt x="812" y="533"/>
                    <a:pt x="812" y="513"/>
                  </a:cubicBezTo>
                  <a:cubicBezTo>
                    <a:pt x="812" y="494"/>
                    <a:pt x="796" y="479"/>
                    <a:pt x="777" y="479"/>
                  </a:cubicBezTo>
                  <a:close/>
                  <a:moveTo>
                    <a:pt x="294" y="0"/>
                  </a:moveTo>
                  <a:cubicBezTo>
                    <a:pt x="274" y="0"/>
                    <a:pt x="259" y="16"/>
                    <a:pt x="259" y="35"/>
                  </a:cubicBezTo>
                  <a:cubicBezTo>
                    <a:pt x="259" y="264"/>
                    <a:pt x="259" y="264"/>
                    <a:pt x="259" y="264"/>
                  </a:cubicBezTo>
                  <a:cubicBezTo>
                    <a:pt x="259" y="283"/>
                    <a:pt x="274" y="299"/>
                    <a:pt x="294" y="299"/>
                  </a:cubicBezTo>
                  <a:cubicBezTo>
                    <a:pt x="313" y="299"/>
                    <a:pt x="328" y="283"/>
                    <a:pt x="328" y="264"/>
                  </a:cubicBezTo>
                  <a:cubicBezTo>
                    <a:pt x="328" y="35"/>
                    <a:pt x="328" y="35"/>
                    <a:pt x="328" y="35"/>
                  </a:cubicBezTo>
                  <a:cubicBezTo>
                    <a:pt x="328" y="16"/>
                    <a:pt x="313" y="0"/>
                    <a:pt x="294" y="0"/>
                  </a:cubicBezTo>
                  <a:close/>
                  <a:moveTo>
                    <a:pt x="78" y="149"/>
                  </a:moveTo>
                  <a:cubicBezTo>
                    <a:pt x="78" y="197"/>
                    <a:pt x="117" y="235"/>
                    <a:pt x="165" y="235"/>
                  </a:cubicBezTo>
                  <a:cubicBezTo>
                    <a:pt x="231" y="235"/>
                    <a:pt x="231" y="235"/>
                    <a:pt x="231" y="235"/>
                  </a:cubicBezTo>
                  <a:cubicBezTo>
                    <a:pt x="231" y="62"/>
                    <a:pt x="231" y="62"/>
                    <a:pt x="231" y="62"/>
                  </a:cubicBezTo>
                  <a:cubicBezTo>
                    <a:pt x="165" y="62"/>
                    <a:pt x="165" y="62"/>
                    <a:pt x="165" y="62"/>
                  </a:cubicBezTo>
                  <a:cubicBezTo>
                    <a:pt x="117" y="62"/>
                    <a:pt x="78" y="101"/>
                    <a:pt x="78" y="149"/>
                  </a:cubicBezTo>
                  <a:close/>
                </a:path>
              </a:pathLst>
            </a:custGeom>
            <a:solidFill>
              <a:schemeClr val="tx1"/>
            </a:solidFill>
            <a:ln w="9525">
              <a:noFill/>
              <a:round/>
              <a:headEnd/>
              <a:tailEnd/>
            </a:ln>
          </p:spPr>
          <p:txBody>
            <a:bodyPr vert="horz" wrap="square" lIns="80147" tIns="40074" rIns="80147" bIns="40074" numCol="1" anchor="t" anchorCtr="0" compatLnSpc="1">
              <a:prstTxWarp prst="textNoShape">
                <a:avLst/>
              </a:prstTxWarp>
            </a:bodyPr>
            <a:lstStyle/>
            <a:p>
              <a:endParaRPr lang="en-US" dirty="0"/>
            </a:p>
          </p:txBody>
        </p:sp>
        <p:sp>
          <p:nvSpPr>
            <p:cNvPr id="74" name="Rectangle 2">
              <a:extLst>
                <a:ext uri="{FF2B5EF4-FFF2-40B4-BE49-F238E27FC236}">
                  <a16:creationId xmlns:a16="http://schemas.microsoft.com/office/drawing/2014/main" id="{2745899A-7F5F-4B20-B02E-FE4F68178CF5}"/>
                </a:ext>
              </a:extLst>
            </p:cNvPr>
            <p:cNvSpPr>
              <a:spLocks noChangeArrowheads="1"/>
            </p:cNvSpPr>
            <p:nvPr/>
          </p:nvSpPr>
          <p:spPr bwMode="gray">
            <a:xfrm>
              <a:off x="9408226" y="3097695"/>
              <a:ext cx="716507" cy="403901"/>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lvl="0" algn="r" rtl="1">
                <a:spcBef>
                  <a:spcPts val="600"/>
                </a:spcBef>
              </a:pPr>
              <a:r>
                <a:rPr lang="ar-SA" sz="1000" b="1" dirty="0">
                  <a:ea typeface="Times New Roman" pitchFamily="18" charset="0"/>
                  <a:cs typeface="Arial" charset="0"/>
                </a:rPr>
                <a:t>مركز الأبحاث</a:t>
              </a:r>
            </a:p>
          </p:txBody>
        </p:sp>
        <p:sp>
          <p:nvSpPr>
            <p:cNvPr id="75" name="Text Placeholder 5">
              <a:extLst>
                <a:ext uri="{FF2B5EF4-FFF2-40B4-BE49-F238E27FC236}">
                  <a16:creationId xmlns:a16="http://schemas.microsoft.com/office/drawing/2014/main" id="{01DB9997-7B0C-4CD4-9AA3-DAAB0CA33C4B}"/>
                </a:ext>
              </a:extLst>
            </p:cNvPr>
            <p:cNvSpPr txBox="1">
              <a:spLocks/>
            </p:cNvSpPr>
            <p:nvPr/>
          </p:nvSpPr>
          <p:spPr>
            <a:xfrm>
              <a:off x="10199491" y="3068813"/>
              <a:ext cx="1807527"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spc="-30" dirty="0">
                  <a:solidFill>
                    <a:sysClr val="windowText" lastClr="000000"/>
                  </a:solidFill>
                  <a:cs typeface="Arial" charset="0"/>
                </a:rPr>
                <a:t>أبحاث مخصصة وذكاء أعمال يدعم الآخرين بالمعرفة الصناعية المتعمقة</a:t>
              </a:r>
            </a:p>
          </p:txBody>
        </p:sp>
      </p:grpSp>
      <p:grpSp>
        <p:nvGrpSpPr>
          <p:cNvPr id="6" name="Group 5">
            <a:extLst>
              <a:ext uri="{FF2B5EF4-FFF2-40B4-BE49-F238E27FC236}">
                <a16:creationId xmlns:a16="http://schemas.microsoft.com/office/drawing/2014/main" id="{DBFFC521-2AE7-420E-BEEE-3A89B91F6B7C}"/>
              </a:ext>
            </a:extLst>
          </p:cNvPr>
          <p:cNvGrpSpPr/>
          <p:nvPr/>
        </p:nvGrpSpPr>
        <p:grpSpPr>
          <a:xfrm>
            <a:off x="8955400" y="2024091"/>
            <a:ext cx="2914236" cy="461665"/>
            <a:chOff x="9042487" y="2187376"/>
            <a:chExt cx="2914236" cy="461665"/>
          </a:xfrm>
        </p:grpSpPr>
        <p:pic>
          <p:nvPicPr>
            <p:cNvPr id="42" name="Picture 33" descr="Idea Icon 1710268">
              <a:extLst>
                <a:ext uri="{FF2B5EF4-FFF2-40B4-BE49-F238E27FC236}">
                  <a16:creationId xmlns:a16="http://schemas.microsoft.com/office/drawing/2014/main" id="{3841D521-5294-4C8A-B4DF-71AFC7F8C858}"/>
                </a:ext>
              </a:extLst>
            </p:cNvPr>
            <p:cNvPicPr>
              <a:picLocks noChangeAspect="1" noChangeArrowheads="1"/>
            </p:cNvPicPr>
            <p:nvPr/>
          </p:nvPicPr>
          <p:blipFill>
            <a:blip r:embed="rId17" cstate="print">
              <a:extLst>
                <a:ext uri="{28A0092B-C50C-407E-A947-70E740481C1C}">
                  <a14:useLocalDpi xmlns:a14="http://schemas.microsoft.com/office/drawing/2010/main"/>
                </a:ext>
              </a:extLst>
            </a:blip>
            <a:srcRect/>
            <a:stretch>
              <a:fillRect/>
            </a:stretch>
          </p:blipFill>
          <p:spPr bwMode="auto">
            <a:xfrm>
              <a:off x="9042487" y="2190188"/>
              <a:ext cx="456041" cy="456041"/>
            </a:xfrm>
            <a:prstGeom prst="rect">
              <a:avLst/>
            </a:prstGeom>
            <a:noFill/>
            <a:extLst>
              <a:ext uri="{909E8E84-426E-40DD-AFC4-6F175D3DCCD1}">
                <a14:hiddenFill xmlns:a14="http://schemas.microsoft.com/office/drawing/2010/main">
                  <a:solidFill>
                    <a:srgbClr val="FFFFFF"/>
                  </a:solidFill>
                </a14:hiddenFill>
              </a:ext>
            </a:extLst>
          </p:spPr>
        </p:pic>
        <p:sp>
          <p:nvSpPr>
            <p:cNvPr id="80" name="Rectangle 2">
              <a:extLst>
                <a:ext uri="{FF2B5EF4-FFF2-40B4-BE49-F238E27FC236}">
                  <a16:creationId xmlns:a16="http://schemas.microsoft.com/office/drawing/2014/main" id="{A3C55A53-5534-4377-874C-A2D2312D0DE7}"/>
                </a:ext>
              </a:extLst>
            </p:cNvPr>
            <p:cNvSpPr>
              <a:spLocks noChangeArrowheads="1"/>
            </p:cNvSpPr>
            <p:nvPr/>
          </p:nvSpPr>
          <p:spPr bwMode="gray">
            <a:xfrm>
              <a:off x="9408226" y="2216258"/>
              <a:ext cx="716507" cy="403901"/>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lvl="0" algn="r" rtl="1">
                <a:spcBef>
                  <a:spcPts val="600"/>
                </a:spcBef>
              </a:pPr>
              <a:r>
                <a:rPr lang="ar-SA" sz="1000" b="1" dirty="0">
                  <a:ea typeface="Times New Roman" pitchFamily="18" charset="0"/>
                  <a:cs typeface="Arial" charset="0"/>
                </a:rPr>
                <a:t>مركز ابتكار الأفكار</a:t>
              </a:r>
            </a:p>
          </p:txBody>
        </p:sp>
        <p:sp>
          <p:nvSpPr>
            <p:cNvPr id="81" name="Text Placeholder 5">
              <a:extLst>
                <a:ext uri="{FF2B5EF4-FFF2-40B4-BE49-F238E27FC236}">
                  <a16:creationId xmlns:a16="http://schemas.microsoft.com/office/drawing/2014/main" id="{5C932A4F-A064-4F51-8FD5-03F6D0144E58}"/>
                </a:ext>
              </a:extLst>
            </p:cNvPr>
            <p:cNvSpPr txBox="1">
              <a:spLocks/>
            </p:cNvSpPr>
            <p:nvPr/>
          </p:nvSpPr>
          <p:spPr>
            <a:xfrm>
              <a:off x="10199491" y="2187376"/>
              <a:ext cx="1757232"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مركز أبحاث لتعزيز النمو من خلال ترجمة الاتجاهات الاجتماعية والاقتصادية إلى قرارات تصب في مصلحة العمل</a:t>
              </a:r>
            </a:p>
          </p:txBody>
        </p:sp>
      </p:grpSp>
      <p:cxnSp>
        <p:nvCxnSpPr>
          <p:cNvPr id="119" name="Straight Arrow Connector 118">
            <a:extLst>
              <a:ext uri="{FF2B5EF4-FFF2-40B4-BE49-F238E27FC236}">
                <a16:creationId xmlns:a16="http://schemas.microsoft.com/office/drawing/2014/main" id="{AB1E2E93-FC5E-4BB5-B95E-2C27E3AB9133}"/>
              </a:ext>
            </a:extLst>
          </p:cNvPr>
          <p:cNvCxnSpPr/>
          <p:nvPr/>
        </p:nvCxnSpPr>
        <p:spPr>
          <a:xfrm>
            <a:off x="8956668" y="4442900"/>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67B12B69-395E-43AA-8DC6-1200E43076CB}"/>
              </a:ext>
            </a:extLst>
          </p:cNvPr>
          <p:cNvCxnSpPr/>
          <p:nvPr/>
        </p:nvCxnSpPr>
        <p:spPr>
          <a:xfrm>
            <a:off x="8956668" y="5742282"/>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84142C-CCC9-4FC8-8B84-968E09F6310F}"/>
              </a:ext>
            </a:extLst>
          </p:cNvPr>
          <p:cNvGrpSpPr/>
          <p:nvPr/>
        </p:nvGrpSpPr>
        <p:grpSpPr>
          <a:xfrm>
            <a:off x="8973712" y="4551535"/>
            <a:ext cx="2895924" cy="461665"/>
            <a:chOff x="9060799" y="4687650"/>
            <a:chExt cx="2895924" cy="461665"/>
          </a:xfrm>
        </p:grpSpPr>
        <p:sp>
          <p:nvSpPr>
            <p:cNvPr id="117" name="Rectangle 2">
              <a:extLst>
                <a:ext uri="{FF2B5EF4-FFF2-40B4-BE49-F238E27FC236}">
                  <a16:creationId xmlns:a16="http://schemas.microsoft.com/office/drawing/2014/main" id="{FB049B1E-43CB-4D48-9D66-3E46BF50D960}"/>
                </a:ext>
              </a:extLst>
            </p:cNvPr>
            <p:cNvSpPr>
              <a:spLocks noChangeArrowheads="1"/>
            </p:cNvSpPr>
            <p:nvPr/>
          </p:nvSpPr>
          <p:spPr bwMode="gray">
            <a:xfrm>
              <a:off x="9408226" y="4716532"/>
              <a:ext cx="716507" cy="403901"/>
            </a:xfrm>
            <a:prstGeom prst="rect">
              <a:avLst/>
            </a:prstGeom>
            <a:noFill/>
            <a:ln w="9525">
              <a:noFill/>
              <a:miter lim="800000"/>
              <a:headEnd/>
              <a:tailEnd/>
            </a:ln>
            <a:effectLst/>
            <a:extLs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algn="r" rtl="1">
                <a:spcBef>
                  <a:spcPts val="600"/>
                </a:spcBef>
              </a:pPr>
              <a:r>
                <a:rPr lang="ar-SA" sz="1000" b="1" dirty="0">
                  <a:ea typeface="Times New Roman" pitchFamily="18" charset="0"/>
                  <a:cs typeface="Arial" charset="0"/>
                </a:rPr>
                <a:t>التسويق الرقمي</a:t>
              </a:r>
            </a:p>
          </p:txBody>
        </p:sp>
        <p:sp>
          <p:nvSpPr>
            <p:cNvPr id="118" name="Text Placeholder 5">
              <a:extLst>
                <a:ext uri="{FF2B5EF4-FFF2-40B4-BE49-F238E27FC236}">
                  <a16:creationId xmlns:a16="http://schemas.microsoft.com/office/drawing/2014/main" id="{12D94602-4DFE-4C16-BE72-069BD83E69A1}"/>
                </a:ext>
              </a:extLst>
            </p:cNvPr>
            <p:cNvSpPr txBox="1">
              <a:spLocks/>
            </p:cNvSpPr>
            <p:nvPr/>
          </p:nvSpPr>
          <p:spPr>
            <a:xfrm>
              <a:off x="10199491" y="4687650"/>
              <a:ext cx="1757232"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فريق دائم يهدف إلى تطوير القنوات الرقمية وعرض العلامة التجارية</a:t>
              </a:r>
            </a:p>
          </p:txBody>
        </p:sp>
        <p:pic>
          <p:nvPicPr>
            <p:cNvPr id="150531" name="Picture 3" descr="digital marketing Icon 5437357">
              <a:extLst>
                <a:ext uri="{FF2B5EF4-FFF2-40B4-BE49-F238E27FC236}">
                  <a16:creationId xmlns:a16="http://schemas.microsoft.com/office/drawing/2014/main" id="{F4EED075-57E2-4314-86CB-6247112B35F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060799" y="4721153"/>
              <a:ext cx="394658" cy="394658"/>
            </a:xfrm>
            <a:prstGeom prst="rect">
              <a:avLst/>
            </a:prstGeom>
            <a:noFill/>
            <a:extLst>
              <a:ext uri="{909E8E84-426E-40DD-AFC4-6F175D3DCCD1}">
                <a14:hiddenFill xmlns:a14="http://schemas.microsoft.com/office/drawing/2010/main">
                  <a:solidFill>
                    <a:srgbClr val="FFFFFF"/>
                  </a:solidFill>
                </a14:hiddenFill>
              </a:ext>
            </a:extLst>
          </p:spPr>
        </p:pic>
      </p:grpSp>
      <p:sp>
        <p:nvSpPr>
          <p:cNvPr id="120" name="Rectangle 2">
            <a:extLst>
              <a:ext uri="{FF2B5EF4-FFF2-40B4-BE49-F238E27FC236}">
                <a16:creationId xmlns:a16="http://schemas.microsoft.com/office/drawing/2014/main" id="{0895A21E-348D-4EF8-98C7-1E67CF7FE3ED}"/>
              </a:ext>
            </a:extLst>
          </p:cNvPr>
          <p:cNvSpPr>
            <a:spLocks noChangeArrowheads="1"/>
          </p:cNvSpPr>
          <p:nvPr/>
        </p:nvSpPr>
        <p:spPr bwMode="gray">
          <a:xfrm>
            <a:off x="9321139" y="5206835"/>
            <a:ext cx="716507" cy="403901"/>
          </a:xfrm>
          <a:prstGeom prst="rect">
            <a:avLst/>
          </a:prstGeom>
          <a:noFill/>
          <a:ln w="9525">
            <a:noFill/>
            <a:miter lim="800000"/>
            <a:headEnd/>
            <a:tailEnd/>
          </a:ln>
          <a:effectLst/>
          <a:extLs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algn="r" rtl="1">
              <a:spcBef>
                <a:spcPts val="600"/>
              </a:spcBef>
            </a:pPr>
            <a:r>
              <a:rPr lang="ar-SA" sz="1000" b="1" dirty="0">
                <a:ea typeface="Times New Roman" pitchFamily="18" charset="0"/>
                <a:cs typeface="Arial" charset="0"/>
              </a:rPr>
              <a:t>التواصل الإعلامي</a:t>
            </a:r>
          </a:p>
        </p:txBody>
      </p:sp>
      <p:sp>
        <p:nvSpPr>
          <p:cNvPr id="121" name="Text Placeholder 5">
            <a:extLst>
              <a:ext uri="{FF2B5EF4-FFF2-40B4-BE49-F238E27FC236}">
                <a16:creationId xmlns:a16="http://schemas.microsoft.com/office/drawing/2014/main" id="{AE9263A5-72A2-4836-B425-B1CA09979C49}"/>
              </a:ext>
            </a:extLst>
          </p:cNvPr>
          <p:cNvSpPr txBox="1">
            <a:spLocks/>
          </p:cNvSpPr>
          <p:nvPr/>
        </p:nvSpPr>
        <p:spPr>
          <a:xfrm>
            <a:off x="10112404" y="5177953"/>
            <a:ext cx="1757232"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خبراء متمرسون قادرون على الوصول إلى آخر الأخبار وأحدث المعلومات والتقارير</a:t>
            </a:r>
          </a:p>
        </p:txBody>
      </p:sp>
      <p:pic>
        <p:nvPicPr>
          <p:cNvPr id="150533" name="Picture 5" descr="communication Icon 5438640">
            <a:extLst>
              <a:ext uri="{FF2B5EF4-FFF2-40B4-BE49-F238E27FC236}">
                <a16:creationId xmlns:a16="http://schemas.microsoft.com/office/drawing/2014/main" id="{79EBA3C6-BA96-47EE-ACD1-CCA7FB48A94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973712" y="5211456"/>
            <a:ext cx="394658" cy="394658"/>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C927D92A-026D-C115-C11C-043BB1109C82}"/>
              </a:ext>
            </a:extLst>
          </p:cNvPr>
          <p:cNvGrpSpPr/>
          <p:nvPr/>
        </p:nvGrpSpPr>
        <p:grpSpPr>
          <a:xfrm>
            <a:off x="8973712" y="5847915"/>
            <a:ext cx="2895924" cy="461665"/>
            <a:chOff x="8973712" y="5456051"/>
            <a:chExt cx="2895924" cy="461665"/>
          </a:xfrm>
        </p:grpSpPr>
        <p:sp>
          <p:nvSpPr>
            <p:cNvPr id="123" name="Rectangle 2">
              <a:extLst>
                <a:ext uri="{FF2B5EF4-FFF2-40B4-BE49-F238E27FC236}">
                  <a16:creationId xmlns:a16="http://schemas.microsoft.com/office/drawing/2014/main" id="{297732B0-A5E4-4BEE-A695-28897DD62D0B}"/>
                </a:ext>
              </a:extLst>
            </p:cNvPr>
            <p:cNvSpPr>
              <a:spLocks noChangeArrowheads="1"/>
            </p:cNvSpPr>
            <p:nvPr/>
          </p:nvSpPr>
          <p:spPr bwMode="gray">
            <a:xfrm>
              <a:off x="9241769" y="5484933"/>
              <a:ext cx="788158" cy="403901"/>
            </a:xfrm>
            <a:prstGeom prst="rect">
              <a:avLst/>
            </a:prstGeom>
            <a:noFill/>
            <a:ln w="9525">
              <a:noFill/>
              <a:miter lim="800000"/>
              <a:headEnd/>
              <a:tailEnd/>
            </a:ln>
            <a:effectLst/>
            <a:extLst>
              <a:ext uri="{91240B29-F687-4F45-9708-019B960494DF}">
                <a14:hiddenLine xmlns:a14="http://schemas.microsoft.com/office/drawing/2010/main" w="9525">
                  <a:solidFill>
                    <a:srgbClr val="FFFFFF"/>
                  </a:solidFill>
                  <a:miter lim="800000"/>
                  <a:headEnd/>
                  <a:tailEnd/>
                </a14:hiddenLine>
              </a:ext>
            </a:extLst>
          </p:spPr>
          <p:txBody>
            <a:bodyPr lIns="72000" rIns="9144" anchor="ctr"/>
            <a:lstStyle/>
            <a:p>
              <a:pPr algn="r" rtl="1">
                <a:spcBef>
                  <a:spcPts val="600"/>
                </a:spcBef>
              </a:pPr>
              <a:r>
                <a:rPr lang="ar-SA" sz="1000" b="1" dirty="0">
                  <a:ea typeface="Times New Roman" pitchFamily="18" charset="0"/>
                  <a:cs typeface="Arial" charset="0"/>
                </a:rPr>
                <a:t>محتوى وسائل التواصل الاجتماعي</a:t>
              </a:r>
            </a:p>
          </p:txBody>
        </p:sp>
        <p:sp>
          <p:nvSpPr>
            <p:cNvPr id="124" name="Text Placeholder 5">
              <a:extLst>
                <a:ext uri="{FF2B5EF4-FFF2-40B4-BE49-F238E27FC236}">
                  <a16:creationId xmlns:a16="http://schemas.microsoft.com/office/drawing/2014/main" id="{4C94707C-8406-4F1D-8FA1-7B869C1DC44A}"/>
                </a:ext>
              </a:extLst>
            </p:cNvPr>
            <p:cNvSpPr txBox="1">
              <a:spLocks/>
            </p:cNvSpPr>
            <p:nvPr/>
          </p:nvSpPr>
          <p:spPr>
            <a:xfrm>
              <a:off x="10112404" y="5456051"/>
              <a:ext cx="1757232" cy="461665"/>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buFont typeface="Arial" panose="020B0604020202020204" pitchFamily="34" charset="0"/>
                <a:buNone/>
                <a:defRPr sz="800" b="0" i="1" kern="1200">
                  <a:solidFill>
                    <a:schemeClr val="tx1"/>
                  </a:solidFill>
                  <a:latin typeface="+mn-lt"/>
                  <a:ea typeface="+mn-ea"/>
                  <a:cs typeface="+mn-cs"/>
                </a:defRPr>
              </a:lvl1pPr>
              <a:lvl2pPr marL="0" indent="0" algn="l" defTabSz="914400" rtl="0" eaLnBrk="1" latinLnBrk="0" hangingPunct="1">
                <a:spcBef>
                  <a:spcPct val="20000"/>
                </a:spcBef>
                <a:buFont typeface="Arial" panose="020B0604020202020204" pitchFamily="34" charset="0"/>
                <a:buNone/>
                <a:defRPr sz="900" b="0" kern="1200">
                  <a:solidFill>
                    <a:schemeClr val="tx1"/>
                  </a:solidFill>
                  <a:latin typeface="+mn-lt"/>
                  <a:ea typeface="+mn-ea"/>
                  <a:cs typeface="+mn-cs"/>
                </a:defRPr>
              </a:lvl2pPr>
              <a:lvl3pPr marL="179388"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3pPr>
              <a:lvl4pPr marL="358775"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4pPr>
              <a:lvl5pPr marL="538163" indent="-179388" algn="l" defTabSz="914400" rtl="0" eaLnBrk="1" latinLnBrk="0" hangingPunct="1">
                <a:spcBef>
                  <a:spcPct val="20000"/>
                </a:spcBef>
                <a:buFont typeface="Arial" panose="020B0604020202020204" pitchFamily="34" charset="0"/>
                <a:buChar char="•"/>
                <a:defRPr sz="900" b="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0" algn="r" rtl="1"/>
              <a:r>
                <a:rPr lang="ar-SA" sz="1000" dirty="0">
                  <a:solidFill>
                    <a:sysClr val="windowText" lastClr="000000"/>
                  </a:solidFill>
                  <a:cs typeface="Arial" charset="0"/>
                </a:rPr>
                <a:t>متخصصون لتحسين قنوات وسائل التواصل الاجتماعي وتعزيز المحتوى الموجه للجماهير المستهدفة</a:t>
              </a:r>
            </a:p>
          </p:txBody>
        </p:sp>
        <p:pic>
          <p:nvPicPr>
            <p:cNvPr id="150535" name="Picture 7" descr="social media Icon 2157112">
              <a:extLst>
                <a:ext uri="{FF2B5EF4-FFF2-40B4-BE49-F238E27FC236}">
                  <a16:creationId xmlns:a16="http://schemas.microsoft.com/office/drawing/2014/main" id="{6687E086-31B3-45B6-8BF8-3229C51EB9D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973712" y="5477801"/>
              <a:ext cx="418164" cy="41816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90" name="Straight Arrow Connector 89">
            <a:extLst>
              <a:ext uri="{FF2B5EF4-FFF2-40B4-BE49-F238E27FC236}">
                <a16:creationId xmlns:a16="http://schemas.microsoft.com/office/drawing/2014/main" id="{605CB682-E2C4-4467-8792-6DD939511C6B}"/>
              </a:ext>
            </a:extLst>
          </p:cNvPr>
          <p:cNvCxnSpPr/>
          <p:nvPr/>
        </p:nvCxnSpPr>
        <p:spPr>
          <a:xfrm>
            <a:off x="8956668" y="5092590"/>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81E4E785-C976-45E8-B48C-DF4759D2B615}"/>
              </a:ext>
            </a:extLst>
          </p:cNvPr>
          <p:cNvCxnSpPr/>
          <p:nvPr/>
        </p:nvCxnSpPr>
        <p:spPr>
          <a:xfrm>
            <a:off x="8956668" y="3793210"/>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6CB01D37-41B7-4EAD-AC5F-1277616D91C9}"/>
              </a:ext>
            </a:extLst>
          </p:cNvPr>
          <p:cNvCxnSpPr/>
          <p:nvPr/>
        </p:nvCxnSpPr>
        <p:spPr>
          <a:xfrm>
            <a:off x="8956668" y="3143520"/>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A73FBEAB-A1FA-46DB-8AC6-E0F770EACFC4}"/>
              </a:ext>
            </a:extLst>
          </p:cNvPr>
          <p:cNvCxnSpPr/>
          <p:nvPr/>
        </p:nvCxnSpPr>
        <p:spPr>
          <a:xfrm>
            <a:off x="8956668" y="2493830"/>
            <a:ext cx="2935828" cy="0"/>
          </a:xfrm>
          <a:prstGeom prst="straightConnector1">
            <a:avLst/>
          </a:prstGeom>
          <a:ln w="9525">
            <a:solidFill>
              <a:schemeClr val="accent5"/>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Google Shape;11976;p185">
            <a:extLst>
              <a:ext uri="{FF2B5EF4-FFF2-40B4-BE49-F238E27FC236}">
                <a16:creationId xmlns:a16="http://schemas.microsoft.com/office/drawing/2014/main" id="{C7CDB67C-4BF5-BE1C-BAB9-0DC053261A5A}"/>
              </a:ext>
            </a:extLst>
          </p:cNvPr>
          <p:cNvSpPr/>
          <p:nvPr/>
        </p:nvSpPr>
        <p:spPr>
          <a:xfrm>
            <a:off x="442914" y="3961444"/>
            <a:ext cx="4292372" cy="2369908"/>
          </a:xfrm>
          <a:prstGeom prst="rect">
            <a:avLst/>
          </a:prstGeom>
          <a:solidFill>
            <a:srgbClr val="FBEBED">
              <a:alpha val="60000"/>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71"/>
              <a:buFont typeface="Arial"/>
              <a:buNone/>
              <a:tabLst/>
              <a:defRPr/>
            </a:pPr>
            <a:endParaRPr kumimoji="0" sz="971"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19" name="Google Shape;11982;p185">
            <a:extLst>
              <a:ext uri="{FF2B5EF4-FFF2-40B4-BE49-F238E27FC236}">
                <a16:creationId xmlns:a16="http://schemas.microsoft.com/office/drawing/2014/main" id="{A4BE6D3A-37E0-02B3-4301-AD627B8E209B}"/>
              </a:ext>
            </a:extLst>
          </p:cNvPr>
          <p:cNvSpPr/>
          <p:nvPr/>
        </p:nvSpPr>
        <p:spPr>
          <a:xfrm>
            <a:off x="442914" y="2197321"/>
            <a:ext cx="4292372" cy="1432994"/>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71"/>
              <a:buFont typeface="Arial"/>
              <a:buNone/>
              <a:tabLst/>
              <a:defRPr/>
            </a:pPr>
            <a:endParaRPr kumimoji="0" sz="971"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0" name="Google Shape;11983;p185">
            <a:extLst>
              <a:ext uri="{FF2B5EF4-FFF2-40B4-BE49-F238E27FC236}">
                <a16:creationId xmlns:a16="http://schemas.microsoft.com/office/drawing/2014/main" id="{E3DC622D-C60A-AFC1-2BE4-B90110670F3E}"/>
              </a:ext>
            </a:extLst>
          </p:cNvPr>
          <p:cNvSpPr/>
          <p:nvPr/>
        </p:nvSpPr>
        <p:spPr>
          <a:xfrm>
            <a:off x="443038" y="3666815"/>
            <a:ext cx="4292248" cy="220250"/>
          </a:xfrm>
          <a:prstGeom prst="rect">
            <a:avLst/>
          </a:prstGeom>
          <a:solidFill>
            <a:schemeClr val="accent2"/>
          </a:solidFill>
          <a:ln>
            <a:noFill/>
          </a:ln>
        </p:spPr>
        <p:txBody>
          <a:bodyPr spcFirstLastPara="1" wrap="square" lIns="72000" tIns="0" rIns="0" bIns="0" anchor="ctr" anchorCtr="0">
            <a:noAutofit/>
          </a:bodyPr>
          <a:lstStyle/>
          <a:p>
            <a:pPr marL="0" marR="0" lvl="0" indent="0" algn="r" defTabSz="914400" rtl="1" eaLnBrk="1" fontAlgn="auto" latinLnBrk="0" hangingPunct="1">
              <a:lnSpc>
                <a:spcPct val="100000"/>
              </a:lnSpc>
              <a:spcBef>
                <a:spcPts val="0"/>
              </a:spcBef>
              <a:spcAft>
                <a:spcPts val="0"/>
              </a:spcAft>
              <a:buClr>
                <a:srgbClr val="FFFFFF"/>
              </a:buClr>
              <a:buSzPts val="1400"/>
              <a:buFont typeface="Arial"/>
              <a:buNone/>
              <a:tabLst/>
              <a:defRPr/>
            </a:pPr>
            <a:r>
              <a:rPr kumimoji="0" lang="ar-SA" sz="1400" b="1" strike="noStrike" kern="0" cap="none" spc="0" normalizeH="0" noProof="0" dirty="0">
                <a:ln>
                  <a:noFill/>
                </a:ln>
                <a:solidFill>
                  <a:srgbClr val="FFFFFF"/>
                </a:solidFill>
                <a:effectLst/>
                <a:uLnTx/>
                <a:uFillTx/>
                <a:latin typeface="Arial"/>
                <a:ea typeface="Arial"/>
                <a:cs typeface="Arial"/>
                <a:sym typeface="Arial"/>
              </a:rPr>
              <a:t>فريق المشروع </a:t>
            </a:r>
            <a:r>
              <a:rPr kumimoji="0" lang="ar-SA" sz="1400" b="1" strike="noStrike" kern="0" cap="none" spc="0" normalizeH="0" baseline="33000" noProof="0" dirty="0">
                <a:ln>
                  <a:noFill/>
                </a:ln>
                <a:solidFill>
                  <a:srgbClr val="FFFFFF"/>
                </a:solidFill>
                <a:effectLst/>
                <a:uLnTx/>
                <a:uFillTx/>
                <a:latin typeface="Arial"/>
                <a:ea typeface="Arial"/>
                <a:cs typeface="Arial"/>
                <a:sym typeface="Arial"/>
              </a:rPr>
              <a:t>1</a:t>
            </a:r>
          </a:p>
        </p:txBody>
      </p:sp>
      <p:sp>
        <p:nvSpPr>
          <p:cNvPr id="21" name="Google Shape;11984;p185">
            <a:extLst>
              <a:ext uri="{FF2B5EF4-FFF2-40B4-BE49-F238E27FC236}">
                <a16:creationId xmlns:a16="http://schemas.microsoft.com/office/drawing/2014/main" id="{A0B63AFD-C3AC-0D87-11F6-55B5A89A8DDC}"/>
              </a:ext>
            </a:extLst>
          </p:cNvPr>
          <p:cNvSpPr/>
          <p:nvPr/>
        </p:nvSpPr>
        <p:spPr>
          <a:xfrm>
            <a:off x="443038" y="1930800"/>
            <a:ext cx="4292248" cy="220250"/>
          </a:xfrm>
          <a:prstGeom prst="rect">
            <a:avLst/>
          </a:prstGeom>
          <a:solidFill>
            <a:srgbClr val="464646"/>
          </a:solidFill>
          <a:ln>
            <a:noFill/>
          </a:ln>
        </p:spPr>
        <p:txBody>
          <a:bodyPr spcFirstLastPara="1" wrap="square" lIns="72000" tIns="0" rIns="0" bIns="0" anchor="ctr" anchorCtr="0">
            <a:noAutofit/>
          </a:bodyPr>
          <a:lstStyle/>
          <a:p>
            <a:pPr marL="0" marR="0" lvl="0" indent="0" algn="r" defTabSz="914400" rtl="1" eaLnBrk="1" fontAlgn="auto" latinLnBrk="0" hangingPunct="1">
              <a:lnSpc>
                <a:spcPct val="100000"/>
              </a:lnSpc>
              <a:spcBef>
                <a:spcPts val="0"/>
              </a:spcBef>
              <a:spcAft>
                <a:spcPts val="0"/>
              </a:spcAft>
              <a:buClr>
                <a:srgbClr val="FFFFFF"/>
              </a:buClr>
              <a:buSzPts val="1400"/>
              <a:buFont typeface="Arial"/>
              <a:buNone/>
              <a:tabLst/>
              <a:defRPr/>
            </a:pPr>
            <a:r>
              <a:rPr kumimoji="0" lang="ar-SA" sz="1400" strike="noStrike" kern="0" cap="none" spc="0" normalizeH="0" noProof="0" dirty="0">
                <a:ln>
                  <a:noFill/>
                </a:ln>
                <a:solidFill>
                  <a:srgbClr val="FFFFFF"/>
                </a:solidFill>
                <a:effectLst/>
                <a:uLnTx/>
                <a:uFillTx/>
                <a:latin typeface="Arial"/>
                <a:ea typeface="Arial"/>
                <a:cs typeface="Arial"/>
                <a:sym typeface="Arial"/>
              </a:rPr>
              <a:t>فريق القيادة</a:t>
            </a:r>
          </a:p>
        </p:txBody>
      </p:sp>
      <p:sp>
        <p:nvSpPr>
          <p:cNvPr id="22" name="Google Shape;11985;p185">
            <a:extLst>
              <a:ext uri="{FF2B5EF4-FFF2-40B4-BE49-F238E27FC236}">
                <a16:creationId xmlns:a16="http://schemas.microsoft.com/office/drawing/2014/main" id="{529950C6-3F65-BD27-6BDF-456DECD065A4}"/>
              </a:ext>
            </a:extLst>
          </p:cNvPr>
          <p:cNvSpPr/>
          <p:nvPr/>
        </p:nvSpPr>
        <p:spPr>
          <a:xfrm>
            <a:off x="443038" y="1651986"/>
            <a:ext cx="4292248" cy="238649"/>
          </a:xfrm>
          <a:prstGeom prst="rect">
            <a:avLst/>
          </a:prstGeom>
          <a:solidFill>
            <a:schemeClr val="dk1"/>
          </a:solidFill>
          <a:ln>
            <a:noFill/>
          </a:ln>
        </p:spPr>
        <p:txBody>
          <a:bodyPr spcFirstLastPara="1" wrap="square" lIns="72000" tIns="0" rIns="0" bIns="0" anchor="ctr" anchorCtr="0">
            <a:noAutofit/>
          </a:bodyPr>
          <a:lstStyle/>
          <a:p>
            <a:pPr marL="0" marR="0" lvl="0" indent="0" algn="r" defTabSz="914400" rtl="1" eaLnBrk="1" fontAlgn="auto" latinLnBrk="0" hangingPunct="1">
              <a:lnSpc>
                <a:spcPct val="100000"/>
              </a:lnSpc>
              <a:spcBef>
                <a:spcPts val="0"/>
              </a:spcBef>
              <a:spcAft>
                <a:spcPts val="0"/>
              </a:spcAft>
              <a:buClr>
                <a:srgbClr val="FFFFFF"/>
              </a:buClr>
              <a:buSzPts val="1400"/>
              <a:buFont typeface="Arial"/>
              <a:buNone/>
              <a:tabLst/>
              <a:defRPr/>
            </a:pPr>
            <a:r>
              <a:rPr kumimoji="0" lang="ar-SA" sz="1400" b="1" strike="noStrike" kern="0" cap="none" spc="0" normalizeH="0" noProof="0" dirty="0">
                <a:ln>
                  <a:noFill/>
                </a:ln>
                <a:solidFill>
                  <a:srgbClr val="FFFFFF"/>
                </a:solidFill>
                <a:effectLst/>
                <a:uLnTx/>
                <a:uFillTx/>
                <a:latin typeface="Arial"/>
                <a:ea typeface="Arial"/>
                <a:cs typeface="Arial"/>
                <a:sym typeface="Arial"/>
              </a:rPr>
              <a:t>الفريق الأساسي</a:t>
            </a:r>
          </a:p>
        </p:txBody>
      </p:sp>
      <p:grpSp>
        <p:nvGrpSpPr>
          <p:cNvPr id="150584" name="Group 150583">
            <a:extLst>
              <a:ext uri="{FF2B5EF4-FFF2-40B4-BE49-F238E27FC236}">
                <a16:creationId xmlns:a16="http://schemas.microsoft.com/office/drawing/2014/main" id="{D856F693-6D68-B8A2-FFAC-1A2F35693008}"/>
              </a:ext>
            </a:extLst>
          </p:cNvPr>
          <p:cNvGrpSpPr/>
          <p:nvPr/>
        </p:nvGrpSpPr>
        <p:grpSpPr>
          <a:xfrm>
            <a:off x="572588" y="2518825"/>
            <a:ext cx="4033025" cy="602088"/>
            <a:chOff x="539405" y="2286055"/>
            <a:chExt cx="4033025" cy="602088"/>
          </a:xfrm>
        </p:grpSpPr>
        <p:grpSp>
          <p:nvGrpSpPr>
            <p:cNvPr id="150583" name="Group 150582">
              <a:extLst>
                <a:ext uri="{FF2B5EF4-FFF2-40B4-BE49-F238E27FC236}">
                  <a16:creationId xmlns:a16="http://schemas.microsoft.com/office/drawing/2014/main" id="{FED079E5-3503-A93F-37E7-E25DAEB25581}"/>
                </a:ext>
              </a:extLst>
            </p:cNvPr>
            <p:cNvGrpSpPr/>
            <p:nvPr/>
          </p:nvGrpSpPr>
          <p:grpSpPr>
            <a:xfrm>
              <a:off x="2665979" y="2286055"/>
              <a:ext cx="1906451" cy="602088"/>
              <a:chOff x="2665979" y="2286055"/>
              <a:chExt cx="1906451" cy="602088"/>
            </a:xfrm>
          </p:grpSpPr>
          <p:sp>
            <p:nvSpPr>
              <p:cNvPr id="56" name="Rectangle 55">
                <a:extLst>
                  <a:ext uri="{FF2B5EF4-FFF2-40B4-BE49-F238E27FC236}">
                    <a16:creationId xmlns:a16="http://schemas.microsoft.com/office/drawing/2014/main" id="{EBB6090F-A37D-231F-AA39-87E0138A9289}"/>
                  </a:ext>
                </a:extLst>
              </p:cNvPr>
              <p:cNvSpPr/>
              <p:nvPr/>
            </p:nvSpPr>
            <p:spPr>
              <a:xfrm>
                <a:off x="3133327" y="2286055"/>
                <a:ext cx="1439103" cy="602088"/>
              </a:xfrm>
              <a:prstGeom prst="rect">
                <a:avLst/>
              </a:prstGeom>
            </p:spPr>
            <p:txBody>
              <a:bodyPr wrap="square" lIns="72000" rIns="0" anchor="ctr" anchorCtr="0">
                <a:noAutofit/>
              </a:bodyPr>
              <a:lstStyle/>
              <a:p>
                <a:pPr marL="0" lvl="2" algn="r" rtl="1">
                  <a:lnSpc>
                    <a:spcPct val="92000"/>
                  </a:lnSpc>
                  <a:spcAft>
                    <a:spcPts val="200"/>
                  </a:spcAft>
                </a:pPr>
                <a:r>
                  <a:rPr lang="ar-SA" sz="1200" b="1" dirty="0">
                    <a:solidFill>
                      <a:srgbClr val="000000"/>
                    </a:solidFill>
                    <a:ea typeface="Times New Roman" pitchFamily="18" charset="0"/>
                    <a:cs typeface="Arial" charset="0"/>
                  </a:rPr>
                  <a:t>رمزي حاج</a:t>
                </a:r>
              </a:p>
              <a:p>
                <a:pPr marL="0" lvl="2" algn="r" rtl="1">
                  <a:lnSpc>
                    <a:spcPct val="92000"/>
                  </a:lnSpc>
                  <a:spcAft>
                    <a:spcPts val="200"/>
                  </a:spcAft>
                </a:pPr>
                <a:r>
                  <a:rPr lang="ar-SA" sz="1200" dirty="0">
                    <a:solidFill>
                      <a:srgbClr val="000000"/>
                    </a:solidFill>
                    <a:ea typeface="Times New Roman" pitchFamily="18" charset="0"/>
                    <a:cs typeface="Arial" charset="0"/>
                  </a:rPr>
                  <a:t>المدير المسؤول المشارك</a:t>
                </a:r>
              </a:p>
            </p:txBody>
          </p:sp>
          <p:pic>
            <p:nvPicPr>
              <p:cNvPr id="57" name="Picture 4" descr="Profile photo of Ramzi Hage">
                <a:extLst>
                  <a:ext uri="{FF2B5EF4-FFF2-40B4-BE49-F238E27FC236}">
                    <a16:creationId xmlns:a16="http://schemas.microsoft.com/office/drawing/2014/main" id="{E723E6D7-36DE-1BF1-BDF9-04B98E88D48E}"/>
                  </a:ext>
                </a:extLst>
              </p:cNvPr>
              <p:cNvPicPr>
                <a:picLocks noChangeAspect="1" noChangeArrowheads="1"/>
              </p:cNvPicPr>
              <p:nvPr/>
            </p:nvPicPr>
            <p:blipFill>
              <a:blip r:embed="rId21">
                <a:alphaModFix/>
                <a:extLst>
                  <a:ext uri="{28A0092B-C50C-407E-A947-70E740481C1C}">
                    <a14:useLocalDpi xmlns:a14="http://schemas.microsoft.com/office/drawing/2010/main" val="0"/>
                  </a:ext>
                </a:extLst>
              </a:blip>
              <a:srcRect/>
              <a:stretch>
                <a:fillRect/>
              </a:stretch>
            </p:blipFill>
            <p:spPr bwMode="auto">
              <a:xfrm>
                <a:off x="2665979" y="2337717"/>
                <a:ext cx="466757" cy="498764"/>
              </a:xfrm>
              <a:prstGeom prst="ellipse">
                <a:avLst/>
              </a:prstGeom>
              <a:noFill/>
              <a:ln>
                <a:noFill/>
              </a:ln>
              <a:extLst>
                <a:ext uri="{909E8E84-426E-40DD-AFC4-6F175D3DCCD1}">
                  <a14:hiddenFill xmlns:a14="http://schemas.microsoft.com/office/drawing/2010/main">
                    <a:solidFill>
                      <a:srgbClr val="FFFFFF"/>
                    </a:solidFill>
                  </a14:hiddenFill>
                </a:ext>
              </a:extLst>
            </p:spPr>
          </p:pic>
        </p:grpSp>
        <p:grpSp>
          <p:nvGrpSpPr>
            <p:cNvPr id="150582" name="Group 150581">
              <a:extLst>
                <a:ext uri="{FF2B5EF4-FFF2-40B4-BE49-F238E27FC236}">
                  <a16:creationId xmlns:a16="http://schemas.microsoft.com/office/drawing/2014/main" id="{C5BA13C9-B02E-E510-7C31-E50D7478B54B}"/>
                </a:ext>
              </a:extLst>
            </p:cNvPr>
            <p:cNvGrpSpPr/>
            <p:nvPr/>
          </p:nvGrpSpPr>
          <p:grpSpPr>
            <a:xfrm>
              <a:off x="539405" y="2286055"/>
              <a:ext cx="1987913" cy="602088"/>
              <a:chOff x="539405" y="2286055"/>
              <a:chExt cx="1987913" cy="602088"/>
            </a:xfrm>
          </p:grpSpPr>
          <p:pic>
            <p:nvPicPr>
              <p:cNvPr id="27" name="Google Shape;11997;p185">
                <a:extLst>
                  <a:ext uri="{FF2B5EF4-FFF2-40B4-BE49-F238E27FC236}">
                    <a16:creationId xmlns:a16="http://schemas.microsoft.com/office/drawing/2014/main" id="{3CEB67CD-6A9E-8383-E754-5174B1679256}"/>
                  </a:ext>
                </a:extLst>
              </p:cNvPr>
              <p:cNvPicPr preferRelativeResize="0"/>
              <p:nvPr/>
            </p:nvPicPr>
            <p:blipFill rotWithShape="1">
              <a:blip r:embed="rId22">
                <a:alphaModFix/>
              </a:blip>
              <a:srcRect/>
              <a:stretch/>
            </p:blipFill>
            <p:spPr>
              <a:xfrm>
                <a:off x="539405" y="2337717"/>
                <a:ext cx="503430" cy="498764"/>
              </a:xfrm>
              <a:prstGeom prst="ellipse">
                <a:avLst/>
              </a:prstGeom>
              <a:noFill/>
              <a:ln>
                <a:noFill/>
              </a:ln>
            </p:spPr>
          </p:pic>
          <p:sp>
            <p:nvSpPr>
              <p:cNvPr id="63" name="Rectangle 62">
                <a:extLst>
                  <a:ext uri="{FF2B5EF4-FFF2-40B4-BE49-F238E27FC236}">
                    <a16:creationId xmlns:a16="http://schemas.microsoft.com/office/drawing/2014/main" id="{43693E60-D9DB-E6AA-058A-28A464292605}"/>
                  </a:ext>
                </a:extLst>
              </p:cNvPr>
              <p:cNvSpPr/>
              <p:nvPr/>
            </p:nvSpPr>
            <p:spPr>
              <a:xfrm>
                <a:off x="1088215" y="2286055"/>
                <a:ext cx="1439103" cy="602088"/>
              </a:xfrm>
              <a:prstGeom prst="rect">
                <a:avLst/>
              </a:prstGeom>
            </p:spPr>
            <p:txBody>
              <a:bodyPr wrap="square" lIns="72000" rIns="0" anchor="ctr" anchorCtr="0">
                <a:noAutofit/>
              </a:bodyPr>
              <a:lstStyle/>
              <a:p>
                <a:pPr marL="0" lvl="2" algn="r" rtl="1">
                  <a:lnSpc>
                    <a:spcPct val="92000"/>
                  </a:lnSpc>
                  <a:spcAft>
                    <a:spcPts val="200"/>
                  </a:spcAft>
                </a:pPr>
                <a:r>
                  <a:rPr lang="ar-SA" sz="1200" b="1" dirty="0">
                    <a:solidFill>
                      <a:srgbClr val="000000"/>
                    </a:solidFill>
                    <a:ea typeface="Times New Roman" pitchFamily="18" charset="0"/>
                    <a:cs typeface="Arial" charset="0"/>
                  </a:rPr>
                  <a:t>د. شهاب البرعي</a:t>
                </a:r>
              </a:p>
              <a:p>
                <a:pPr marL="0" lvl="2" algn="r" rtl="1">
                  <a:lnSpc>
                    <a:spcPct val="92000"/>
                  </a:lnSpc>
                  <a:spcAft>
                    <a:spcPts val="200"/>
                  </a:spcAft>
                </a:pPr>
                <a:r>
                  <a:rPr lang="ar-SA" sz="1200" dirty="0">
                    <a:solidFill>
                      <a:srgbClr val="000000"/>
                    </a:solidFill>
                    <a:ea typeface="Times New Roman" pitchFamily="18" charset="0"/>
                    <a:cs typeface="Arial" charset="0"/>
                  </a:rPr>
                  <a:t>المدير المسؤول</a:t>
                </a:r>
              </a:p>
            </p:txBody>
          </p:sp>
        </p:grpSp>
      </p:grpSp>
      <p:sp>
        <p:nvSpPr>
          <p:cNvPr id="150536" name="Rectangle 150535">
            <a:extLst>
              <a:ext uri="{FF2B5EF4-FFF2-40B4-BE49-F238E27FC236}">
                <a16:creationId xmlns:a16="http://schemas.microsoft.com/office/drawing/2014/main" id="{0BEDFB08-2C47-C607-BF01-4FC26E5EB8DA}"/>
              </a:ext>
            </a:extLst>
          </p:cNvPr>
          <p:cNvSpPr/>
          <p:nvPr/>
        </p:nvSpPr>
        <p:spPr>
          <a:xfrm>
            <a:off x="1105021" y="4852799"/>
            <a:ext cx="1439103" cy="602088"/>
          </a:xfrm>
          <a:prstGeom prst="rect">
            <a:avLst/>
          </a:prstGeom>
        </p:spPr>
        <p:txBody>
          <a:bodyPr wrap="square" lIns="72000" rIns="0" anchor="ctr" anchorCtr="0">
            <a:noAutofit/>
          </a:bodyPr>
          <a:lstStyle/>
          <a:p>
            <a:pPr marL="0" lvl="2" algn="r" rtl="1" eaLnBrk="0" hangingPunct="0">
              <a:lnSpc>
                <a:spcPct val="92000"/>
              </a:lnSpc>
              <a:spcAft>
                <a:spcPts val="200"/>
              </a:spcAft>
              <a:tabLst>
                <a:tab pos="228600" algn="l"/>
              </a:tabLst>
            </a:pPr>
            <a:r>
              <a:rPr lang="ar-SA" sz="1200" b="1" dirty="0">
                <a:solidFill>
                  <a:srgbClr val="000000"/>
                </a:solidFill>
                <a:ea typeface="Times New Roman" pitchFamily="18" charset="0"/>
                <a:cs typeface="Arial" charset="0"/>
              </a:rPr>
              <a:t>عضو (يحدد لاحقًا)</a:t>
            </a:r>
          </a:p>
          <a:p>
            <a:pPr marL="0" lvl="2" algn="r" rtl="1" eaLnBrk="0" hangingPunct="0">
              <a:lnSpc>
                <a:spcPct val="92000"/>
              </a:lnSpc>
              <a:spcAft>
                <a:spcPts val="200"/>
              </a:spcAft>
              <a:tabLst>
                <a:tab pos="228600" algn="l"/>
              </a:tabLst>
            </a:pPr>
            <a:r>
              <a:rPr lang="ar-SA" sz="1200" dirty="0">
                <a:solidFill>
                  <a:srgbClr val="000000"/>
                </a:solidFill>
                <a:ea typeface="Times New Roman" pitchFamily="18" charset="0"/>
                <a:cs typeface="Arial" charset="0"/>
              </a:rPr>
              <a:t>مساعد أول</a:t>
            </a:r>
          </a:p>
        </p:txBody>
      </p:sp>
      <p:sp>
        <p:nvSpPr>
          <p:cNvPr id="150537" name="Text Box 15">
            <a:extLst>
              <a:ext uri="{FF2B5EF4-FFF2-40B4-BE49-F238E27FC236}">
                <a16:creationId xmlns:a16="http://schemas.microsoft.com/office/drawing/2014/main" id="{9E4393AD-9B5C-3B42-8049-DD5D985C6100}"/>
              </a:ext>
            </a:extLst>
          </p:cNvPr>
          <p:cNvSpPr txBox="1">
            <a:spLocks noChangeArrowheads="1"/>
          </p:cNvSpPr>
          <p:nvPr/>
        </p:nvSpPr>
        <p:spPr bwMode="gray">
          <a:xfrm>
            <a:off x="604721" y="4914687"/>
            <a:ext cx="503430" cy="498764"/>
          </a:xfrm>
          <a:prstGeom prst="ellipse">
            <a:avLst/>
          </a:prstGeom>
          <a:pattFill prst="dkUpDiag">
            <a:fgClr>
              <a:schemeClr val="bg1">
                <a:lumMod val="85000"/>
              </a:schemeClr>
            </a:fgClr>
            <a:bgClr>
              <a:schemeClr val="bg1">
                <a:lumMod val="95000"/>
              </a:schemeClr>
            </a:bgClr>
          </a:pattFill>
          <a:ln w="9525">
            <a:solidFill>
              <a:schemeClr val="bg1">
                <a:lumMod val="75000"/>
              </a:schemeClr>
            </a:solidFill>
            <a:miter lim="800000"/>
            <a:headEnd/>
            <a:tailEnd/>
          </a:ln>
          <a:effectLst/>
        </p:spPr>
        <p:txBody>
          <a:bodyPr vert="horz" wrap="square" lIns="108000" tIns="45720" rIns="72000" bIns="45720" numCol="1" anchor="ctr" anchorCtr="0" compatLnSpc="1">
            <a:prstTxWarp prst="textNoShape">
              <a:avLst/>
            </a:prstTxWarp>
          </a:bodyPr>
          <a:lstStyle/>
          <a:p>
            <a:pPr marL="403225" marR="0" lvl="2" defTabSz="914400" eaLnBrk="0" latinLnBrk="0" hangingPunct="0">
              <a:lnSpc>
                <a:spcPct val="100000"/>
              </a:lnSpc>
              <a:buClrTx/>
              <a:buSzTx/>
              <a:buFontTx/>
              <a:buNone/>
              <a:tabLst>
                <a:tab pos="228600" algn="l"/>
              </a:tabLst>
            </a:pPr>
            <a:endParaRPr lang="en-GB" sz="1000" dirty="0">
              <a:solidFill>
                <a:srgbClr val="000000"/>
              </a:solidFill>
              <a:ea typeface="Times New Roman" pitchFamily="18" charset="0"/>
            </a:endParaRPr>
          </a:p>
        </p:txBody>
      </p:sp>
      <p:sp>
        <p:nvSpPr>
          <p:cNvPr id="150540" name="Rectangle 150539">
            <a:extLst>
              <a:ext uri="{FF2B5EF4-FFF2-40B4-BE49-F238E27FC236}">
                <a16:creationId xmlns:a16="http://schemas.microsoft.com/office/drawing/2014/main" id="{7F7863B1-118B-E1DE-A939-75094790E15C}"/>
              </a:ext>
            </a:extLst>
          </p:cNvPr>
          <p:cNvSpPr/>
          <p:nvPr/>
        </p:nvSpPr>
        <p:spPr>
          <a:xfrm>
            <a:off x="3416361" y="4820306"/>
            <a:ext cx="1439103" cy="602088"/>
          </a:xfrm>
          <a:prstGeom prst="rect">
            <a:avLst/>
          </a:prstGeom>
        </p:spPr>
        <p:txBody>
          <a:bodyPr wrap="square" lIns="72000" rIns="0" anchor="ctr" anchorCtr="0">
            <a:noAutofit/>
          </a:bodyPr>
          <a:lstStyle/>
          <a:p>
            <a:pPr marL="0" lvl="2" algn="r" rtl="1" eaLnBrk="0" hangingPunct="0">
              <a:lnSpc>
                <a:spcPct val="92000"/>
              </a:lnSpc>
              <a:spcAft>
                <a:spcPts val="200"/>
              </a:spcAft>
              <a:tabLst>
                <a:tab pos="228600" algn="l"/>
              </a:tabLst>
            </a:pPr>
            <a:r>
              <a:rPr lang="ar-SA" sz="1200" b="1" dirty="0">
                <a:solidFill>
                  <a:srgbClr val="000000"/>
                </a:solidFill>
                <a:ea typeface="Times New Roman" pitchFamily="18" charset="0"/>
                <a:cs typeface="Arial" charset="0"/>
              </a:rPr>
              <a:t>عضو (يحدد لاحقًا)</a:t>
            </a:r>
          </a:p>
          <a:p>
            <a:pPr marL="0" lvl="2" algn="r" rtl="1" eaLnBrk="0" hangingPunct="0">
              <a:lnSpc>
                <a:spcPct val="92000"/>
              </a:lnSpc>
              <a:spcAft>
                <a:spcPts val="200"/>
              </a:spcAft>
              <a:tabLst>
                <a:tab pos="228600" algn="l"/>
              </a:tabLst>
            </a:pPr>
            <a:r>
              <a:rPr lang="ar-SA" sz="1200" dirty="0">
                <a:solidFill>
                  <a:srgbClr val="000000"/>
                </a:solidFill>
                <a:ea typeface="Times New Roman" pitchFamily="18" charset="0"/>
                <a:cs typeface="Arial" charset="0"/>
              </a:rPr>
              <a:t>مساعد شريك</a:t>
            </a:r>
          </a:p>
        </p:txBody>
      </p:sp>
      <p:sp>
        <p:nvSpPr>
          <p:cNvPr id="150541" name="Text Box 15">
            <a:extLst>
              <a:ext uri="{FF2B5EF4-FFF2-40B4-BE49-F238E27FC236}">
                <a16:creationId xmlns:a16="http://schemas.microsoft.com/office/drawing/2014/main" id="{89BE6078-0505-B27B-B1BA-A984D33E5F4A}"/>
              </a:ext>
            </a:extLst>
          </p:cNvPr>
          <p:cNvSpPr txBox="1">
            <a:spLocks noChangeArrowheads="1"/>
          </p:cNvSpPr>
          <p:nvPr/>
        </p:nvSpPr>
        <p:spPr bwMode="gray">
          <a:xfrm>
            <a:off x="2927241" y="4882194"/>
            <a:ext cx="503430" cy="498764"/>
          </a:xfrm>
          <a:prstGeom prst="ellipse">
            <a:avLst/>
          </a:prstGeom>
          <a:pattFill prst="dkUpDiag">
            <a:fgClr>
              <a:schemeClr val="bg1">
                <a:lumMod val="85000"/>
              </a:schemeClr>
            </a:fgClr>
            <a:bgClr>
              <a:schemeClr val="bg1">
                <a:lumMod val="95000"/>
              </a:schemeClr>
            </a:bgClr>
          </a:pattFill>
          <a:ln w="9525">
            <a:solidFill>
              <a:schemeClr val="bg1">
                <a:lumMod val="75000"/>
              </a:schemeClr>
            </a:solidFill>
            <a:miter lim="800000"/>
            <a:headEnd/>
            <a:tailEnd/>
          </a:ln>
          <a:effectLst/>
        </p:spPr>
        <p:txBody>
          <a:bodyPr vert="horz" wrap="square" lIns="108000" tIns="45720" rIns="72000" bIns="45720" numCol="1" anchor="ctr" anchorCtr="0" compatLnSpc="1">
            <a:prstTxWarp prst="textNoShape">
              <a:avLst/>
            </a:prstTxWarp>
          </a:bodyPr>
          <a:lstStyle/>
          <a:p>
            <a:pPr marL="403225" marR="0" lvl="2" defTabSz="914400" eaLnBrk="0" latinLnBrk="0" hangingPunct="0">
              <a:lnSpc>
                <a:spcPct val="100000"/>
              </a:lnSpc>
              <a:buClrTx/>
              <a:buSzTx/>
              <a:buFontTx/>
              <a:buNone/>
              <a:tabLst>
                <a:tab pos="228600" algn="l"/>
              </a:tabLst>
            </a:pPr>
            <a:endParaRPr lang="en-GB" sz="1000" dirty="0">
              <a:solidFill>
                <a:srgbClr val="000000"/>
              </a:solidFill>
              <a:ea typeface="Times New Roman" pitchFamily="18" charset="0"/>
            </a:endParaRPr>
          </a:p>
        </p:txBody>
      </p:sp>
      <p:sp>
        <p:nvSpPr>
          <p:cNvPr id="150543" name="Rectangle 150542">
            <a:extLst>
              <a:ext uri="{FF2B5EF4-FFF2-40B4-BE49-F238E27FC236}">
                <a16:creationId xmlns:a16="http://schemas.microsoft.com/office/drawing/2014/main" id="{BEF9BE3B-4AAF-028B-3C04-AAE066F8932D}"/>
              </a:ext>
            </a:extLst>
          </p:cNvPr>
          <p:cNvSpPr/>
          <p:nvPr/>
        </p:nvSpPr>
        <p:spPr>
          <a:xfrm>
            <a:off x="2137019" y="4145159"/>
            <a:ext cx="1439103" cy="457818"/>
          </a:xfrm>
          <a:prstGeom prst="rect">
            <a:avLst/>
          </a:prstGeom>
        </p:spPr>
        <p:txBody>
          <a:bodyPr wrap="square" anchor="ctr" anchorCtr="0">
            <a:spAutoFit/>
          </a:bodyPr>
          <a:lstStyle/>
          <a:p>
            <a:pPr marL="0" lvl="2" algn="r" rtl="1">
              <a:lnSpc>
                <a:spcPct val="92000"/>
              </a:lnSpc>
              <a:spcAft>
                <a:spcPts val="200"/>
              </a:spcAft>
            </a:pPr>
            <a:r>
              <a:rPr lang="ar-SA" sz="1200" b="1" dirty="0">
                <a:solidFill>
                  <a:srgbClr val="000000"/>
                </a:solidFill>
                <a:ea typeface="Times New Roman" pitchFamily="18" charset="0"/>
                <a:cs typeface="Arial" charset="0"/>
              </a:rPr>
              <a:t>أنس أبو حويلي</a:t>
            </a:r>
          </a:p>
          <a:p>
            <a:pPr marL="0" lvl="2" algn="r" rtl="1">
              <a:lnSpc>
                <a:spcPct val="92000"/>
              </a:lnSpc>
              <a:spcAft>
                <a:spcPts val="200"/>
              </a:spcAft>
            </a:pPr>
            <a:r>
              <a:rPr lang="ar-SA" sz="1200" dirty="0">
                <a:solidFill>
                  <a:srgbClr val="000000"/>
                </a:solidFill>
                <a:ea typeface="Times New Roman" pitchFamily="18" charset="0"/>
                <a:cs typeface="Arial" charset="0"/>
              </a:rPr>
              <a:t>مدير المشروع</a:t>
            </a:r>
            <a:endParaRPr lang="en-GB" sz="1200" b="1" dirty="0">
              <a:solidFill>
                <a:srgbClr val="000000"/>
              </a:solidFill>
              <a:ea typeface="Times New Roman" pitchFamily="18" charset="0"/>
            </a:endParaRPr>
          </a:p>
        </p:txBody>
      </p:sp>
      <p:pic>
        <p:nvPicPr>
          <p:cNvPr id="150545" name="Picture Placeholder 7" descr="A person in a suit and tie&#10;&#10;Description automatically generated with medium confidence">
            <a:extLst>
              <a:ext uri="{FF2B5EF4-FFF2-40B4-BE49-F238E27FC236}">
                <a16:creationId xmlns:a16="http://schemas.microsoft.com/office/drawing/2014/main" id="{4D8214B6-A7BC-624F-7032-14EE8B532761}"/>
              </a:ext>
            </a:extLst>
          </p:cNvPr>
          <p:cNvPicPr>
            <a:picLocks noChangeAspect="1"/>
          </p:cNvPicPr>
          <p:nvPr/>
        </p:nvPicPr>
        <p:blipFill rotWithShape="1">
          <a:blip r:embed="rId23">
            <a:alphaModFix/>
          </a:blip>
          <a:srcRect l="11335" r="915" b="19351"/>
          <a:stretch/>
        </p:blipFill>
        <p:spPr>
          <a:xfrm>
            <a:off x="1602079" y="4086395"/>
            <a:ext cx="521253" cy="575347"/>
          </a:xfrm>
          <a:prstGeom prst="ellipse">
            <a:avLst/>
          </a:prstGeom>
          <a:noFill/>
          <a:ln>
            <a:noFill/>
          </a:ln>
        </p:spPr>
      </p:pic>
      <p:grpSp>
        <p:nvGrpSpPr>
          <p:cNvPr id="30" name="Group 29">
            <a:extLst>
              <a:ext uri="{FF2B5EF4-FFF2-40B4-BE49-F238E27FC236}">
                <a16:creationId xmlns:a16="http://schemas.microsoft.com/office/drawing/2014/main" id="{1B93718F-7998-FBBB-7617-6BEFC2060FC1}"/>
              </a:ext>
            </a:extLst>
          </p:cNvPr>
          <p:cNvGrpSpPr/>
          <p:nvPr/>
        </p:nvGrpSpPr>
        <p:grpSpPr>
          <a:xfrm>
            <a:off x="4842515" y="1651985"/>
            <a:ext cx="4018496" cy="4679363"/>
            <a:chOff x="4842515" y="1651985"/>
            <a:chExt cx="3939907" cy="4679363"/>
          </a:xfrm>
        </p:grpSpPr>
        <p:sp>
          <p:nvSpPr>
            <p:cNvPr id="150550" name="Google Shape;11989;p185">
              <a:extLst>
                <a:ext uri="{FF2B5EF4-FFF2-40B4-BE49-F238E27FC236}">
                  <a16:creationId xmlns:a16="http://schemas.microsoft.com/office/drawing/2014/main" id="{8FD6C939-C12F-854A-B61C-FA4C958A75FA}"/>
                </a:ext>
              </a:extLst>
            </p:cNvPr>
            <p:cNvSpPr/>
            <p:nvPr/>
          </p:nvSpPr>
          <p:spPr>
            <a:xfrm>
              <a:off x="4842515" y="1651985"/>
              <a:ext cx="3939907" cy="238649"/>
            </a:xfrm>
            <a:prstGeom prst="rect">
              <a:avLst/>
            </a:prstGeom>
            <a:solidFill>
              <a:schemeClr val="accent1"/>
            </a:solidFill>
            <a:ln>
              <a:noFill/>
            </a:ln>
          </p:spPr>
          <p:txBody>
            <a:bodyPr spcFirstLastPara="1" wrap="square" lIns="72000" tIns="0" rIns="0" bIns="0" anchor="ctr" anchorCtr="0">
              <a:noAutofit/>
            </a:bodyPr>
            <a:lstStyle/>
            <a:p>
              <a:pPr marL="0" marR="0" lvl="0" indent="0" algn="r" defTabSz="914400" rtl="1" eaLnBrk="1" fontAlgn="auto" latinLnBrk="0" hangingPunct="1">
                <a:lnSpc>
                  <a:spcPct val="100000"/>
                </a:lnSpc>
                <a:spcBef>
                  <a:spcPts val="0"/>
                </a:spcBef>
                <a:spcAft>
                  <a:spcPts val="0"/>
                </a:spcAft>
                <a:buClr>
                  <a:srgbClr val="FFFFFF"/>
                </a:buClr>
                <a:buSzPts val="1400"/>
                <a:buFont typeface="Arial"/>
                <a:buNone/>
                <a:tabLst/>
                <a:defRPr/>
              </a:pPr>
              <a:r>
                <a:rPr kumimoji="0" lang="ar-SA" sz="1400" b="1" strike="noStrike" kern="0" cap="none" spc="0" normalizeH="0" noProof="0" dirty="0">
                  <a:ln>
                    <a:noFill/>
                  </a:ln>
                  <a:solidFill>
                    <a:srgbClr val="FFFFFF"/>
                  </a:solidFill>
                  <a:effectLst/>
                  <a:uLnTx/>
                  <a:uFillTx/>
                  <a:latin typeface="Arial"/>
                  <a:ea typeface="Arial"/>
                  <a:cs typeface="Arial"/>
                  <a:sym typeface="Arial"/>
                </a:rPr>
                <a:t>فريق الخبراء</a:t>
              </a:r>
            </a:p>
          </p:txBody>
        </p:sp>
        <p:sp>
          <p:nvSpPr>
            <p:cNvPr id="150551" name="Google Shape;11986;p185">
              <a:extLst>
                <a:ext uri="{FF2B5EF4-FFF2-40B4-BE49-F238E27FC236}">
                  <a16:creationId xmlns:a16="http://schemas.microsoft.com/office/drawing/2014/main" id="{BA9EDBAC-1C68-6120-1B59-D26F989A88EB}"/>
                </a:ext>
              </a:extLst>
            </p:cNvPr>
            <p:cNvSpPr/>
            <p:nvPr/>
          </p:nvSpPr>
          <p:spPr>
            <a:xfrm>
              <a:off x="4853905" y="1930799"/>
              <a:ext cx="3928517" cy="4400549"/>
            </a:xfrm>
            <a:prstGeom prst="rect">
              <a:avLst/>
            </a:prstGeom>
            <a:solidFill>
              <a:srgbClr val="FAE2E2"/>
            </a:solidFill>
            <a:ln>
              <a:noFill/>
            </a:ln>
          </p:spPr>
          <p:txBody>
            <a:bodyPr spcFirstLastPara="1" wrap="square" lIns="91425" tIns="45700" rIns="91425" bIns="45700" anchor="ctr" anchorCtr="0">
              <a:noAutofit/>
            </a:bodyPr>
            <a:lstStyle/>
            <a:p>
              <a:pPr marL="0" marR="0" lvl="2" algn="l" defTabSz="898798" rtl="0" eaLnBrk="0" fontAlgn="auto" latinLnBrk="0" hangingPunct="0">
                <a:lnSpc>
                  <a:spcPct val="100000"/>
                </a:lnSpc>
                <a:spcBef>
                  <a:spcPts val="0"/>
                </a:spcBef>
                <a:spcAft>
                  <a:spcPts val="0"/>
                </a:spcAft>
                <a:buClrTx/>
                <a:buSzTx/>
                <a:buFontTx/>
                <a:buNone/>
                <a:tabLst>
                  <a:tab pos="228600" algn="l"/>
                </a:tabLst>
                <a:defRPr/>
              </a:pPr>
              <a:endParaRPr kumimoji="0" lang="en-US" sz="1200" b="1" i="0" u="none" strike="noStrike" kern="1200" cap="none" spc="0" normalizeH="0" baseline="0" noProof="0" dirty="0">
                <a:ln>
                  <a:noFill/>
                </a:ln>
                <a:solidFill>
                  <a:srgbClr val="000000"/>
                </a:solidFill>
                <a:effectLst/>
                <a:uLnTx/>
                <a:uFillTx/>
                <a:latin typeface="Arial"/>
                <a:ea typeface="Times New Roman" pitchFamily="18" charset="0"/>
                <a:cs typeface="+mn-cs"/>
              </a:endParaRPr>
            </a:p>
          </p:txBody>
        </p:sp>
      </p:grpSp>
      <p:grpSp>
        <p:nvGrpSpPr>
          <p:cNvPr id="150530" name="Group 150529">
            <a:extLst>
              <a:ext uri="{FF2B5EF4-FFF2-40B4-BE49-F238E27FC236}">
                <a16:creationId xmlns:a16="http://schemas.microsoft.com/office/drawing/2014/main" id="{2CD5F1F2-6709-E5AB-F3C7-EC42D50756C1}"/>
              </a:ext>
            </a:extLst>
          </p:cNvPr>
          <p:cNvGrpSpPr/>
          <p:nvPr/>
        </p:nvGrpSpPr>
        <p:grpSpPr>
          <a:xfrm>
            <a:off x="6854421" y="4301151"/>
            <a:ext cx="2076366" cy="550139"/>
            <a:chOff x="6854421" y="4318869"/>
            <a:chExt cx="2076366" cy="550139"/>
          </a:xfrm>
        </p:grpSpPr>
        <p:sp>
          <p:nvSpPr>
            <p:cNvPr id="150560" name="Google Shape;11987;p185">
              <a:extLst>
                <a:ext uri="{FF2B5EF4-FFF2-40B4-BE49-F238E27FC236}">
                  <a16:creationId xmlns:a16="http://schemas.microsoft.com/office/drawing/2014/main" id="{0AF0DE20-D31E-453E-85B0-D4520423B92B}"/>
                </a:ext>
              </a:extLst>
            </p:cNvPr>
            <p:cNvSpPr txBox="1"/>
            <p:nvPr/>
          </p:nvSpPr>
          <p:spPr>
            <a:xfrm>
              <a:off x="7449177" y="4379990"/>
              <a:ext cx="1481610" cy="474036"/>
            </a:xfrm>
            <a:prstGeom prst="rect">
              <a:avLst/>
            </a:prstGeom>
            <a:noFill/>
            <a:ln>
              <a:noFill/>
            </a:ln>
          </p:spPr>
          <p:txBody>
            <a:bodyPr spcFirstLastPara="1" wrap="square" lIns="72000" tIns="0" rIns="0" bIns="0" anchor="t" anchorCtr="0">
              <a:spAutoFit/>
            </a:bodyPr>
            <a:lstStyle/>
            <a:p>
              <a:pPr marL="0" lvl="0" indent="0" algn="r" rtl="1">
                <a:buSzPct val="100000"/>
              </a:pPr>
              <a:r>
                <a:rPr lang="ar-SA" sz="1100" b="1" dirty="0">
                  <a:cs typeface="Arial" charset="0"/>
                </a:rPr>
                <a:t>بارات ناغار</a:t>
              </a:r>
            </a:p>
            <a:p>
              <a:pPr marL="0" lvl="0" indent="0" algn="r" rtl="1">
                <a:buSzPct val="100000"/>
              </a:pPr>
              <a:r>
                <a:rPr lang="ar-SA" sz="900" dirty="0">
                  <a:cs typeface="Arial" charset="0"/>
                </a:rPr>
                <a:t>إدارة النفايات والبنية التحتية</a:t>
              </a:r>
              <a:r>
                <a:rPr lang="ar-SA" dirty="0">
                  <a:cs typeface="Arial" charset="0"/>
                </a:rPr>
                <a:t> </a:t>
              </a:r>
              <a:br>
                <a:rPr lang="en-US" sz="900" dirty="0"/>
              </a:br>
              <a:endParaRPr lang="en-US" sz="900" dirty="0"/>
            </a:p>
            <a:p>
              <a:pPr marL="0" lvl="0" indent="0">
                <a:buSzPct val="100000"/>
              </a:pPr>
              <a:endParaRPr lang="en-US" sz="1100" b="1" dirty="0"/>
            </a:p>
          </p:txBody>
        </p:sp>
        <p:pic>
          <p:nvPicPr>
            <p:cNvPr id="150561" name="Picture 55">
              <a:extLst>
                <a:ext uri="{FF2B5EF4-FFF2-40B4-BE49-F238E27FC236}">
                  <a16:creationId xmlns:a16="http://schemas.microsoft.com/office/drawing/2014/main" id="{27CA6A3C-B2AE-C87A-5447-18EBECD170EB}"/>
                </a:ext>
              </a:extLst>
            </p:cNvPr>
            <p:cNvPicPr>
              <a:picLocks noChangeAspect="1" noChangeArrowheads="1"/>
            </p:cNvPicPr>
            <p:nvPr/>
          </p:nvPicPr>
          <p:blipFill>
            <a:blip r:embed="rId24">
              <a:grayscl/>
            </a:blip>
            <a:srcRect t="5422" b="5422"/>
            <a:stretch/>
          </p:blipFill>
          <p:spPr bwMode="auto">
            <a:xfrm>
              <a:off x="6936918" y="4365008"/>
              <a:ext cx="504000" cy="504000"/>
            </a:xfrm>
            <a:prstGeom prst="ellipse">
              <a:avLst/>
            </a:prstGeom>
            <a:noFill/>
            <a:ln w="38100">
              <a:noFill/>
            </a:ln>
            <a:extLst>
              <a:ext uri="{909E8E84-426E-40DD-AFC4-6F175D3DCCD1}">
                <a14:hiddenFill xmlns:a14="http://schemas.microsoft.com/office/drawing/2010/main">
                  <a:solidFill>
                    <a:srgbClr val="FFFFFF"/>
                  </a:solidFill>
                </a14:hiddenFill>
              </a:ext>
            </a:extLst>
          </p:spPr>
        </p:pic>
        <p:pic>
          <p:nvPicPr>
            <p:cNvPr id="150562" name="Picture 29" descr="Indien">
              <a:extLst>
                <a:ext uri="{FF2B5EF4-FFF2-40B4-BE49-F238E27FC236}">
                  <a16:creationId xmlns:a16="http://schemas.microsoft.com/office/drawing/2014/main" id="{BB75D07A-A362-B71E-618D-D6B9CCC569BD}"/>
                </a:ext>
              </a:extLst>
            </p:cNvPr>
            <p:cNvPicPr preferRelativeResize="0">
              <a:picLocks noChangeArrowheads="1"/>
            </p:cNvPicPr>
            <p:nvPr/>
          </p:nvPicPr>
          <p:blipFill>
            <a:blip r:embed="rId25" cstate="screen">
              <a:extLst>
                <a:ext uri="{28A0092B-C50C-407E-A947-70E740481C1C}">
                  <a14:useLocalDpi xmlns:a14="http://schemas.microsoft.com/office/drawing/2010/main"/>
                </a:ext>
              </a:extLst>
            </a:blip>
            <a:srcRect/>
            <a:stretch>
              <a:fillRect/>
            </a:stretch>
          </p:blipFill>
          <p:spPr bwMode="auto">
            <a:xfrm>
              <a:off x="6854421" y="4318869"/>
              <a:ext cx="231275"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50544" name="Group 150543">
            <a:extLst>
              <a:ext uri="{FF2B5EF4-FFF2-40B4-BE49-F238E27FC236}">
                <a16:creationId xmlns:a16="http://schemas.microsoft.com/office/drawing/2014/main" id="{CF82C9AF-8543-DE6F-C749-431D38484C7D}"/>
              </a:ext>
            </a:extLst>
          </p:cNvPr>
          <p:cNvGrpSpPr/>
          <p:nvPr/>
        </p:nvGrpSpPr>
        <p:grpSpPr>
          <a:xfrm>
            <a:off x="4949747" y="3212236"/>
            <a:ext cx="2001435" cy="550139"/>
            <a:chOff x="6855314" y="2058005"/>
            <a:chExt cx="2001435" cy="550139"/>
          </a:xfrm>
        </p:grpSpPr>
        <p:pic>
          <p:nvPicPr>
            <p:cNvPr id="150553" name="Picture 150552">
              <a:extLst>
                <a:ext uri="{FF2B5EF4-FFF2-40B4-BE49-F238E27FC236}">
                  <a16:creationId xmlns:a16="http://schemas.microsoft.com/office/drawing/2014/main" id="{B928820B-D5F4-6989-DCA9-B1A941369E3F}"/>
                </a:ext>
              </a:extLst>
            </p:cNvPr>
            <p:cNvPicPr>
              <a:picLocks noChangeAspect="1"/>
            </p:cNvPicPr>
            <p:nvPr/>
          </p:nvPicPr>
          <p:blipFill>
            <a:blip r:embed="rId26">
              <a:extLst>
                <a:ext uri="{BEBA8EAE-BF5A-486C-A8C5-ECC9F3942E4B}">
                  <a14:imgProps xmlns:a14="http://schemas.microsoft.com/office/drawing/2010/main">
                    <a14:imgLayer r:embed="rId27">
                      <a14:imgEffect>
                        <a14:saturation sat="0"/>
                      </a14:imgEffect>
                    </a14:imgLayer>
                  </a14:imgProps>
                </a:ext>
              </a:extLst>
            </a:blip>
            <a:stretch>
              <a:fillRect/>
            </a:stretch>
          </p:blipFill>
          <p:spPr>
            <a:xfrm>
              <a:off x="6936918" y="2104144"/>
              <a:ext cx="505556" cy="504000"/>
            </a:xfrm>
            <a:prstGeom prst="ellipse">
              <a:avLst/>
            </a:prstGeom>
            <a:ln w="38100">
              <a:noFill/>
            </a:ln>
          </p:spPr>
        </p:pic>
        <p:sp>
          <p:nvSpPr>
            <p:cNvPr id="150554" name="Google Shape;11987;p185">
              <a:extLst>
                <a:ext uri="{FF2B5EF4-FFF2-40B4-BE49-F238E27FC236}">
                  <a16:creationId xmlns:a16="http://schemas.microsoft.com/office/drawing/2014/main" id="{A20C87E2-A5A3-D0BF-137C-3BDA17376906}"/>
                </a:ext>
              </a:extLst>
            </p:cNvPr>
            <p:cNvSpPr txBox="1"/>
            <p:nvPr/>
          </p:nvSpPr>
          <p:spPr>
            <a:xfrm>
              <a:off x="7449177" y="2133006"/>
              <a:ext cx="1407572" cy="446276"/>
            </a:xfrm>
            <a:prstGeom prst="rect">
              <a:avLst/>
            </a:prstGeom>
            <a:noFill/>
            <a:ln>
              <a:noFill/>
            </a:ln>
          </p:spPr>
          <p:txBody>
            <a:bodyPr spcFirstLastPara="1" wrap="square" lIns="7200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100" b="1" strike="noStrike" kern="0" cap="none" spc="0" normalizeH="0" noProof="0" dirty="0">
                  <a:ln>
                    <a:noFill/>
                  </a:ln>
                  <a:solidFill>
                    <a:srgbClr val="000000"/>
                  </a:solidFill>
                  <a:effectLst/>
                  <a:uLnTx/>
                  <a:uFillTx/>
                  <a:latin typeface="Arial"/>
                  <a:ea typeface="Arial"/>
                  <a:cs typeface="Arial"/>
                  <a:sym typeface="Arial"/>
                </a:rPr>
                <a:t>ليلجانا روديك</a:t>
              </a:r>
            </a:p>
            <a:p>
              <a:pPr marL="0" marR="0" lvl="0" indent="0" algn="r" defTabSz="914400" rtl="1" eaLnBrk="1" fontAlgn="auto" latinLnBrk="0" hangingPunct="1">
                <a:lnSpc>
                  <a:spcPct val="100000"/>
                </a:lnSpc>
                <a:spcBef>
                  <a:spcPts val="0"/>
                </a:spcBef>
                <a:spcAft>
                  <a:spcPts val="0"/>
                </a:spcAft>
                <a:buClr>
                  <a:srgbClr val="000000"/>
                </a:buClr>
                <a:buSzPts val="1000"/>
                <a:buFont typeface="Arial"/>
                <a:buNone/>
                <a:tabLst/>
                <a:defRPr/>
              </a:pPr>
              <a:r>
                <a:rPr kumimoji="0" lang="ar-SA" sz="900" strike="noStrike" kern="0" cap="none" spc="0" normalizeH="0" noProof="0" dirty="0">
                  <a:ln>
                    <a:noFill/>
                  </a:ln>
                  <a:solidFill>
                    <a:srgbClr val="000000"/>
                  </a:solidFill>
                  <a:effectLst/>
                  <a:uLnTx/>
                  <a:uFillTx/>
                  <a:latin typeface="Arial"/>
                  <a:ea typeface="Arial"/>
                  <a:cs typeface="Arial"/>
                  <a:sym typeface="Arial"/>
                </a:rPr>
                <a:t>استراتيجيات وسياسات إدارة النفايات</a:t>
              </a:r>
              <a:r>
                <a:rPr lang="ar-SA" dirty="0">
                  <a:cs typeface="Arial" charset="0"/>
                </a:rPr>
                <a:t> </a:t>
              </a:r>
              <a:br>
                <a:rPr kumimoji="0" lang="en-US" sz="9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n-US" sz="9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50563" name="Picture 29" descr="niederlande">
              <a:extLst>
                <a:ext uri="{FF2B5EF4-FFF2-40B4-BE49-F238E27FC236}">
                  <a16:creationId xmlns:a16="http://schemas.microsoft.com/office/drawing/2014/main" id="{49295173-E0BF-FBEE-15EE-A0EAD856475C}"/>
                </a:ext>
              </a:extLst>
            </p:cNvPr>
            <p:cNvPicPr>
              <a:picLocks noChangeAspect="1" noChangeArrowheads="1"/>
            </p:cNvPicPr>
            <p:nvPr>
              <p:custDataLst>
                <p:tags r:id="rId10"/>
              </p:custDataLst>
            </p:nvPr>
          </p:nvPicPr>
          <p:blipFill>
            <a:blip r:embed="rId28">
              <a:extLst>
                <a:ext uri="{28A0092B-C50C-407E-A947-70E740481C1C}">
                  <a14:useLocalDpi xmlns:a14="http://schemas.microsoft.com/office/drawing/2010/main" val="0"/>
                </a:ext>
              </a:extLst>
            </a:blip>
            <a:srcRect/>
            <a:stretch>
              <a:fillRect/>
            </a:stretch>
          </p:blipFill>
          <p:spPr bwMode="auto">
            <a:xfrm>
              <a:off x="6855314" y="2058005"/>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5F5F5F"/>
                  </a:solidFill>
                  <a:miter lim="800000"/>
                  <a:headEnd/>
                  <a:tailEnd/>
                </a14:hiddenLine>
              </a:ext>
              <a:ext uri="{AF507438-7753-43E0-B8FC-AC1667EBCBE1}">
                <a14:hiddenEffects xmlns:a14="http://schemas.microsoft.com/office/drawing/2010/main">
                  <a:effectLst>
                    <a:outerShdw dist="53882" dir="2700000" algn="ctr" rotWithShape="0">
                      <a:srgbClr val="808080">
                        <a:alpha val="50000"/>
                      </a:srgbClr>
                    </a:outerShdw>
                  </a:effectLst>
                </a14:hiddenEffects>
              </a:ext>
            </a:extLst>
          </p:spPr>
        </p:pic>
      </p:grpSp>
      <p:grpSp>
        <p:nvGrpSpPr>
          <p:cNvPr id="150539" name="Group 150538">
            <a:extLst>
              <a:ext uri="{FF2B5EF4-FFF2-40B4-BE49-F238E27FC236}">
                <a16:creationId xmlns:a16="http://schemas.microsoft.com/office/drawing/2014/main" id="{4BB1F07D-BCE2-CFB9-57DC-7104E460B432}"/>
              </a:ext>
            </a:extLst>
          </p:cNvPr>
          <p:cNvGrpSpPr/>
          <p:nvPr/>
        </p:nvGrpSpPr>
        <p:grpSpPr>
          <a:xfrm>
            <a:off x="4949747" y="4301151"/>
            <a:ext cx="2147975" cy="550132"/>
            <a:chOff x="4949747" y="3193652"/>
            <a:chExt cx="2147975" cy="550132"/>
          </a:xfrm>
        </p:grpSpPr>
        <p:sp>
          <p:nvSpPr>
            <p:cNvPr id="150569" name="Google Shape;11987;p185">
              <a:extLst>
                <a:ext uri="{FF2B5EF4-FFF2-40B4-BE49-F238E27FC236}">
                  <a16:creationId xmlns:a16="http://schemas.microsoft.com/office/drawing/2014/main" id="{96494DC1-1266-2467-6315-F818FBBC3766}"/>
                </a:ext>
              </a:extLst>
            </p:cNvPr>
            <p:cNvSpPr txBox="1"/>
            <p:nvPr/>
          </p:nvSpPr>
          <p:spPr>
            <a:xfrm>
              <a:off x="5516298" y="3268646"/>
              <a:ext cx="1581424" cy="446276"/>
            </a:xfrm>
            <a:prstGeom prst="rect">
              <a:avLst/>
            </a:prstGeom>
            <a:noFill/>
            <a:ln>
              <a:noFill/>
            </a:ln>
          </p:spPr>
          <p:txBody>
            <a:bodyPr spcFirstLastPara="1" wrap="square" lIns="72000" tIns="0" rIns="0" bIns="0" anchor="t" anchorCtr="0">
              <a:spAutoFit/>
            </a:bodyPr>
            <a:lstStyle/>
            <a:p>
              <a:pPr marL="0" lvl="0" indent="0" algn="r" rtl="1">
                <a:buSzPct val="100000"/>
              </a:pPr>
              <a:r>
                <a:rPr lang="ar-SA" sz="1100" b="1" dirty="0">
                  <a:cs typeface="Arial" charset="0"/>
                </a:rPr>
                <a:t>بيرت جيفارا</a:t>
              </a:r>
            </a:p>
            <a:p>
              <a:pPr marL="0" marR="0" lvl="0" indent="0" algn="r" defTabSz="914400" rtl="1" eaLnBrk="1" fontAlgn="auto" latinLnBrk="0" hangingPunct="1">
                <a:lnSpc>
                  <a:spcPct val="100000"/>
                </a:lnSpc>
                <a:spcBef>
                  <a:spcPts val="0"/>
                </a:spcBef>
                <a:spcAft>
                  <a:spcPts val="0"/>
                </a:spcAft>
                <a:buClr>
                  <a:srgbClr val="000000"/>
                </a:buClr>
                <a:buSzPts val="1000"/>
                <a:buFont typeface="Arial"/>
                <a:buNone/>
                <a:tabLst/>
                <a:defRPr/>
              </a:pPr>
              <a:r>
                <a:rPr kumimoji="0" lang="ar-SA" sz="900" strike="noStrike" kern="0" cap="none" spc="0" normalizeH="0" noProof="0" dirty="0">
                  <a:ln>
                    <a:noFill/>
                  </a:ln>
                  <a:solidFill>
                    <a:srgbClr val="000000"/>
                  </a:solidFill>
                  <a:effectLst/>
                  <a:uLnTx/>
                  <a:uFillTx/>
                  <a:latin typeface="Arial"/>
                  <a:ea typeface="Arial"/>
                  <a:cs typeface="Arial"/>
                  <a:sym typeface="Arial"/>
                </a:rPr>
                <a:t>الجوانب المالية للنفايات وجدواها</a:t>
              </a:r>
              <a:r>
                <a:rPr lang="ar-SA" dirty="0">
                  <a:cs typeface="Arial" charset="0"/>
                </a:rPr>
                <a:t> </a:t>
              </a:r>
              <a:br>
                <a:rPr kumimoji="0" lang="en-US" sz="9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n-US" sz="9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150571" name="Picture 58" descr="The tiny plastic packages that are fueling Asia&amp;#39;s waste crisis - Los  Angeles Times">
              <a:extLst>
                <a:ext uri="{FF2B5EF4-FFF2-40B4-BE49-F238E27FC236}">
                  <a16:creationId xmlns:a16="http://schemas.microsoft.com/office/drawing/2014/main" id="{04A6A71E-A6B8-2243-BFD7-483F6CF68526}"/>
                </a:ext>
              </a:extLst>
            </p:cNvPr>
            <p:cNvPicPr>
              <a:picLocks noChangeAspect="1" noChangeArrowheads="1"/>
            </p:cNvPicPr>
            <p:nvPr/>
          </p:nvPicPr>
          <p:blipFill rotWithShape="1">
            <a:blip r:embed="rId29">
              <a:grayscl/>
              <a:extLst>
                <a:ext uri="{28A0092B-C50C-407E-A947-70E740481C1C}">
                  <a14:useLocalDpi xmlns:a14="http://schemas.microsoft.com/office/drawing/2010/main" val="0"/>
                </a:ext>
              </a:extLst>
            </a:blip>
            <a:srcRect l="33721" t="7645" r="36159" b="52304"/>
            <a:stretch/>
          </p:blipFill>
          <p:spPr bwMode="auto">
            <a:xfrm>
              <a:off x="5027771" y="3239784"/>
              <a:ext cx="505374" cy="504000"/>
            </a:xfrm>
            <a:prstGeom prst="ellipse">
              <a:avLst/>
            </a:prstGeom>
            <a:noFill/>
            <a:ln w="38100">
              <a:noFill/>
            </a:ln>
            <a:extLst>
              <a:ext uri="{909E8E84-426E-40DD-AFC4-6F175D3DCCD1}">
                <a14:hiddenFill xmlns:a14="http://schemas.microsoft.com/office/drawing/2010/main">
                  <a:solidFill>
                    <a:srgbClr val="FFFFFF"/>
                  </a:solidFill>
                </a14:hiddenFill>
              </a:ext>
            </a:extLst>
          </p:spPr>
        </p:pic>
        <p:pic>
          <p:nvPicPr>
            <p:cNvPr id="16" name="Picture 22" descr="Philippinen">
              <a:extLst>
                <a:ext uri="{FF2B5EF4-FFF2-40B4-BE49-F238E27FC236}">
                  <a16:creationId xmlns:a16="http://schemas.microsoft.com/office/drawing/2014/main" id="{C80C6585-E5A2-F744-C738-8FE7DE54834A}"/>
                </a:ext>
              </a:extLst>
            </p:cNvPr>
            <p:cNvPicPr>
              <a:picLocks noChangeAspect="1" noChangeArrowheads="1"/>
            </p:cNvPicPr>
            <p:nvPr>
              <p:custDataLst>
                <p:tags r:id="rId9"/>
              </p:custDataLst>
            </p:nvPr>
          </p:nvPicPr>
          <p:blipFill>
            <a:blip r:embed="rId30">
              <a:extLst>
                <a:ext uri="{28A0092B-C50C-407E-A947-70E740481C1C}">
                  <a14:useLocalDpi xmlns:a14="http://schemas.microsoft.com/office/drawing/2010/main" val="0"/>
                </a:ext>
              </a:extLst>
            </a:blip>
            <a:srcRect/>
            <a:stretch>
              <a:fillRect/>
            </a:stretch>
          </p:blipFill>
          <p:spPr bwMode="auto">
            <a:xfrm>
              <a:off x="4949747" y="3193652"/>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50534" name="Group 150533">
            <a:extLst>
              <a:ext uri="{FF2B5EF4-FFF2-40B4-BE49-F238E27FC236}">
                <a16:creationId xmlns:a16="http://schemas.microsoft.com/office/drawing/2014/main" id="{A7B14E93-274E-FCB0-9D2E-5D31B7C03C07}"/>
              </a:ext>
            </a:extLst>
          </p:cNvPr>
          <p:cNvGrpSpPr/>
          <p:nvPr/>
        </p:nvGrpSpPr>
        <p:grpSpPr>
          <a:xfrm>
            <a:off x="6861196" y="5444490"/>
            <a:ext cx="2160426" cy="561023"/>
            <a:chOff x="6930623" y="4318869"/>
            <a:chExt cx="2160426" cy="561023"/>
          </a:xfrm>
        </p:grpSpPr>
        <p:pic>
          <p:nvPicPr>
            <p:cNvPr id="24" name="Picture 48" descr="Ahmed Khaled Mostafa">
              <a:extLst>
                <a:ext uri="{FF2B5EF4-FFF2-40B4-BE49-F238E27FC236}">
                  <a16:creationId xmlns:a16="http://schemas.microsoft.com/office/drawing/2014/main" id="{364D3BC8-942E-C5C6-3DF4-5DCEC2D5DC26}"/>
                </a:ext>
              </a:extLst>
            </p:cNvPr>
            <p:cNvPicPr>
              <a:picLocks noChangeAspect="1" noChangeArrowheads="1"/>
            </p:cNvPicPr>
            <p:nvPr/>
          </p:nvPicPr>
          <p:blipFill>
            <a:blip r:embed="rId31">
              <a:grayscl/>
              <a:extLst>
                <a:ext uri="{28A0092B-C50C-407E-A947-70E740481C1C}">
                  <a14:useLocalDpi xmlns:a14="http://schemas.microsoft.com/office/drawing/2010/main" val="0"/>
                </a:ext>
              </a:extLst>
            </a:blip>
            <a:srcRect/>
            <a:stretch>
              <a:fillRect/>
            </a:stretch>
          </p:blipFill>
          <p:spPr bwMode="auto">
            <a:xfrm>
              <a:off x="7055516" y="4375892"/>
              <a:ext cx="504000" cy="504000"/>
            </a:xfrm>
            <a:prstGeom prst="ellipse">
              <a:avLst/>
            </a:prstGeom>
            <a:noFill/>
            <a:ln w="38100">
              <a:noFill/>
            </a:ln>
            <a:extLst>
              <a:ext uri="{909E8E84-426E-40DD-AFC4-6F175D3DCCD1}">
                <a14:hiddenFill xmlns:a14="http://schemas.microsoft.com/office/drawing/2010/main">
                  <a:solidFill>
                    <a:srgbClr val="FFFFFF"/>
                  </a:solidFill>
                </a14:hiddenFill>
              </a:ext>
            </a:extLst>
          </p:spPr>
        </p:pic>
        <p:sp>
          <p:nvSpPr>
            <p:cNvPr id="34" name="Google Shape;11987;p185">
              <a:extLst>
                <a:ext uri="{FF2B5EF4-FFF2-40B4-BE49-F238E27FC236}">
                  <a16:creationId xmlns:a16="http://schemas.microsoft.com/office/drawing/2014/main" id="{70F82B21-1621-51F4-AA30-2E21139320BB}"/>
                </a:ext>
              </a:extLst>
            </p:cNvPr>
            <p:cNvSpPr txBox="1"/>
            <p:nvPr/>
          </p:nvSpPr>
          <p:spPr>
            <a:xfrm>
              <a:off x="7509625" y="4404754"/>
              <a:ext cx="1581424" cy="446276"/>
            </a:xfrm>
            <a:prstGeom prst="rect">
              <a:avLst/>
            </a:prstGeom>
            <a:noFill/>
            <a:ln>
              <a:noFill/>
            </a:ln>
          </p:spPr>
          <p:txBody>
            <a:bodyPr spcFirstLastPara="1" wrap="square" lIns="72000" tIns="0" rIns="0" bIns="0" anchor="t" anchorCtr="0">
              <a:spAutoFit/>
            </a:bodyPr>
            <a:lstStyle/>
            <a:p>
              <a:pPr algn="r" rtl="1">
                <a:buSzPct val="100000"/>
              </a:pPr>
              <a:r>
                <a:rPr lang="ar-SA" sz="1100" b="1" dirty="0">
                  <a:cs typeface="Arial" charset="0"/>
                </a:rPr>
                <a:t>أحمد مصطفى</a:t>
              </a:r>
            </a:p>
            <a:p>
              <a:pPr marL="0" marR="0" lvl="0" indent="0" algn="r" defTabSz="914400" rtl="1" eaLnBrk="1" fontAlgn="auto" latinLnBrk="0" hangingPunct="1">
                <a:lnSpc>
                  <a:spcPct val="100000"/>
                </a:lnSpc>
                <a:spcBef>
                  <a:spcPts val="0"/>
                </a:spcBef>
                <a:spcAft>
                  <a:spcPts val="0"/>
                </a:spcAft>
                <a:buClr>
                  <a:srgbClr val="000000"/>
                </a:buClr>
                <a:buSzPts val="1000"/>
                <a:buFont typeface="Arial"/>
                <a:buNone/>
                <a:tabLst/>
                <a:defRPr/>
              </a:pPr>
              <a:r>
                <a:rPr kumimoji="0" lang="ar-SA" sz="900" strike="noStrike" kern="0" cap="none" spc="0" normalizeH="0" noProof="0" dirty="0">
                  <a:ln>
                    <a:noFill/>
                  </a:ln>
                  <a:solidFill>
                    <a:srgbClr val="000000"/>
                  </a:solidFill>
                  <a:effectLst/>
                  <a:uLnTx/>
                  <a:uFillTx/>
                  <a:latin typeface="Arial"/>
                  <a:ea typeface="Arial"/>
                  <a:cs typeface="Arial"/>
                  <a:sym typeface="Arial"/>
                </a:rPr>
                <a:t>منظومة النفايات في المملكة ودول مجلس التعاون الخليجي</a:t>
              </a:r>
              <a:r>
                <a:rPr lang="ar-SA" dirty="0">
                  <a:cs typeface="Arial" charset="0"/>
                </a:rPr>
                <a:t> </a:t>
              </a:r>
              <a:br>
                <a:rPr kumimoji="0" lang="en-US" sz="9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n-US" sz="900" b="0" i="0" u="none" strike="noStrike" kern="0" cap="none" spc="0" normalizeH="0" baseline="0" noProof="0" dirty="0">
                <a:ln>
                  <a:noFill/>
                </a:ln>
                <a:solidFill>
                  <a:srgbClr val="000000"/>
                </a:solidFill>
                <a:effectLst/>
                <a:uLnTx/>
                <a:uFillTx/>
                <a:latin typeface="Arial"/>
                <a:ea typeface="Arial"/>
                <a:cs typeface="Arial"/>
                <a:sym typeface="Arial"/>
              </a:endParaRPr>
            </a:p>
          </p:txBody>
        </p:sp>
        <p:pic>
          <p:nvPicPr>
            <p:cNvPr id="35" name="Picture 20" descr="Ägypten">
              <a:extLst>
                <a:ext uri="{FF2B5EF4-FFF2-40B4-BE49-F238E27FC236}">
                  <a16:creationId xmlns:a16="http://schemas.microsoft.com/office/drawing/2014/main" id="{08AE9F03-7266-9CC4-EF40-6AAE3C7421BB}"/>
                </a:ext>
              </a:extLst>
            </p:cNvPr>
            <p:cNvPicPr>
              <a:picLocks noChangeAspect="1" noChangeArrowheads="1"/>
            </p:cNvPicPr>
            <p:nvPr>
              <p:custDataLst>
                <p:tags r:id="rId8"/>
              </p:custDataLst>
            </p:nvPr>
          </p:nvPicPr>
          <p:blipFill>
            <a:blip r:embed="rId32">
              <a:extLst>
                <a:ext uri="{28A0092B-C50C-407E-A947-70E740481C1C}">
                  <a14:useLocalDpi xmlns:a14="http://schemas.microsoft.com/office/drawing/2010/main" val="0"/>
                </a:ext>
              </a:extLst>
            </a:blip>
            <a:srcRect/>
            <a:stretch>
              <a:fillRect/>
            </a:stretch>
          </p:blipFill>
          <p:spPr bwMode="auto">
            <a:xfrm>
              <a:off x="6930623" y="4318869"/>
              <a:ext cx="254403" cy="160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5F5F5F"/>
                  </a:solidFill>
                  <a:miter lim="800000"/>
                  <a:headEnd/>
                  <a:tailEnd/>
                </a14:hiddenLine>
              </a:ext>
            </a:extLst>
          </p:spPr>
        </p:pic>
      </p:grpSp>
      <p:grpSp>
        <p:nvGrpSpPr>
          <p:cNvPr id="23" name="Group 22">
            <a:extLst>
              <a:ext uri="{FF2B5EF4-FFF2-40B4-BE49-F238E27FC236}">
                <a16:creationId xmlns:a16="http://schemas.microsoft.com/office/drawing/2014/main" id="{4A917269-262E-5FD9-42D6-8126DA8D7EB3}"/>
              </a:ext>
            </a:extLst>
          </p:cNvPr>
          <p:cNvGrpSpPr/>
          <p:nvPr/>
        </p:nvGrpSpPr>
        <p:grpSpPr>
          <a:xfrm>
            <a:off x="5022659" y="5444490"/>
            <a:ext cx="2004439" cy="602088"/>
            <a:chOff x="6861196" y="2057537"/>
            <a:chExt cx="2004439" cy="602088"/>
          </a:xfrm>
        </p:grpSpPr>
        <p:sp>
          <p:nvSpPr>
            <p:cNvPr id="150575" name="Rectangle 150574">
              <a:extLst>
                <a:ext uri="{FF2B5EF4-FFF2-40B4-BE49-F238E27FC236}">
                  <a16:creationId xmlns:a16="http://schemas.microsoft.com/office/drawing/2014/main" id="{1F96758B-FA7B-3014-A360-2E3577035FC5}"/>
                </a:ext>
              </a:extLst>
            </p:cNvPr>
            <p:cNvSpPr/>
            <p:nvPr/>
          </p:nvSpPr>
          <p:spPr>
            <a:xfrm>
              <a:off x="7426532" y="2057537"/>
              <a:ext cx="1439103" cy="602088"/>
            </a:xfrm>
            <a:prstGeom prst="rect">
              <a:avLst/>
            </a:prstGeom>
          </p:spPr>
          <p:txBody>
            <a:bodyPr wrap="square" lIns="72000" rIns="0" anchor="ctr" anchorCtr="0">
              <a:noAutofit/>
            </a:bodyPr>
            <a:lstStyle/>
            <a:p>
              <a:pPr marL="0" lvl="2" algn="r" rtl="1">
                <a:lnSpc>
                  <a:spcPct val="92000"/>
                </a:lnSpc>
                <a:spcAft>
                  <a:spcPts val="200"/>
                </a:spcAft>
              </a:pPr>
              <a:r>
                <a:rPr lang="ar-SA" sz="1100" b="1" dirty="0">
                  <a:solidFill>
                    <a:srgbClr val="000000"/>
                  </a:solidFill>
                  <a:ea typeface="Times New Roman" pitchFamily="18" charset="0"/>
                  <a:cs typeface="Arial" charset="0"/>
                </a:rPr>
                <a:t>ماثيو كروكر</a:t>
              </a:r>
            </a:p>
            <a:p>
              <a:pPr marL="0" lvl="2" algn="r" rtl="1">
                <a:lnSpc>
                  <a:spcPct val="92000"/>
                </a:lnSpc>
                <a:spcAft>
                  <a:spcPts val="200"/>
                </a:spcAft>
              </a:pPr>
              <a:r>
                <a:rPr lang="ar-SA" sz="1100" dirty="0">
                  <a:solidFill>
                    <a:srgbClr val="000000"/>
                  </a:solidFill>
                  <a:ea typeface="Times New Roman" pitchFamily="18" charset="0"/>
                  <a:cs typeface="Arial" charset="0"/>
                </a:rPr>
                <a:t>أنظمة ولوائح النفايات</a:t>
              </a:r>
              <a:r>
                <a:rPr lang="ar-SA" dirty="0">
                  <a:cs typeface="Arial" charset="0"/>
                </a:rPr>
                <a:t> </a:t>
              </a:r>
              <a:br>
                <a:rPr lang="en-GB" sz="1100" b="1" dirty="0">
                  <a:solidFill>
                    <a:srgbClr val="000000"/>
                  </a:solidFill>
                  <a:ea typeface="Times New Roman" pitchFamily="18" charset="0"/>
                </a:rPr>
              </a:br>
              <a:endParaRPr lang="en-GB" sz="1100" b="1" dirty="0">
                <a:solidFill>
                  <a:srgbClr val="000000"/>
                </a:solidFill>
                <a:ea typeface="Times New Roman" pitchFamily="18" charset="0"/>
              </a:endParaRPr>
            </a:p>
          </p:txBody>
        </p:sp>
        <p:pic>
          <p:nvPicPr>
            <p:cNvPr id="150576" name="Picture 150575">
              <a:extLst>
                <a:ext uri="{FF2B5EF4-FFF2-40B4-BE49-F238E27FC236}">
                  <a16:creationId xmlns:a16="http://schemas.microsoft.com/office/drawing/2014/main" id="{72A94534-67B8-5A1A-DEE0-65F021CD3B4B}"/>
                </a:ext>
              </a:extLst>
            </p:cNvPr>
            <p:cNvPicPr>
              <a:picLocks noChangeAspect="1"/>
            </p:cNvPicPr>
            <p:nvPr/>
          </p:nvPicPr>
          <p:blipFill>
            <a:blip r:embed="rId33">
              <a:grayscl/>
            </a:blip>
            <a:stretch>
              <a:fillRect/>
            </a:stretch>
          </p:blipFill>
          <p:spPr>
            <a:xfrm>
              <a:off x="6935703" y="2106581"/>
              <a:ext cx="521837" cy="504000"/>
            </a:xfrm>
            <a:prstGeom prst="ellipse">
              <a:avLst/>
            </a:prstGeom>
            <a:noFill/>
            <a:ln w="38100">
              <a:noFill/>
            </a:ln>
          </p:spPr>
        </p:pic>
        <p:pic>
          <p:nvPicPr>
            <p:cNvPr id="38" name="Picture 31" descr="großbritannien">
              <a:extLst>
                <a:ext uri="{FF2B5EF4-FFF2-40B4-BE49-F238E27FC236}">
                  <a16:creationId xmlns:a16="http://schemas.microsoft.com/office/drawing/2014/main" id="{E38604B3-6EBE-FF24-C314-B88E43168398}"/>
                </a:ext>
              </a:extLst>
            </p:cNvPr>
            <p:cNvPicPr>
              <a:picLocks noChangeAspect="1" noChangeArrowheads="1"/>
            </p:cNvPicPr>
            <p:nvPr>
              <p:custDataLst>
                <p:tags r:id="rId7"/>
              </p:custDataLst>
            </p:nvPr>
          </p:nvPicPr>
          <p:blipFill>
            <a:blip r:embed="rId34">
              <a:extLst>
                <a:ext uri="{28A0092B-C50C-407E-A947-70E740481C1C}">
                  <a14:useLocalDpi xmlns:a14="http://schemas.microsoft.com/office/drawing/2010/main" val="0"/>
                </a:ext>
              </a:extLst>
            </a:blip>
            <a:srcRect/>
            <a:stretch>
              <a:fillRect/>
            </a:stretch>
          </p:blipFill>
          <p:spPr bwMode="auto">
            <a:xfrm>
              <a:off x="6861196" y="2071333"/>
              <a:ext cx="254449"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150538" name="Group 150537">
            <a:extLst>
              <a:ext uri="{FF2B5EF4-FFF2-40B4-BE49-F238E27FC236}">
                <a16:creationId xmlns:a16="http://schemas.microsoft.com/office/drawing/2014/main" id="{51DE08F0-90DB-1785-6A8F-D26376691C64}"/>
              </a:ext>
            </a:extLst>
          </p:cNvPr>
          <p:cNvGrpSpPr/>
          <p:nvPr/>
        </p:nvGrpSpPr>
        <p:grpSpPr>
          <a:xfrm>
            <a:off x="6855314" y="3212236"/>
            <a:ext cx="2323230" cy="602088"/>
            <a:chOff x="6855314" y="3193652"/>
            <a:chExt cx="2323230" cy="602088"/>
          </a:xfrm>
        </p:grpSpPr>
        <p:sp>
          <p:nvSpPr>
            <p:cNvPr id="150578" name="Rectangle 150577">
              <a:extLst>
                <a:ext uri="{FF2B5EF4-FFF2-40B4-BE49-F238E27FC236}">
                  <a16:creationId xmlns:a16="http://schemas.microsoft.com/office/drawing/2014/main" id="{88E86F41-3467-506B-D0AB-8871ECF0FECF}"/>
                </a:ext>
              </a:extLst>
            </p:cNvPr>
            <p:cNvSpPr/>
            <p:nvPr/>
          </p:nvSpPr>
          <p:spPr>
            <a:xfrm>
              <a:off x="7449177" y="3193652"/>
              <a:ext cx="1729367" cy="602088"/>
            </a:xfrm>
            <a:prstGeom prst="rect">
              <a:avLst/>
            </a:prstGeom>
          </p:spPr>
          <p:txBody>
            <a:bodyPr wrap="square" lIns="72000" rIns="0" anchor="ctr" anchorCtr="0">
              <a:noAutofit/>
            </a:bodyPr>
            <a:lstStyle/>
            <a:p>
              <a:pPr marL="0" lvl="2" algn="r" rtl="1">
                <a:lnSpc>
                  <a:spcPct val="92000"/>
                </a:lnSpc>
                <a:spcAft>
                  <a:spcPts val="200"/>
                </a:spcAft>
              </a:pPr>
              <a:r>
                <a:rPr lang="ar-SA" sz="1100" b="1" dirty="0">
                  <a:solidFill>
                    <a:srgbClr val="000000"/>
                  </a:solidFill>
                  <a:ea typeface="Times New Roman" pitchFamily="18" charset="0"/>
                  <a:cs typeface="Arial" charset="0"/>
                </a:rPr>
                <a:t>مارتين كلافر</a:t>
              </a:r>
            </a:p>
            <a:p>
              <a:pPr marL="0" lvl="2" algn="r" rtl="1">
                <a:lnSpc>
                  <a:spcPct val="92000"/>
                </a:lnSpc>
                <a:spcAft>
                  <a:spcPts val="200"/>
                </a:spcAft>
              </a:pPr>
              <a:r>
                <a:rPr lang="ar-SA" sz="1100" dirty="0">
                  <a:solidFill>
                    <a:srgbClr val="000000"/>
                  </a:solidFill>
                  <a:ea typeface="Times New Roman" pitchFamily="18" charset="0"/>
                  <a:cs typeface="Arial" charset="0"/>
                </a:rPr>
                <a:t> أنظمة النفايات وكفاءة المعالجة</a:t>
              </a:r>
              <a:br>
                <a:rPr lang="en-GB" sz="900" kern="0" dirty="0">
                  <a:solidFill>
                    <a:srgbClr val="000000"/>
                  </a:solidFill>
                  <a:latin typeface="Arial"/>
                  <a:cs typeface="Arial"/>
                </a:rPr>
              </a:br>
              <a:endParaRPr lang="en-GB" sz="900" kern="0" dirty="0">
                <a:solidFill>
                  <a:srgbClr val="000000"/>
                </a:solidFill>
                <a:latin typeface="Arial"/>
                <a:cs typeface="Arial"/>
              </a:endParaRPr>
            </a:p>
          </p:txBody>
        </p:sp>
        <p:pic>
          <p:nvPicPr>
            <p:cNvPr id="150579" name="Picture 6" descr="Martine Klaver">
              <a:extLst>
                <a:ext uri="{FF2B5EF4-FFF2-40B4-BE49-F238E27FC236}">
                  <a16:creationId xmlns:a16="http://schemas.microsoft.com/office/drawing/2014/main" id="{DD43C7DA-5F13-EF09-1AD6-1A582E38AA7A}"/>
                </a:ext>
              </a:extLst>
            </p:cNvPr>
            <p:cNvPicPr>
              <a:picLocks noChangeAspect="1" noChangeArrowheads="1"/>
            </p:cNvPicPr>
            <p:nvPr/>
          </p:nvPicPr>
          <p:blipFill>
            <a:blip r:embed="rId35">
              <a:grayscl/>
              <a:extLst>
                <a:ext uri="{BEBA8EAE-BF5A-486C-A8C5-ECC9F3942E4B}">
                  <a14:imgProps xmlns:a14="http://schemas.microsoft.com/office/drawing/2010/main">
                    <a14:imgLayer r:embed="rId36">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6936918" y="3242696"/>
              <a:ext cx="495566" cy="504000"/>
            </a:xfrm>
            <a:prstGeom prst="ellipse">
              <a:avLst/>
            </a:prstGeom>
            <a:noFill/>
            <a:ln w="38100">
              <a:noFill/>
            </a:ln>
            <a:extLst>
              <a:ext uri="{909E8E84-426E-40DD-AFC4-6F175D3DCCD1}">
                <a14:hiddenFill xmlns:a14="http://schemas.microsoft.com/office/drawing/2010/main">
                  <a:solidFill>
                    <a:srgbClr val="FFFFFF"/>
                  </a:solidFill>
                </a14:hiddenFill>
              </a:ext>
            </a:extLst>
          </p:spPr>
        </p:pic>
        <p:pic>
          <p:nvPicPr>
            <p:cNvPr id="43" name="Picture 29" descr="niederlande">
              <a:extLst>
                <a:ext uri="{FF2B5EF4-FFF2-40B4-BE49-F238E27FC236}">
                  <a16:creationId xmlns:a16="http://schemas.microsoft.com/office/drawing/2014/main" id="{580F88A3-9747-00D7-2E9E-CA302C08C71D}"/>
                </a:ext>
              </a:extLst>
            </p:cNvPr>
            <p:cNvPicPr>
              <a:picLocks noChangeAspect="1" noChangeArrowheads="1"/>
            </p:cNvPicPr>
            <p:nvPr>
              <p:custDataLst>
                <p:tags r:id="rId6"/>
              </p:custDataLst>
            </p:nvPr>
          </p:nvPicPr>
          <p:blipFill>
            <a:blip r:embed="rId28">
              <a:extLst>
                <a:ext uri="{28A0092B-C50C-407E-A947-70E740481C1C}">
                  <a14:useLocalDpi xmlns:a14="http://schemas.microsoft.com/office/drawing/2010/main" val="0"/>
                </a:ext>
              </a:extLst>
            </a:blip>
            <a:srcRect/>
            <a:stretch>
              <a:fillRect/>
            </a:stretch>
          </p:blipFill>
          <p:spPr bwMode="auto">
            <a:xfrm>
              <a:off x="6855314" y="3207448"/>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5F5F5F"/>
                  </a:solidFill>
                  <a:miter lim="800000"/>
                  <a:headEnd/>
                  <a:tailEnd/>
                </a14:hiddenLine>
              </a:ext>
              <a:ext uri="{AF507438-7753-43E0-B8FC-AC1667EBCBE1}">
                <a14:hiddenEffects xmlns:a14="http://schemas.microsoft.com/office/drawing/2010/main">
                  <a:effectLst>
                    <a:outerShdw dist="53882" dir="2700000" algn="ctr" rotWithShape="0">
                      <a:srgbClr val="808080">
                        <a:alpha val="50000"/>
                      </a:srgbClr>
                    </a:outerShdw>
                  </a:effectLst>
                </a14:hiddenEffects>
              </a:ext>
            </a:extLst>
          </p:spPr>
        </p:pic>
      </p:grpSp>
      <p:cxnSp>
        <p:nvCxnSpPr>
          <p:cNvPr id="49" name="Straight Arrow Connector 48">
            <a:extLst>
              <a:ext uri="{FF2B5EF4-FFF2-40B4-BE49-F238E27FC236}">
                <a16:creationId xmlns:a16="http://schemas.microsoft.com/office/drawing/2014/main" id="{CC575241-3B03-26AC-5145-1383CFF7690D}"/>
              </a:ext>
            </a:extLst>
          </p:cNvPr>
          <p:cNvCxnSpPr>
            <a:cxnSpLocks/>
          </p:cNvCxnSpPr>
          <p:nvPr/>
        </p:nvCxnSpPr>
        <p:spPr>
          <a:xfrm>
            <a:off x="5096417" y="5142444"/>
            <a:ext cx="3552352" cy="0"/>
          </a:xfrm>
          <a:prstGeom prst="straightConnector1">
            <a:avLst/>
          </a:prstGeom>
          <a:ln w="9525">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932ED26-EEC9-B4D3-6FEF-333C5083B056}"/>
              </a:ext>
            </a:extLst>
          </p:cNvPr>
          <p:cNvCxnSpPr>
            <a:cxnSpLocks/>
          </p:cNvCxnSpPr>
          <p:nvPr/>
        </p:nvCxnSpPr>
        <p:spPr>
          <a:xfrm>
            <a:off x="5141960" y="4031762"/>
            <a:ext cx="3552352" cy="0"/>
          </a:xfrm>
          <a:prstGeom prst="straightConnector1">
            <a:avLst/>
          </a:prstGeom>
          <a:ln w="9525">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nvGrpSpPr>
          <p:cNvPr id="150542" name="Group 150541">
            <a:extLst>
              <a:ext uri="{FF2B5EF4-FFF2-40B4-BE49-F238E27FC236}">
                <a16:creationId xmlns:a16="http://schemas.microsoft.com/office/drawing/2014/main" id="{357C6D3F-B859-0C20-3513-909B05CC4595}"/>
              </a:ext>
            </a:extLst>
          </p:cNvPr>
          <p:cNvGrpSpPr/>
          <p:nvPr/>
        </p:nvGrpSpPr>
        <p:grpSpPr>
          <a:xfrm>
            <a:off x="4949747" y="2145092"/>
            <a:ext cx="1972013" cy="550139"/>
            <a:chOff x="4949747" y="2058005"/>
            <a:chExt cx="1972013" cy="550139"/>
          </a:xfrm>
        </p:grpSpPr>
        <p:pic>
          <p:nvPicPr>
            <p:cNvPr id="3078" name="Picture 6" descr="Chady Zein">
              <a:extLst>
                <a:ext uri="{FF2B5EF4-FFF2-40B4-BE49-F238E27FC236}">
                  <a16:creationId xmlns:a16="http://schemas.microsoft.com/office/drawing/2014/main" id="{5250D8BF-61D3-8B52-1965-A25E2C0F1AB4}"/>
                </a:ext>
              </a:extLst>
            </p:cNvPr>
            <p:cNvPicPr>
              <a:picLocks noChangeAspect="1" noChangeArrowheads="1"/>
            </p:cNvPicPr>
            <p:nvPr/>
          </p:nvPicPr>
          <p:blipFill>
            <a:blip r:embed="rId37">
              <a:extLst>
                <a:ext uri="{BEBA8EAE-BF5A-486C-A8C5-ECC9F3942E4B}">
                  <a14:imgProps xmlns:a14="http://schemas.microsoft.com/office/drawing/2010/main">
                    <a14:imgLayer r:embed="rId3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027771" y="2104144"/>
              <a:ext cx="504000" cy="504000"/>
            </a:xfrm>
            <a:prstGeom prst="ellipse">
              <a:avLst/>
            </a:prstGeom>
            <a:ln w="38100">
              <a:noFill/>
            </a:ln>
            <a:extLst>
              <a:ext uri="{909E8E84-426E-40DD-AFC4-6F175D3DCCD1}">
                <a14:hiddenFill xmlns:a14="http://schemas.microsoft.com/office/drawing/2010/main">
                  <a:solidFill>
                    <a:srgbClr val="FFFFFF"/>
                  </a:solidFill>
                </a14:hiddenFill>
              </a:ext>
            </a:extLst>
          </p:spPr>
        </p:pic>
        <p:sp>
          <p:nvSpPr>
            <p:cNvPr id="31" name="Google Shape;11987;p185">
              <a:extLst>
                <a:ext uri="{FF2B5EF4-FFF2-40B4-BE49-F238E27FC236}">
                  <a16:creationId xmlns:a16="http://schemas.microsoft.com/office/drawing/2014/main" id="{26BE96CE-E128-C9AD-5B5F-FBCB8C6C347A}"/>
                </a:ext>
              </a:extLst>
            </p:cNvPr>
            <p:cNvSpPr txBox="1"/>
            <p:nvPr/>
          </p:nvSpPr>
          <p:spPr>
            <a:xfrm>
              <a:off x="5514188" y="2133006"/>
              <a:ext cx="1407572" cy="446276"/>
            </a:xfrm>
            <a:prstGeom prst="rect">
              <a:avLst/>
            </a:prstGeom>
            <a:noFill/>
            <a:ln>
              <a:noFill/>
            </a:ln>
          </p:spPr>
          <p:txBody>
            <a:bodyPr spcFirstLastPara="1" wrap="square" lIns="7200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100" b="1" strike="noStrike" kern="0" cap="none" spc="0" normalizeH="0" noProof="0" dirty="0">
                  <a:ln>
                    <a:noFill/>
                  </a:ln>
                  <a:solidFill>
                    <a:srgbClr val="000000"/>
                  </a:solidFill>
                  <a:effectLst/>
                  <a:uLnTx/>
                  <a:uFillTx/>
                  <a:latin typeface="Arial"/>
                  <a:ea typeface="Arial"/>
                  <a:cs typeface="Arial"/>
                  <a:sym typeface="Arial"/>
                </a:rPr>
                <a:t>شادي زين</a:t>
              </a:r>
            </a:p>
            <a:p>
              <a:pPr marL="0" marR="0" lvl="0" indent="0" algn="r" defTabSz="914400" rtl="1" eaLnBrk="1" fontAlgn="auto" latinLnBrk="0" hangingPunct="1">
                <a:lnSpc>
                  <a:spcPct val="100000"/>
                </a:lnSpc>
                <a:spcBef>
                  <a:spcPts val="0"/>
                </a:spcBef>
                <a:spcAft>
                  <a:spcPts val="0"/>
                </a:spcAft>
                <a:buClr>
                  <a:srgbClr val="000000"/>
                </a:buClr>
                <a:buSzPts val="1000"/>
                <a:buFont typeface="Arial"/>
                <a:buNone/>
                <a:tabLst/>
                <a:defRPr/>
              </a:pPr>
              <a:r>
                <a:rPr kumimoji="0" lang="ar-SA" sz="900" strike="noStrike" kern="0" cap="none" spc="0" normalizeH="0" noProof="0" dirty="0">
                  <a:ln>
                    <a:noFill/>
                  </a:ln>
                  <a:solidFill>
                    <a:srgbClr val="000000"/>
                  </a:solidFill>
                  <a:effectLst/>
                  <a:uLnTx/>
                  <a:uFillTx/>
                  <a:latin typeface="Arial"/>
                  <a:ea typeface="Arial"/>
                  <a:cs typeface="Arial"/>
                  <a:sym typeface="Arial"/>
                </a:rPr>
                <a:t>الاستثمارات والخصخصة</a:t>
              </a:r>
            </a:p>
          </p:txBody>
        </p:sp>
        <p:pic>
          <p:nvPicPr>
            <p:cNvPr id="44" name="Picture 8" descr="Vereinigten-Arabischen-Emir">
              <a:extLst>
                <a:ext uri="{FF2B5EF4-FFF2-40B4-BE49-F238E27FC236}">
                  <a16:creationId xmlns:a16="http://schemas.microsoft.com/office/drawing/2014/main" id="{3FEA99C3-F269-D80A-6443-82678BB35FFA}"/>
                </a:ext>
              </a:extLst>
            </p:cNvPr>
            <p:cNvPicPr>
              <a:picLocks noChangeAspect="1" noChangeArrowheads="1"/>
            </p:cNvPicPr>
            <p:nvPr>
              <p:custDataLst>
                <p:tags r:id="rId5"/>
              </p:custDataLst>
            </p:nvPr>
          </p:nvPicPr>
          <p:blipFill>
            <a:blip r:embed="rId39">
              <a:extLst>
                <a:ext uri="{28A0092B-C50C-407E-A947-70E740481C1C}">
                  <a14:useLocalDpi xmlns:a14="http://schemas.microsoft.com/office/drawing/2010/main" val="0"/>
                </a:ext>
              </a:extLst>
            </a:blip>
            <a:srcRect/>
            <a:stretch>
              <a:fillRect/>
            </a:stretch>
          </p:blipFill>
          <p:spPr bwMode="auto">
            <a:xfrm>
              <a:off x="4949747" y="2058005"/>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46" name="Rectangle 45">
            <a:extLst>
              <a:ext uri="{FF2B5EF4-FFF2-40B4-BE49-F238E27FC236}">
                <a16:creationId xmlns:a16="http://schemas.microsoft.com/office/drawing/2014/main" id="{CEDDB418-8467-259C-7143-38486D4B9E10}"/>
              </a:ext>
            </a:extLst>
          </p:cNvPr>
          <p:cNvSpPr/>
          <p:nvPr/>
        </p:nvSpPr>
        <p:spPr>
          <a:xfrm>
            <a:off x="2389803" y="5596182"/>
            <a:ext cx="1439103" cy="602088"/>
          </a:xfrm>
          <a:prstGeom prst="rect">
            <a:avLst/>
          </a:prstGeom>
        </p:spPr>
        <p:txBody>
          <a:bodyPr wrap="square" lIns="72000" rIns="0" anchor="ctr" anchorCtr="0">
            <a:noAutofit/>
          </a:bodyPr>
          <a:lstStyle/>
          <a:p>
            <a:pPr marL="0" lvl="2" algn="r" rtl="1" eaLnBrk="0" hangingPunct="0">
              <a:lnSpc>
                <a:spcPct val="92000"/>
              </a:lnSpc>
              <a:spcAft>
                <a:spcPts val="200"/>
              </a:spcAft>
              <a:tabLst>
                <a:tab pos="228600" algn="l"/>
              </a:tabLst>
            </a:pPr>
            <a:r>
              <a:rPr lang="ar-SA" sz="1200" b="1" dirty="0">
                <a:solidFill>
                  <a:srgbClr val="000000"/>
                </a:solidFill>
                <a:ea typeface="Times New Roman" pitchFamily="18" charset="0"/>
                <a:cs typeface="Arial" charset="0"/>
              </a:rPr>
              <a:t>عضو (يحدد لاحقًا)</a:t>
            </a:r>
          </a:p>
          <a:p>
            <a:pPr marL="0" lvl="2" algn="r" rtl="1" eaLnBrk="0" hangingPunct="0">
              <a:lnSpc>
                <a:spcPct val="92000"/>
              </a:lnSpc>
              <a:spcAft>
                <a:spcPts val="200"/>
              </a:spcAft>
              <a:tabLst>
                <a:tab pos="228600" algn="l"/>
              </a:tabLst>
            </a:pPr>
            <a:r>
              <a:rPr lang="ar-SA" sz="1200" dirty="0">
                <a:solidFill>
                  <a:srgbClr val="000000"/>
                </a:solidFill>
                <a:ea typeface="Times New Roman" pitchFamily="18" charset="0"/>
                <a:cs typeface="Arial" charset="0"/>
              </a:rPr>
              <a:t>مساعد</a:t>
            </a:r>
          </a:p>
        </p:txBody>
      </p:sp>
      <p:sp>
        <p:nvSpPr>
          <p:cNvPr id="47" name="Text Box 15">
            <a:extLst>
              <a:ext uri="{FF2B5EF4-FFF2-40B4-BE49-F238E27FC236}">
                <a16:creationId xmlns:a16="http://schemas.microsoft.com/office/drawing/2014/main" id="{7D4EABB3-97D2-54B6-7440-75024BD2D02D}"/>
              </a:ext>
            </a:extLst>
          </p:cNvPr>
          <p:cNvSpPr txBox="1">
            <a:spLocks noChangeArrowheads="1"/>
          </p:cNvSpPr>
          <p:nvPr/>
        </p:nvSpPr>
        <p:spPr bwMode="gray">
          <a:xfrm>
            <a:off x="1900683" y="5636298"/>
            <a:ext cx="503430" cy="498764"/>
          </a:xfrm>
          <a:prstGeom prst="ellipse">
            <a:avLst/>
          </a:prstGeom>
          <a:pattFill prst="dkUpDiag">
            <a:fgClr>
              <a:schemeClr val="bg1">
                <a:lumMod val="85000"/>
              </a:schemeClr>
            </a:fgClr>
            <a:bgClr>
              <a:schemeClr val="bg1">
                <a:lumMod val="95000"/>
              </a:schemeClr>
            </a:bgClr>
          </a:pattFill>
          <a:ln w="9525">
            <a:solidFill>
              <a:schemeClr val="bg1">
                <a:lumMod val="75000"/>
              </a:schemeClr>
            </a:solidFill>
            <a:miter lim="800000"/>
            <a:headEnd/>
            <a:tailEnd/>
          </a:ln>
          <a:effectLst/>
        </p:spPr>
        <p:txBody>
          <a:bodyPr vert="horz" wrap="square" lIns="108000" tIns="45720" rIns="72000" bIns="45720" numCol="1" anchor="ctr" anchorCtr="0" compatLnSpc="1">
            <a:prstTxWarp prst="textNoShape">
              <a:avLst/>
            </a:prstTxWarp>
          </a:bodyPr>
          <a:lstStyle/>
          <a:p>
            <a:pPr marL="403225" marR="0" lvl="2" defTabSz="914400" eaLnBrk="0" latinLnBrk="0" hangingPunct="0">
              <a:lnSpc>
                <a:spcPct val="100000"/>
              </a:lnSpc>
              <a:buClrTx/>
              <a:buSzTx/>
              <a:buFontTx/>
              <a:buNone/>
              <a:tabLst>
                <a:tab pos="228600" algn="l"/>
              </a:tabLst>
            </a:pPr>
            <a:endParaRPr lang="en-GB" sz="1000" dirty="0">
              <a:solidFill>
                <a:srgbClr val="000000"/>
              </a:solidFill>
              <a:ea typeface="Times New Roman" pitchFamily="18" charset="0"/>
            </a:endParaRPr>
          </a:p>
        </p:txBody>
      </p:sp>
      <p:pic>
        <p:nvPicPr>
          <p:cNvPr id="48" name="Picture 24" descr="Saudi-Arabien">
            <a:extLst>
              <a:ext uri="{FF2B5EF4-FFF2-40B4-BE49-F238E27FC236}">
                <a16:creationId xmlns:a16="http://schemas.microsoft.com/office/drawing/2014/main" id="{C2F709B0-FA31-83B3-4875-D62841960EFD}"/>
              </a:ext>
            </a:extLst>
          </p:cNvPr>
          <p:cNvPicPr>
            <a:picLocks noChangeAspect="1" noChangeArrowheads="1"/>
          </p:cNvPicPr>
          <p:nvPr>
            <p:custDataLst>
              <p:tags r:id="rId2"/>
            </p:custDataLst>
          </p:nvPr>
        </p:nvPicPr>
        <p:blipFill>
          <a:blip r:embed="rId40">
            <a:extLst>
              <a:ext uri="{28A0092B-C50C-407E-A947-70E740481C1C}">
                <a14:useLocalDpi xmlns:a14="http://schemas.microsoft.com/office/drawing/2010/main" val="0"/>
              </a:ext>
            </a:extLst>
          </a:blip>
          <a:srcRect/>
          <a:stretch>
            <a:fillRect/>
          </a:stretch>
        </p:blipFill>
        <p:spPr bwMode="auto">
          <a:xfrm>
            <a:off x="2804693" y="4868449"/>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2" name="Picture 24" descr="Saudi-Arabien">
            <a:extLst>
              <a:ext uri="{FF2B5EF4-FFF2-40B4-BE49-F238E27FC236}">
                <a16:creationId xmlns:a16="http://schemas.microsoft.com/office/drawing/2014/main" id="{483BF637-7BAF-EBE0-56BC-1CA9BE6A4140}"/>
              </a:ext>
            </a:extLst>
          </p:cNvPr>
          <p:cNvPicPr>
            <a:picLocks noChangeAspect="1" noChangeArrowheads="1"/>
          </p:cNvPicPr>
          <p:nvPr>
            <p:custDataLst>
              <p:tags r:id="rId3"/>
            </p:custDataLst>
          </p:nvPr>
        </p:nvPicPr>
        <p:blipFill>
          <a:blip r:embed="rId40">
            <a:extLst>
              <a:ext uri="{28A0092B-C50C-407E-A947-70E740481C1C}">
                <a14:useLocalDpi xmlns:a14="http://schemas.microsoft.com/office/drawing/2010/main" val="0"/>
              </a:ext>
            </a:extLst>
          </a:blip>
          <a:srcRect/>
          <a:stretch>
            <a:fillRect/>
          </a:stretch>
        </p:blipFill>
        <p:spPr bwMode="auto">
          <a:xfrm>
            <a:off x="1805026" y="5629592"/>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3" name="Rectangle 52">
            <a:extLst>
              <a:ext uri="{FF2B5EF4-FFF2-40B4-BE49-F238E27FC236}">
                <a16:creationId xmlns:a16="http://schemas.microsoft.com/office/drawing/2014/main" id="{37414D8E-9FB0-3536-FBF2-EA47A81A89EF}"/>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cxnSp>
        <p:nvCxnSpPr>
          <p:cNvPr id="150577" name="Straight Arrow Connector 150576">
            <a:extLst>
              <a:ext uri="{FF2B5EF4-FFF2-40B4-BE49-F238E27FC236}">
                <a16:creationId xmlns:a16="http://schemas.microsoft.com/office/drawing/2014/main" id="{31B4A74C-F0C1-785C-5FF9-35BB56C7EDD7}"/>
              </a:ext>
            </a:extLst>
          </p:cNvPr>
          <p:cNvCxnSpPr>
            <a:cxnSpLocks/>
          </p:cNvCxnSpPr>
          <p:nvPr/>
        </p:nvCxnSpPr>
        <p:spPr>
          <a:xfrm>
            <a:off x="5141960" y="2931961"/>
            <a:ext cx="3552352" cy="0"/>
          </a:xfrm>
          <a:prstGeom prst="straightConnector1">
            <a:avLst/>
          </a:prstGeom>
          <a:ln w="9525">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nvGrpSpPr>
          <p:cNvPr id="150549" name="Group 150548">
            <a:extLst>
              <a:ext uri="{FF2B5EF4-FFF2-40B4-BE49-F238E27FC236}">
                <a16:creationId xmlns:a16="http://schemas.microsoft.com/office/drawing/2014/main" id="{DBA97096-04ED-99A6-8678-7A0ACC71AB85}"/>
              </a:ext>
            </a:extLst>
          </p:cNvPr>
          <p:cNvGrpSpPr/>
          <p:nvPr/>
        </p:nvGrpSpPr>
        <p:grpSpPr>
          <a:xfrm>
            <a:off x="6807661" y="2174587"/>
            <a:ext cx="1972013" cy="550139"/>
            <a:chOff x="5865757" y="2058005"/>
            <a:chExt cx="1972013" cy="550139"/>
          </a:xfrm>
        </p:grpSpPr>
        <p:sp>
          <p:nvSpPr>
            <p:cNvPr id="150573" name="Google Shape;11987;p185">
              <a:extLst>
                <a:ext uri="{FF2B5EF4-FFF2-40B4-BE49-F238E27FC236}">
                  <a16:creationId xmlns:a16="http://schemas.microsoft.com/office/drawing/2014/main" id="{15CEBA8A-2EC1-BDEE-D304-69D97D414F99}"/>
                </a:ext>
              </a:extLst>
            </p:cNvPr>
            <p:cNvSpPr txBox="1"/>
            <p:nvPr/>
          </p:nvSpPr>
          <p:spPr>
            <a:xfrm>
              <a:off x="6430198" y="2133006"/>
              <a:ext cx="1407572" cy="307777"/>
            </a:xfrm>
            <a:prstGeom prst="rect">
              <a:avLst/>
            </a:prstGeom>
            <a:noFill/>
            <a:ln>
              <a:noFill/>
            </a:ln>
          </p:spPr>
          <p:txBody>
            <a:bodyPr spcFirstLastPara="1" wrap="square" lIns="7200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200"/>
                <a:buFont typeface="Arial"/>
                <a:buNone/>
                <a:tabLst/>
                <a:defRPr/>
              </a:pPr>
              <a:r>
                <a:rPr kumimoji="0" lang="ar-SA" sz="1100" b="1" strike="noStrike" kern="0" cap="none" spc="0" normalizeH="0" noProof="0" dirty="0">
                  <a:ln>
                    <a:noFill/>
                  </a:ln>
                  <a:solidFill>
                    <a:srgbClr val="000000"/>
                  </a:solidFill>
                  <a:effectLst/>
                  <a:uLnTx/>
                  <a:uFillTx/>
                  <a:latin typeface="Arial"/>
                  <a:ea typeface="Arial"/>
                  <a:cs typeface="Arial"/>
                  <a:sym typeface="Arial"/>
                </a:rPr>
                <a:t>نيكولاس بوخليل</a:t>
              </a:r>
            </a:p>
            <a:p>
              <a:pPr marL="0" marR="0" lvl="0" indent="0" algn="r" defTabSz="914400" rtl="1" eaLnBrk="1" fontAlgn="auto" latinLnBrk="0" hangingPunct="1">
                <a:lnSpc>
                  <a:spcPct val="100000"/>
                </a:lnSpc>
                <a:spcBef>
                  <a:spcPts val="0"/>
                </a:spcBef>
                <a:spcAft>
                  <a:spcPts val="0"/>
                </a:spcAft>
                <a:buClr>
                  <a:srgbClr val="000000"/>
                </a:buClr>
                <a:buSzPts val="1000"/>
                <a:buFont typeface="Arial"/>
                <a:buNone/>
                <a:tabLst/>
                <a:defRPr/>
              </a:pPr>
              <a:r>
                <a:rPr kumimoji="0" lang="ar-SA" sz="900" strike="noStrike" kern="0" cap="none" spc="0" normalizeH="0" noProof="0" dirty="0">
                  <a:ln>
                    <a:noFill/>
                  </a:ln>
                  <a:solidFill>
                    <a:srgbClr val="000000"/>
                  </a:solidFill>
                  <a:effectLst/>
                  <a:uLnTx/>
                  <a:uFillTx/>
                  <a:latin typeface="Arial"/>
                  <a:ea typeface="Arial"/>
                  <a:cs typeface="Arial"/>
                  <a:sym typeface="Arial"/>
                </a:rPr>
                <a:t>الاستثمارات والصفقات</a:t>
              </a:r>
            </a:p>
          </p:txBody>
        </p:sp>
        <p:pic>
          <p:nvPicPr>
            <p:cNvPr id="150580" name="Picture 2" descr="Nicolas Boukhalil">
              <a:extLst>
                <a:ext uri="{FF2B5EF4-FFF2-40B4-BE49-F238E27FC236}">
                  <a16:creationId xmlns:a16="http://schemas.microsoft.com/office/drawing/2014/main" id="{D836BFAA-A5BC-F0B4-B5BC-55E222BB4C7C}"/>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5943781" y="2104144"/>
              <a:ext cx="504000" cy="504000"/>
            </a:xfrm>
            <a:prstGeom prst="ellipse">
              <a:avLst/>
            </a:prstGeom>
            <a:ln w="38100">
              <a:noFill/>
            </a:ln>
            <a:extLst>
              <a:ext uri="{909E8E84-426E-40DD-AFC4-6F175D3DCCD1}">
                <a14:hiddenFill xmlns:a14="http://schemas.microsoft.com/office/drawing/2010/main">
                  <a:solidFill>
                    <a:srgbClr val="FFFFFF"/>
                  </a:solidFill>
                </a14:hiddenFill>
              </a:ext>
            </a:extLst>
          </p:spPr>
        </p:pic>
        <p:pic>
          <p:nvPicPr>
            <p:cNvPr id="150574" name="Picture 8" descr="Vereinigten-Arabischen-Emir">
              <a:extLst>
                <a:ext uri="{FF2B5EF4-FFF2-40B4-BE49-F238E27FC236}">
                  <a16:creationId xmlns:a16="http://schemas.microsoft.com/office/drawing/2014/main" id="{5E1BFABE-B749-48F9-E4D2-F19FF30A23F5}"/>
                </a:ext>
              </a:extLst>
            </p:cNvPr>
            <p:cNvPicPr>
              <a:picLocks noChangeAspect="1" noChangeArrowheads="1"/>
            </p:cNvPicPr>
            <p:nvPr>
              <p:custDataLst>
                <p:tags r:id="rId4"/>
              </p:custDataLst>
            </p:nvPr>
          </p:nvPicPr>
          <p:blipFill>
            <a:blip r:embed="rId39">
              <a:extLst>
                <a:ext uri="{28A0092B-C50C-407E-A947-70E740481C1C}">
                  <a14:useLocalDpi xmlns:a14="http://schemas.microsoft.com/office/drawing/2010/main" val="0"/>
                </a:ext>
              </a:extLst>
            </a:blip>
            <a:srcRect/>
            <a:stretch>
              <a:fillRect/>
            </a:stretch>
          </p:blipFill>
          <p:spPr bwMode="auto">
            <a:xfrm>
              <a:off x="5865757" y="2058005"/>
              <a:ext cx="254403" cy="1608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Tree>
    <p:extLst>
      <p:ext uri="{BB962C8B-B14F-4D97-AF65-F5344CB8AC3E}">
        <p14:creationId xmlns:p14="http://schemas.microsoft.com/office/powerpoint/2010/main" val="34058725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983CD004-BCCD-4977-B231-6D7C1592F24A}"/>
              </a:ext>
            </a:extLst>
          </p:cNvPr>
          <p:cNvGraphicFramePr>
            <a:graphicFrameLocks noChangeAspect="1"/>
          </p:cNvGraphicFramePr>
          <p:nvPr>
            <p:custDataLst>
              <p:tags r:id="rId1"/>
            </p:custDataLst>
            <p:extLst>
              <p:ext uri="{D42A27DB-BD31-4B8C-83A1-F6EECF244321}">
                <p14:modId xmlns:p14="http://schemas.microsoft.com/office/powerpoint/2010/main" val="32712788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7" name="Object 6" hidden="1">
                        <a:extLst>
                          <a:ext uri="{FF2B5EF4-FFF2-40B4-BE49-F238E27FC236}">
                            <a16:creationId xmlns:a16="http://schemas.microsoft.com/office/drawing/2014/main" id="{983CD004-BCCD-4977-B231-6D7C1592F2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4" name="Group 3">
            <a:extLst>
              <a:ext uri="{FF2B5EF4-FFF2-40B4-BE49-F238E27FC236}">
                <a16:creationId xmlns:a16="http://schemas.microsoft.com/office/drawing/2014/main" id="{8716847C-BE43-44F5-98F4-81129F3344A3}"/>
              </a:ext>
            </a:extLst>
          </p:cNvPr>
          <p:cNvGrpSpPr/>
          <p:nvPr/>
        </p:nvGrpSpPr>
        <p:grpSpPr>
          <a:xfrm>
            <a:off x="432507" y="2972834"/>
            <a:ext cx="10931471" cy="3485759"/>
            <a:chOff x="432507" y="2972834"/>
            <a:chExt cx="11342297" cy="3485759"/>
          </a:xfrm>
        </p:grpSpPr>
        <p:sp>
          <p:nvSpPr>
            <p:cNvPr id="18" name="Rectangle 17">
              <a:extLst>
                <a:ext uri="{FF2B5EF4-FFF2-40B4-BE49-F238E27FC236}">
                  <a16:creationId xmlns:a16="http://schemas.microsoft.com/office/drawing/2014/main" id="{81BDF50D-518E-F6ED-48A0-076B61B986D2}"/>
                </a:ext>
              </a:extLst>
            </p:cNvPr>
            <p:cNvSpPr/>
            <p:nvPr/>
          </p:nvSpPr>
          <p:spPr>
            <a:xfrm>
              <a:off x="432507" y="5224052"/>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cs typeface="Arial" charset="0"/>
                </a:rPr>
                <a:t>تقييم فرص الاستثمار والتخصيص</a:t>
              </a:r>
              <a:r>
                <a:rPr lang="ar-SA" dirty="0">
                  <a:cs typeface="Arial" charset="0"/>
                </a:rPr>
                <a:t> </a:t>
              </a:r>
              <a:br>
                <a:rPr lang="en-US" sz="1200" dirty="0"/>
              </a:br>
              <a:endParaRPr lang="en-US" sz="1200" dirty="0"/>
            </a:p>
          </p:txBody>
        </p:sp>
        <p:sp>
          <p:nvSpPr>
            <p:cNvPr id="14" name="Rectangle 13">
              <a:extLst>
                <a:ext uri="{FF2B5EF4-FFF2-40B4-BE49-F238E27FC236}">
                  <a16:creationId xmlns:a16="http://schemas.microsoft.com/office/drawing/2014/main" id="{D33F8E17-CB9B-655A-EF69-40E833C8103F}"/>
                </a:ext>
              </a:extLst>
            </p:cNvPr>
            <p:cNvSpPr/>
            <p:nvPr/>
          </p:nvSpPr>
          <p:spPr>
            <a:xfrm>
              <a:off x="432507" y="4814057"/>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cs typeface="Arial" charset="0"/>
                </a:rPr>
                <a:t>خطط واستراتيجيات الاستثمار والتخصيص</a:t>
              </a:r>
              <a:r>
                <a:rPr lang="ar-SA" dirty="0">
                  <a:cs typeface="Arial" charset="0"/>
                </a:rPr>
                <a:t> </a:t>
              </a:r>
              <a:br>
                <a:rPr lang="en-US" sz="1200" dirty="0"/>
              </a:br>
              <a:endParaRPr lang="en-US" sz="1200" dirty="0"/>
            </a:p>
          </p:txBody>
        </p:sp>
        <p:sp>
          <p:nvSpPr>
            <p:cNvPr id="22" name="Rectangle 21">
              <a:extLst>
                <a:ext uri="{FF2B5EF4-FFF2-40B4-BE49-F238E27FC236}">
                  <a16:creationId xmlns:a16="http://schemas.microsoft.com/office/drawing/2014/main" id="{D61E0362-D2AC-49BF-8FDC-D6C88A550486}"/>
                </a:ext>
              </a:extLst>
            </p:cNvPr>
            <p:cNvSpPr/>
            <p:nvPr/>
          </p:nvSpPr>
          <p:spPr>
            <a:xfrm>
              <a:off x="432507" y="2972834"/>
              <a:ext cx="11342297" cy="218879"/>
            </a:xfrm>
            <a:prstGeom prst="rect">
              <a:avLst/>
            </a:prstGeom>
            <a:solidFill>
              <a:schemeClr val="bg1">
                <a:lumMod val="95000"/>
                <a:alpha val="95000"/>
              </a:schemeClr>
            </a:solidFill>
            <a:ln w="6350">
              <a:solidFill>
                <a:schemeClr val="bg1"/>
              </a:solidFill>
            </a:ln>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lvl="0" algn="r" defTabSz="914400" rtl="1">
                <a:defRPr/>
              </a:pPr>
              <a:r>
                <a:rPr lang="ar-SA" sz="1200" b="1" dirty="0">
                  <a:cs typeface="Arial" charset="0"/>
                </a:rPr>
                <a:t>سنوات الخبرة</a:t>
              </a:r>
            </a:p>
          </p:txBody>
        </p:sp>
        <p:sp>
          <p:nvSpPr>
            <p:cNvPr id="27" name="Rectangle 26">
              <a:extLst>
                <a:ext uri="{FF2B5EF4-FFF2-40B4-BE49-F238E27FC236}">
                  <a16:creationId xmlns:a16="http://schemas.microsoft.com/office/drawing/2014/main" id="{E4C5A2C0-D8BA-42F9-A358-B25D4AEFEDF1}"/>
                </a:ext>
              </a:extLst>
            </p:cNvPr>
            <p:cNvSpPr/>
            <p:nvPr/>
          </p:nvSpPr>
          <p:spPr>
            <a:xfrm>
              <a:off x="432507" y="5622896"/>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cs typeface="Arial" charset="0"/>
                </a:rPr>
                <a:t>إدارة المشاريع وتنفيذها</a:t>
              </a:r>
              <a:r>
                <a:rPr lang="ar-SA" dirty="0">
                  <a:cs typeface="Arial" charset="0"/>
                </a:rPr>
                <a:t> </a:t>
              </a:r>
              <a:br>
                <a:rPr lang="en-GB" sz="1200" dirty="0"/>
              </a:br>
              <a:endParaRPr lang="en-GB" sz="1200" dirty="0"/>
            </a:p>
          </p:txBody>
        </p:sp>
        <p:sp>
          <p:nvSpPr>
            <p:cNvPr id="108" name="Rectangle 107">
              <a:extLst>
                <a:ext uri="{FF2B5EF4-FFF2-40B4-BE49-F238E27FC236}">
                  <a16:creationId xmlns:a16="http://schemas.microsoft.com/office/drawing/2014/main" id="{6585B16D-0257-4AB4-BF8D-AFB54EDE214B}"/>
                </a:ext>
              </a:extLst>
            </p:cNvPr>
            <p:cNvSpPr/>
            <p:nvPr/>
          </p:nvSpPr>
          <p:spPr>
            <a:xfrm>
              <a:off x="432507" y="4426377"/>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solidFill>
                    <a:srgbClr val="202124"/>
                  </a:solidFill>
                  <a:cs typeface="Arial" charset="0"/>
                </a:rPr>
                <a:t>إدارة وتحليل بيانات النفايات</a:t>
              </a:r>
              <a:r>
                <a:rPr lang="ar-SA" sz="1200" baseline="33000" dirty="0">
                  <a:solidFill>
                    <a:srgbClr val="202124"/>
                  </a:solidFill>
                  <a:cs typeface="Arial" charset="0"/>
                </a:rPr>
                <a:t>1</a:t>
              </a:r>
              <a:r>
                <a:rPr lang="ar-SA" dirty="0">
                  <a:cs typeface="Arial" charset="0"/>
                </a:rPr>
                <a:t> </a:t>
              </a:r>
              <a:br>
                <a:rPr lang="en-US" sz="1200" dirty="0">
                  <a:solidFill>
                    <a:srgbClr val="202124"/>
                  </a:solidFill>
                </a:rPr>
              </a:br>
              <a:endParaRPr lang="en-US" sz="1200" dirty="0">
                <a:solidFill>
                  <a:srgbClr val="202124"/>
                </a:solidFill>
              </a:endParaRPr>
            </a:p>
          </p:txBody>
        </p:sp>
        <p:sp>
          <p:nvSpPr>
            <p:cNvPr id="107" name="Rectangle 106">
              <a:extLst>
                <a:ext uri="{FF2B5EF4-FFF2-40B4-BE49-F238E27FC236}">
                  <a16:creationId xmlns:a16="http://schemas.microsoft.com/office/drawing/2014/main" id="{906D8C15-E9BE-41EA-94F7-5AC85309D929}"/>
                </a:ext>
              </a:extLst>
            </p:cNvPr>
            <p:cNvSpPr/>
            <p:nvPr/>
          </p:nvSpPr>
          <p:spPr>
            <a:xfrm>
              <a:off x="432507" y="6032891"/>
              <a:ext cx="11342297" cy="425702"/>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solidFill>
                    <a:srgbClr val="202124"/>
                  </a:solidFill>
                  <a:effectLst/>
                  <a:cs typeface="Arial" charset="0"/>
                </a:rPr>
                <a:t>التقييمات الفنية وتقييمات الجدوى</a:t>
              </a:r>
              <a:r>
                <a:rPr lang="ar-SA" dirty="0">
                  <a:cs typeface="Arial" charset="0"/>
                </a:rPr>
                <a:t> </a:t>
              </a:r>
              <a:br>
                <a:rPr lang="en-US" sz="1200" b="0" i="0" dirty="0">
                  <a:solidFill>
                    <a:srgbClr val="202124"/>
                  </a:solidFill>
                  <a:effectLst/>
                </a:rPr>
              </a:br>
              <a:endParaRPr lang="en-US" sz="1200" b="0" i="0" dirty="0">
                <a:solidFill>
                  <a:srgbClr val="202124"/>
                </a:solidFill>
                <a:effectLst/>
              </a:endParaRPr>
            </a:p>
          </p:txBody>
        </p:sp>
        <p:sp>
          <p:nvSpPr>
            <p:cNvPr id="24" name="Rectangle 23">
              <a:extLst>
                <a:ext uri="{FF2B5EF4-FFF2-40B4-BE49-F238E27FC236}">
                  <a16:creationId xmlns:a16="http://schemas.microsoft.com/office/drawing/2014/main" id="{EE5C71A5-C4F4-4265-ACA8-31D0BC54D345}"/>
                </a:ext>
              </a:extLst>
            </p:cNvPr>
            <p:cNvSpPr/>
            <p:nvPr/>
          </p:nvSpPr>
          <p:spPr>
            <a:xfrm>
              <a:off x="432507" y="3221176"/>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cs typeface="Arial" charset="0"/>
                </a:rPr>
                <a:t>منظومة النفايات في المملكة وأصحاب المصلحة</a:t>
              </a:r>
              <a:r>
                <a:rPr lang="ar-SA" dirty="0">
                  <a:cs typeface="Arial" charset="0"/>
                </a:rPr>
                <a:t> </a:t>
              </a:r>
              <a:br>
                <a:rPr lang="en-US" sz="1200" dirty="0"/>
              </a:br>
              <a:endParaRPr lang="en-US" sz="1200" dirty="0"/>
            </a:p>
          </p:txBody>
        </p:sp>
        <p:sp>
          <p:nvSpPr>
            <p:cNvPr id="25" name="Rectangle 24">
              <a:extLst>
                <a:ext uri="{FF2B5EF4-FFF2-40B4-BE49-F238E27FC236}">
                  <a16:creationId xmlns:a16="http://schemas.microsoft.com/office/drawing/2014/main" id="{0ADB3923-2BBE-4BAD-8AD6-B43EAE4A6964}"/>
                </a:ext>
              </a:extLst>
            </p:cNvPr>
            <p:cNvSpPr/>
            <p:nvPr/>
          </p:nvSpPr>
          <p:spPr>
            <a:xfrm>
              <a:off x="432507" y="3620283"/>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cs typeface="Arial" charset="0"/>
                </a:rPr>
                <a:t>لوائح وسياسات إدارة النفايات</a:t>
              </a:r>
              <a:r>
                <a:rPr lang="ar-SA" sz="1200" baseline="33000" dirty="0">
                  <a:cs typeface="Arial" charset="0"/>
                </a:rPr>
                <a:t>1</a:t>
              </a:r>
              <a:r>
                <a:rPr lang="ar-SA" dirty="0">
                  <a:cs typeface="Arial" charset="0"/>
                </a:rPr>
                <a:t> </a:t>
              </a:r>
              <a:br>
                <a:rPr lang="en-US" sz="1200" dirty="0"/>
              </a:br>
              <a:endParaRPr lang="en-US" sz="1200" dirty="0"/>
            </a:p>
          </p:txBody>
        </p:sp>
        <p:sp>
          <p:nvSpPr>
            <p:cNvPr id="26" name="Rectangle 25">
              <a:extLst>
                <a:ext uri="{FF2B5EF4-FFF2-40B4-BE49-F238E27FC236}">
                  <a16:creationId xmlns:a16="http://schemas.microsoft.com/office/drawing/2014/main" id="{A6ED2D35-27B8-4EBF-9A1F-20048457FF52}"/>
                </a:ext>
              </a:extLst>
            </p:cNvPr>
            <p:cNvSpPr/>
            <p:nvPr/>
          </p:nvSpPr>
          <p:spPr>
            <a:xfrm>
              <a:off x="432507" y="4024526"/>
              <a:ext cx="11342297" cy="407060"/>
            </a:xfrm>
            <a:prstGeom prst="rect">
              <a:avLst/>
            </a:prstGeom>
            <a:solidFill>
              <a:srgbClr val="FAE4E4">
                <a:alpha val="95000"/>
              </a:srgbClr>
            </a:solidFill>
            <a:ln w="9525">
              <a:solidFill>
                <a:schemeClr val="bg1"/>
              </a:solidFill>
            </a:ln>
          </p:spPr>
          <p:txBody>
            <a:bodyPr rot="0" spcFirstLastPara="0" vertOverflow="overflow" horzOverflow="overflow" vert="horz" wrap="square" lIns="72000" tIns="72000" rIns="8172000" bIns="72000" numCol="1" spcCol="0" rtlCol="0" fromWordArt="0" anchor="ctr" anchorCtr="0" forceAA="0" compatLnSpc="1">
              <a:prstTxWarp prst="textNoShape">
                <a:avLst/>
              </a:prstTxWarp>
              <a:noAutofit/>
            </a:bodyPr>
            <a:lstStyle/>
            <a:p>
              <a:pPr algn="r" rtl="1"/>
              <a:r>
                <a:rPr lang="ar-SA" sz="1200" dirty="0">
                  <a:solidFill>
                    <a:srgbClr val="202124"/>
                  </a:solidFill>
                  <a:cs typeface="Arial" charset="0"/>
                </a:rPr>
                <a:t>سلسلة القيمة والعمليات الخاصة بنظام إدارة النفايات</a:t>
              </a:r>
              <a:r>
                <a:rPr lang="ar-SA" sz="1200" baseline="33000" dirty="0">
                  <a:solidFill>
                    <a:srgbClr val="202124"/>
                  </a:solidFill>
                  <a:cs typeface="Arial" charset="0"/>
                </a:rPr>
                <a:t>1</a:t>
              </a:r>
              <a:r>
                <a:rPr lang="ar-SA" dirty="0">
                  <a:cs typeface="Arial" charset="0"/>
                </a:rPr>
                <a:t> </a:t>
              </a:r>
              <a:br>
                <a:rPr lang="en-US" sz="1200" dirty="0">
                  <a:solidFill>
                    <a:srgbClr val="202124"/>
                  </a:solidFill>
                </a:rPr>
              </a:br>
              <a:endParaRPr lang="en-US" sz="1200" dirty="0">
                <a:solidFill>
                  <a:srgbClr val="202124"/>
                </a:solidFill>
              </a:endParaRPr>
            </a:p>
          </p:txBody>
        </p:sp>
      </p:grpSp>
      <p:sp>
        <p:nvSpPr>
          <p:cNvPr id="2" name="Title 1">
            <a:extLst>
              <a:ext uri="{FF2B5EF4-FFF2-40B4-BE49-F238E27FC236}">
                <a16:creationId xmlns:a16="http://schemas.microsoft.com/office/drawing/2014/main" id="{D87555C7-6709-4C77-8B9C-9DDD68916057}"/>
              </a:ext>
            </a:extLst>
          </p:cNvPr>
          <p:cNvSpPr>
            <a:spLocks noGrp="1"/>
          </p:cNvSpPr>
          <p:nvPr>
            <p:ph type="title"/>
          </p:nvPr>
        </p:nvSpPr>
        <p:spPr/>
        <p:txBody>
          <a:bodyPr vert="horz"/>
          <a:lstStyle/>
          <a:p>
            <a:pPr algn="r" rtl="1"/>
            <a:r>
              <a:rPr lang="ar-SA" dirty="0">
                <a:cs typeface="Arial" charset="0"/>
              </a:rPr>
              <a:t>يمتلك أعضاء هذا الفريق كل القدرات اللازمة لضمان التميز في التنفيذ</a:t>
            </a:r>
          </a:p>
        </p:txBody>
      </p:sp>
      <p:sp>
        <p:nvSpPr>
          <p:cNvPr id="3" name="Subtitle 2">
            <a:extLst>
              <a:ext uri="{FF2B5EF4-FFF2-40B4-BE49-F238E27FC236}">
                <a16:creationId xmlns:a16="http://schemas.microsoft.com/office/drawing/2014/main" id="{C88D80E0-0517-4FAB-AC82-44C5D567EF2B}"/>
              </a:ext>
            </a:extLst>
          </p:cNvPr>
          <p:cNvSpPr>
            <a:spLocks noGrp="1"/>
          </p:cNvSpPr>
          <p:nvPr>
            <p:ph type="subTitle" idx="1"/>
          </p:nvPr>
        </p:nvSpPr>
        <p:spPr/>
        <p:txBody>
          <a:bodyPr/>
          <a:lstStyle/>
          <a:p>
            <a:pPr algn="r" rtl="1"/>
            <a:r>
              <a:rPr lang="ar-SA" dirty="0">
                <a:latin typeface="+mn-lt"/>
                <a:cs typeface="Arial" charset="0"/>
              </a:rPr>
              <a:t>قدرات فريق المشروع</a:t>
            </a:r>
          </a:p>
        </p:txBody>
      </p:sp>
      <p:sp>
        <p:nvSpPr>
          <p:cNvPr id="226" name="Slide Number Placeholder 4">
            <a:extLst>
              <a:ext uri="{FF2B5EF4-FFF2-40B4-BE49-F238E27FC236}">
                <a16:creationId xmlns:a16="http://schemas.microsoft.com/office/drawing/2014/main" id="{B43751BA-E1FA-4FED-BD9C-C2ABC9C68EC0}"/>
              </a:ext>
            </a:extLst>
          </p:cNvPr>
          <p:cNvSpPr>
            <a:spLocks noGrp="1"/>
          </p:cNvSpPr>
          <p:nvPr>
            <p:ph type="sldNum" idx="12"/>
          </p:nvPr>
        </p:nvSpPr>
        <p:spPr>
          <a:xfrm>
            <a:off x="9984296" y="6492240"/>
            <a:ext cx="1764792" cy="137160"/>
          </a:xfrm>
        </p:spPr>
        <p:txBody>
          <a:bodyPr/>
          <a:lstStyle/>
          <a:p>
            <a:pPr marL="0" lvl="0" indent="0" algn="r" rtl="1">
              <a:spcBef>
                <a:spcPts val="0"/>
              </a:spcBef>
              <a:spcAft>
                <a:spcPts val="0"/>
              </a:spcAft>
              <a:buNone/>
            </a:pPr>
            <a:r>
              <a:rPr lang="ar-SA" dirty="0">
                <a:cs typeface="Arial" charset="0"/>
              </a:rPr>
              <a:t>24</a:t>
            </a:r>
          </a:p>
        </p:txBody>
      </p:sp>
      <p:sp>
        <p:nvSpPr>
          <p:cNvPr id="246" name="Text Placeholder 3">
            <a:extLst>
              <a:ext uri="{FF2B5EF4-FFF2-40B4-BE49-F238E27FC236}">
                <a16:creationId xmlns:a16="http://schemas.microsoft.com/office/drawing/2014/main" id="{0056C055-7ADC-4A71-80D4-830B48A7FB6E}"/>
              </a:ext>
            </a:extLst>
          </p:cNvPr>
          <p:cNvSpPr>
            <a:spLocks noGrp="1"/>
          </p:cNvSpPr>
          <p:nvPr>
            <p:ph type="body" idx="2"/>
          </p:nvPr>
        </p:nvSpPr>
        <p:spPr>
          <a:xfrm>
            <a:off x="2432304" y="6355077"/>
            <a:ext cx="7315200" cy="274322"/>
          </a:xfrm>
        </p:spPr>
        <p:txBody>
          <a:bodyPr/>
          <a:lstStyle/>
          <a:p>
            <a:pPr algn="r" rtl="1"/>
            <a:r>
              <a:rPr lang="ar-SA" dirty="0">
                <a:cs typeface="Arial" charset="0"/>
              </a:rPr>
              <a:t>1) تشمل النفايات البلدية والصناعية والطبية؛ المصدر: تحليلات شركة إستراتيجي أند</a:t>
            </a:r>
          </a:p>
        </p:txBody>
      </p:sp>
      <p:sp>
        <p:nvSpPr>
          <p:cNvPr id="8" name="Rectangle 7">
            <a:extLst>
              <a:ext uri="{FF2B5EF4-FFF2-40B4-BE49-F238E27FC236}">
                <a16:creationId xmlns:a16="http://schemas.microsoft.com/office/drawing/2014/main" id="{F221A324-BFC2-49C2-B759-8FC462275A2E}"/>
              </a:ext>
            </a:extLst>
          </p:cNvPr>
          <p:cNvSpPr/>
          <p:nvPr/>
        </p:nvSpPr>
        <p:spPr>
          <a:xfrm>
            <a:off x="2420841" y="1598068"/>
            <a:ext cx="2317865" cy="2521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b="1" dirty="0">
                <a:cs typeface="Arial" charset="0"/>
              </a:rPr>
              <a:t>الفريق الأساسي</a:t>
            </a:r>
          </a:p>
        </p:txBody>
      </p:sp>
      <p:sp>
        <p:nvSpPr>
          <p:cNvPr id="32" name="TextBox 31">
            <a:extLst>
              <a:ext uri="{FF2B5EF4-FFF2-40B4-BE49-F238E27FC236}">
                <a16:creationId xmlns:a16="http://schemas.microsoft.com/office/drawing/2014/main" id="{A0294215-30E5-4063-AF99-99CEDAF280B1}"/>
              </a:ext>
            </a:extLst>
          </p:cNvPr>
          <p:cNvSpPr txBox="1"/>
          <p:nvPr/>
        </p:nvSpPr>
        <p:spPr>
          <a:xfrm>
            <a:off x="2432251"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+ 20 عامًا</a:t>
            </a:r>
          </a:p>
        </p:txBody>
      </p:sp>
      <p:sp>
        <p:nvSpPr>
          <p:cNvPr id="19" name="Text Placeholder 104">
            <a:extLst>
              <a:ext uri="{FF2B5EF4-FFF2-40B4-BE49-F238E27FC236}">
                <a16:creationId xmlns:a16="http://schemas.microsoft.com/office/drawing/2014/main" id="{16DDAF93-C9D3-4296-9557-68BDFE9B5A12}"/>
              </a:ext>
            </a:extLst>
          </p:cNvPr>
          <p:cNvSpPr txBox="1">
            <a:spLocks/>
          </p:cNvSpPr>
          <p:nvPr/>
        </p:nvSpPr>
        <p:spPr>
          <a:xfrm>
            <a:off x="2434204" y="2285303"/>
            <a:ext cx="725040" cy="4164042"/>
          </a:xfrm>
          <a:prstGeom prst="rect">
            <a:avLst/>
          </a:prstGeom>
          <a:ln w="19050" cap="rnd">
            <a:solidFill>
              <a:schemeClr val="tx1"/>
            </a:solidFill>
            <a:prstDash val="sysDot"/>
          </a:ln>
        </p:spPr>
        <p:txBody>
          <a:bodyPr lIns="27432"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د. شهاب البرعي</a:t>
            </a:r>
          </a:p>
          <a:p>
            <a:pPr>
              <a:defRPr/>
            </a:pPr>
            <a:endParaRPr lang="en-GB" sz="1050" dirty="0">
              <a:solidFill>
                <a:schemeClr val="tx1"/>
              </a:solidFill>
            </a:endParaRPr>
          </a:p>
        </p:txBody>
      </p:sp>
      <p:sp>
        <p:nvSpPr>
          <p:cNvPr id="44" name="Oval 45">
            <a:extLst>
              <a:ext uri="{FF2B5EF4-FFF2-40B4-BE49-F238E27FC236}">
                <a16:creationId xmlns:a16="http://schemas.microsoft.com/office/drawing/2014/main" id="{468E39E0-E4F2-45D4-926C-638BB823F566}"/>
              </a:ext>
            </a:extLst>
          </p:cNvPr>
          <p:cNvSpPr/>
          <p:nvPr/>
        </p:nvSpPr>
        <p:spPr>
          <a:xfrm>
            <a:off x="2464724"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126" name="Picture 125">
            <a:extLst>
              <a:ext uri="{FF2B5EF4-FFF2-40B4-BE49-F238E27FC236}">
                <a16:creationId xmlns:a16="http://schemas.microsoft.com/office/drawing/2014/main" id="{C52AFA6A-FC6D-4F8E-9E93-1E9AF215BCB3}"/>
              </a:ext>
            </a:extLst>
          </p:cNvPr>
          <p:cNvPicPr preferRelativeResize="0">
            <a:picLocks/>
          </p:cNvPicPr>
          <p:nvPr/>
        </p:nvPicPr>
        <p:blipFill rotWithShape="1">
          <a:blip r:embed="rId5" cstate="screen">
            <a:grayscl/>
            <a:extLst>
              <a:ext uri="{28A0092B-C50C-407E-A947-70E740481C1C}">
                <a14:useLocalDpi xmlns:a14="http://schemas.microsoft.com/office/drawing/2010/main"/>
              </a:ext>
            </a:extLst>
          </a:blip>
          <a:srcRect l="24125" r="25265" b="21077"/>
          <a:stretch/>
        </p:blipFill>
        <p:spPr>
          <a:xfrm>
            <a:off x="2508488" y="1955181"/>
            <a:ext cx="530970" cy="506772"/>
          </a:xfrm>
          <a:prstGeom prst="ellipse">
            <a:avLst/>
          </a:prstGeom>
          <a:ln w="9525" cap="rnd">
            <a:solidFill>
              <a:schemeClr val="bg1"/>
            </a:solidFill>
          </a:ln>
          <a:effectLst/>
        </p:spPr>
      </p:pic>
      <p:sp>
        <p:nvSpPr>
          <p:cNvPr id="139" name="TextBox 138">
            <a:extLst>
              <a:ext uri="{FF2B5EF4-FFF2-40B4-BE49-F238E27FC236}">
                <a16:creationId xmlns:a16="http://schemas.microsoft.com/office/drawing/2014/main" id="{20AC51B4-F0BB-494B-A9A4-3D9B0871A37A}"/>
              </a:ext>
            </a:extLst>
          </p:cNvPr>
          <p:cNvSpPr txBox="1"/>
          <p:nvPr/>
        </p:nvSpPr>
        <p:spPr>
          <a:xfrm>
            <a:off x="2434204" y="595329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02" name="TextBox 101">
            <a:extLst>
              <a:ext uri="{FF2B5EF4-FFF2-40B4-BE49-F238E27FC236}">
                <a16:creationId xmlns:a16="http://schemas.microsoft.com/office/drawing/2014/main" id="{E3AA7F3F-A18E-4B41-AFC3-95B1E2799519}"/>
              </a:ext>
            </a:extLst>
          </p:cNvPr>
          <p:cNvSpPr txBox="1"/>
          <p:nvPr/>
        </p:nvSpPr>
        <p:spPr>
          <a:xfrm>
            <a:off x="2432248" y="3156691"/>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8" name="TextBox 87">
            <a:extLst>
              <a:ext uri="{FF2B5EF4-FFF2-40B4-BE49-F238E27FC236}">
                <a16:creationId xmlns:a16="http://schemas.microsoft.com/office/drawing/2014/main" id="{D9CF4BA0-1AFE-4F07-9A24-C10BCF436776}"/>
              </a:ext>
            </a:extLst>
          </p:cNvPr>
          <p:cNvSpPr txBox="1"/>
          <p:nvPr/>
        </p:nvSpPr>
        <p:spPr>
          <a:xfrm>
            <a:off x="3222960"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+ 15 عامًا</a:t>
            </a:r>
          </a:p>
        </p:txBody>
      </p:sp>
      <p:sp>
        <p:nvSpPr>
          <p:cNvPr id="89" name="Text Placeholder 104">
            <a:extLst>
              <a:ext uri="{FF2B5EF4-FFF2-40B4-BE49-F238E27FC236}">
                <a16:creationId xmlns:a16="http://schemas.microsoft.com/office/drawing/2014/main" id="{7518BBD0-C20F-4EB0-A7FE-A39B7C576374}"/>
              </a:ext>
            </a:extLst>
          </p:cNvPr>
          <p:cNvSpPr txBox="1">
            <a:spLocks/>
          </p:cNvSpPr>
          <p:nvPr/>
        </p:nvSpPr>
        <p:spPr>
          <a:xfrm>
            <a:off x="3224913"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رمزي حاج</a:t>
            </a:r>
          </a:p>
        </p:txBody>
      </p:sp>
      <p:sp>
        <p:nvSpPr>
          <p:cNvPr id="90" name="Oval 45">
            <a:extLst>
              <a:ext uri="{FF2B5EF4-FFF2-40B4-BE49-F238E27FC236}">
                <a16:creationId xmlns:a16="http://schemas.microsoft.com/office/drawing/2014/main" id="{5BA3E81A-8A6D-4373-95CF-CB82B00B6824}"/>
              </a:ext>
            </a:extLst>
          </p:cNvPr>
          <p:cNvSpPr/>
          <p:nvPr/>
        </p:nvSpPr>
        <p:spPr>
          <a:xfrm>
            <a:off x="3255433"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sp>
        <p:nvSpPr>
          <p:cNvPr id="92" name="TextBox 91">
            <a:extLst>
              <a:ext uri="{FF2B5EF4-FFF2-40B4-BE49-F238E27FC236}">
                <a16:creationId xmlns:a16="http://schemas.microsoft.com/office/drawing/2014/main" id="{4E60F76E-3729-4B26-AC6B-4DD7D91339AD}"/>
              </a:ext>
            </a:extLst>
          </p:cNvPr>
          <p:cNvSpPr txBox="1"/>
          <p:nvPr/>
        </p:nvSpPr>
        <p:spPr>
          <a:xfrm>
            <a:off x="3224913" y="595329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93" name="TextBox 92">
            <a:extLst>
              <a:ext uri="{FF2B5EF4-FFF2-40B4-BE49-F238E27FC236}">
                <a16:creationId xmlns:a16="http://schemas.microsoft.com/office/drawing/2014/main" id="{AA44D399-C7E8-4F5A-8605-225AFA5B0760}"/>
              </a:ext>
            </a:extLst>
          </p:cNvPr>
          <p:cNvSpPr txBox="1"/>
          <p:nvPr/>
        </p:nvSpPr>
        <p:spPr>
          <a:xfrm>
            <a:off x="3222957" y="3156691"/>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pic>
        <p:nvPicPr>
          <p:cNvPr id="46082" name="Picture 2">
            <a:extLst>
              <a:ext uri="{FF2B5EF4-FFF2-40B4-BE49-F238E27FC236}">
                <a16:creationId xmlns:a16="http://schemas.microsoft.com/office/drawing/2014/main" id="{391CE2C1-7110-4A52-A29A-C0174CA1D5B8}"/>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3299197" y="1955181"/>
            <a:ext cx="530970" cy="506772"/>
          </a:xfrm>
          <a:prstGeom prst="ellipse">
            <a:avLst/>
          </a:prstGeom>
          <a:ln w="9525" cap="rnd">
            <a:solidFill>
              <a:schemeClr val="bg1"/>
            </a:solidFill>
          </a:ln>
          <a:effectLst/>
          <a:extLst>
            <a:ext uri="{909E8E84-426E-40DD-AFC4-6F175D3DCCD1}">
              <a14:hiddenFill xmlns:a14="http://schemas.microsoft.com/office/drawing/2010/main">
                <a:solidFill>
                  <a:srgbClr val="FFFFFF"/>
                </a:solidFill>
              </a14:hiddenFill>
            </a:ext>
          </a:extLst>
        </p:spPr>
      </p:pic>
      <p:sp>
        <p:nvSpPr>
          <p:cNvPr id="130" name="TextBox 129">
            <a:extLst>
              <a:ext uri="{FF2B5EF4-FFF2-40B4-BE49-F238E27FC236}">
                <a16:creationId xmlns:a16="http://schemas.microsoft.com/office/drawing/2014/main" id="{A826AEB5-56DF-4A9D-9EE6-F771774669C4}"/>
              </a:ext>
            </a:extLst>
          </p:cNvPr>
          <p:cNvSpPr txBox="1"/>
          <p:nvPr/>
        </p:nvSpPr>
        <p:spPr>
          <a:xfrm>
            <a:off x="8265495"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+ 20 عامًا</a:t>
            </a:r>
          </a:p>
        </p:txBody>
      </p:sp>
      <p:sp>
        <p:nvSpPr>
          <p:cNvPr id="131" name="Text Placeholder 104">
            <a:extLst>
              <a:ext uri="{FF2B5EF4-FFF2-40B4-BE49-F238E27FC236}">
                <a16:creationId xmlns:a16="http://schemas.microsoft.com/office/drawing/2014/main" id="{B076B090-339B-4E77-8FE1-137BD5CCEA0C}"/>
              </a:ext>
            </a:extLst>
          </p:cNvPr>
          <p:cNvSpPr txBox="1">
            <a:spLocks/>
          </p:cNvSpPr>
          <p:nvPr/>
        </p:nvSpPr>
        <p:spPr>
          <a:xfrm>
            <a:off x="8267448"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بيرت جيفارا</a:t>
            </a:r>
          </a:p>
        </p:txBody>
      </p:sp>
      <p:sp>
        <p:nvSpPr>
          <p:cNvPr id="132" name="Oval 45">
            <a:extLst>
              <a:ext uri="{FF2B5EF4-FFF2-40B4-BE49-F238E27FC236}">
                <a16:creationId xmlns:a16="http://schemas.microsoft.com/office/drawing/2014/main" id="{43E9FFC5-3B47-4CFF-90E9-0121460BB218}"/>
              </a:ext>
            </a:extLst>
          </p:cNvPr>
          <p:cNvSpPr/>
          <p:nvPr/>
        </p:nvSpPr>
        <p:spPr>
          <a:xfrm>
            <a:off x="8297968"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sp>
        <p:nvSpPr>
          <p:cNvPr id="230" name="Rectangle 229">
            <a:extLst>
              <a:ext uri="{FF2B5EF4-FFF2-40B4-BE49-F238E27FC236}">
                <a16:creationId xmlns:a16="http://schemas.microsoft.com/office/drawing/2014/main" id="{11C58BB8-CB81-4B3D-B92B-6472041983D6}"/>
              </a:ext>
            </a:extLst>
          </p:cNvPr>
          <p:cNvSpPr/>
          <p:nvPr/>
        </p:nvSpPr>
        <p:spPr>
          <a:xfrm>
            <a:off x="5054618" y="1598069"/>
            <a:ext cx="6309360" cy="2397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b="1" dirty="0">
                <a:cs typeface="Arial" charset="0"/>
              </a:rPr>
              <a:t>فريق الخبراء</a:t>
            </a:r>
          </a:p>
        </p:txBody>
      </p:sp>
      <p:pic>
        <p:nvPicPr>
          <p:cNvPr id="39" name="Picture 58" descr="The tiny plastic packages that are fueling Asia&amp;#39;s waste crisis - Los  Angeles Times">
            <a:extLst>
              <a:ext uri="{FF2B5EF4-FFF2-40B4-BE49-F238E27FC236}">
                <a16:creationId xmlns:a16="http://schemas.microsoft.com/office/drawing/2014/main" id="{85B4C7C4-DE0B-2368-98A0-BF513C001F03}"/>
              </a:ext>
            </a:extLst>
          </p:cNvPr>
          <p:cNvPicPr>
            <a:picLocks noChangeAspect="1" noChangeArrowheads="1"/>
          </p:cNvPicPr>
          <p:nvPr/>
        </p:nvPicPr>
        <p:blipFill rotWithShape="1">
          <a:blip r:embed="rId7">
            <a:grayscl/>
            <a:extLst>
              <a:ext uri="{28A0092B-C50C-407E-A947-70E740481C1C}">
                <a14:useLocalDpi xmlns:a14="http://schemas.microsoft.com/office/drawing/2010/main" val="0"/>
              </a:ext>
            </a:extLst>
          </a:blip>
          <a:srcRect l="33721" t="7645" r="36159" b="52304"/>
          <a:stretch/>
        </p:blipFill>
        <p:spPr bwMode="auto">
          <a:xfrm>
            <a:off x="8341731" y="1955181"/>
            <a:ext cx="504291" cy="502920"/>
          </a:xfrm>
          <a:prstGeom prst="ellipse">
            <a:avLst/>
          </a:prstGeom>
          <a:noFill/>
          <a:ln w="38100">
            <a:noFill/>
          </a:ln>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029ACB7B-8C13-B6D7-8AD8-C2A63CA3D79E}"/>
              </a:ext>
            </a:extLst>
          </p:cNvPr>
          <p:cNvSpPr txBox="1"/>
          <p:nvPr/>
        </p:nvSpPr>
        <p:spPr>
          <a:xfrm>
            <a:off x="2432248" y="35472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49" name="TextBox 48">
            <a:extLst>
              <a:ext uri="{FF2B5EF4-FFF2-40B4-BE49-F238E27FC236}">
                <a16:creationId xmlns:a16="http://schemas.microsoft.com/office/drawing/2014/main" id="{5CE8AB20-566F-CF95-A8A1-AD084783A456}"/>
              </a:ext>
            </a:extLst>
          </p:cNvPr>
          <p:cNvSpPr txBox="1"/>
          <p:nvPr/>
        </p:nvSpPr>
        <p:spPr>
          <a:xfrm>
            <a:off x="3222957" y="35472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nvGrpSpPr>
          <p:cNvPr id="20" name="Group 19">
            <a:extLst>
              <a:ext uri="{FF2B5EF4-FFF2-40B4-BE49-F238E27FC236}">
                <a16:creationId xmlns:a16="http://schemas.microsoft.com/office/drawing/2014/main" id="{28474E81-8252-E8C9-F96E-3686BF94A641}"/>
              </a:ext>
            </a:extLst>
          </p:cNvPr>
          <p:cNvGrpSpPr/>
          <p:nvPr/>
        </p:nvGrpSpPr>
        <p:grpSpPr>
          <a:xfrm>
            <a:off x="6671790" y="1916414"/>
            <a:ext cx="740379" cy="4513996"/>
            <a:chOff x="6290789" y="1959956"/>
            <a:chExt cx="740379" cy="4513996"/>
          </a:xfrm>
        </p:grpSpPr>
        <p:sp>
          <p:nvSpPr>
            <p:cNvPr id="117" name="TextBox 116">
              <a:extLst>
                <a:ext uri="{FF2B5EF4-FFF2-40B4-BE49-F238E27FC236}">
                  <a16:creationId xmlns:a16="http://schemas.microsoft.com/office/drawing/2014/main" id="{B9E55408-2709-4BDB-AFA9-E717F66112E3}"/>
                </a:ext>
              </a:extLst>
            </p:cNvPr>
            <p:cNvSpPr txBox="1"/>
            <p:nvPr/>
          </p:nvSpPr>
          <p:spPr>
            <a:xfrm>
              <a:off x="6304175" y="2972229"/>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+ 20 عامًا</a:t>
              </a:r>
            </a:p>
          </p:txBody>
        </p:sp>
        <p:sp>
          <p:nvSpPr>
            <p:cNvPr id="118" name="Text Placeholder 104">
              <a:extLst>
                <a:ext uri="{FF2B5EF4-FFF2-40B4-BE49-F238E27FC236}">
                  <a16:creationId xmlns:a16="http://schemas.microsoft.com/office/drawing/2014/main" id="{89F75E6D-8FFB-414B-8C22-67606A53900D}"/>
                </a:ext>
              </a:extLst>
            </p:cNvPr>
            <p:cNvSpPr txBox="1">
              <a:spLocks/>
            </p:cNvSpPr>
            <p:nvPr/>
          </p:nvSpPr>
          <p:spPr>
            <a:xfrm>
              <a:off x="6306128" y="2328845"/>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ليلجانا روديك</a:t>
              </a:r>
            </a:p>
          </p:txBody>
        </p:sp>
        <p:sp>
          <p:nvSpPr>
            <p:cNvPr id="119" name="Oval 45">
              <a:extLst>
                <a:ext uri="{FF2B5EF4-FFF2-40B4-BE49-F238E27FC236}">
                  <a16:creationId xmlns:a16="http://schemas.microsoft.com/office/drawing/2014/main" id="{1725C1A0-A020-4C78-BB25-5714C40D47B1}"/>
                </a:ext>
              </a:extLst>
            </p:cNvPr>
            <p:cNvSpPr/>
            <p:nvPr/>
          </p:nvSpPr>
          <p:spPr>
            <a:xfrm>
              <a:off x="6336648" y="1959956"/>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43" name="Picture 42">
              <a:extLst>
                <a:ext uri="{FF2B5EF4-FFF2-40B4-BE49-F238E27FC236}">
                  <a16:creationId xmlns:a16="http://schemas.microsoft.com/office/drawing/2014/main" id="{36C35951-52A7-4215-A747-A6EE5EBFB54E}"/>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6380412" y="1998723"/>
              <a:ext cx="504473" cy="502920"/>
            </a:xfrm>
            <a:prstGeom prst="ellipse">
              <a:avLst/>
            </a:prstGeom>
            <a:ln w="38100">
              <a:noFill/>
            </a:ln>
          </p:spPr>
        </p:pic>
        <p:sp>
          <p:nvSpPr>
            <p:cNvPr id="56" name="TextBox 55">
              <a:extLst>
                <a:ext uri="{FF2B5EF4-FFF2-40B4-BE49-F238E27FC236}">
                  <a16:creationId xmlns:a16="http://schemas.microsoft.com/office/drawing/2014/main" id="{30748A48-150B-BC90-8E7A-CFA9F2C91175}"/>
                </a:ext>
              </a:extLst>
            </p:cNvPr>
            <p:cNvSpPr txBox="1"/>
            <p:nvPr/>
          </p:nvSpPr>
          <p:spPr>
            <a:xfrm>
              <a:off x="6290789" y="359079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5" name="TextBox 84">
              <a:extLst>
                <a:ext uri="{FF2B5EF4-FFF2-40B4-BE49-F238E27FC236}">
                  <a16:creationId xmlns:a16="http://schemas.microsoft.com/office/drawing/2014/main" id="{0E530B24-EAEC-B833-FB43-2B568F694A08}"/>
                </a:ext>
              </a:extLst>
            </p:cNvPr>
            <p:cNvSpPr txBox="1"/>
            <p:nvPr/>
          </p:nvSpPr>
          <p:spPr>
            <a:xfrm>
              <a:off x="6290789" y="4026695"/>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sp>
        <p:nvSpPr>
          <p:cNvPr id="138" name="TextBox 137">
            <a:extLst>
              <a:ext uri="{FF2B5EF4-FFF2-40B4-BE49-F238E27FC236}">
                <a16:creationId xmlns:a16="http://schemas.microsoft.com/office/drawing/2014/main" id="{BEA7FD53-5419-4487-B303-3EBB0760005A}"/>
              </a:ext>
            </a:extLst>
          </p:cNvPr>
          <p:cNvSpPr txBox="1"/>
          <p:nvPr/>
        </p:nvSpPr>
        <p:spPr>
          <a:xfrm>
            <a:off x="9844954"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+ 15 عامًا</a:t>
            </a:r>
          </a:p>
        </p:txBody>
      </p:sp>
      <p:sp>
        <p:nvSpPr>
          <p:cNvPr id="144" name="Text Placeholder 104">
            <a:extLst>
              <a:ext uri="{FF2B5EF4-FFF2-40B4-BE49-F238E27FC236}">
                <a16:creationId xmlns:a16="http://schemas.microsoft.com/office/drawing/2014/main" id="{FCA95540-728D-40F8-B876-48AD831C2151}"/>
              </a:ext>
            </a:extLst>
          </p:cNvPr>
          <p:cNvSpPr txBox="1">
            <a:spLocks/>
          </p:cNvSpPr>
          <p:nvPr/>
        </p:nvSpPr>
        <p:spPr>
          <a:xfrm>
            <a:off x="9846907"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بارات ناغار</a:t>
            </a:r>
          </a:p>
        </p:txBody>
      </p:sp>
      <p:sp>
        <p:nvSpPr>
          <p:cNvPr id="145" name="Oval 45">
            <a:extLst>
              <a:ext uri="{FF2B5EF4-FFF2-40B4-BE49-F238E27FC236}">
                <a16:creationId xmlns:a16="http://schemas.microsoft.com/office/drawing/2014/main" id="{2684578B-CF13-4B57-A88A-63BEEC3B913C}"/>
              </a:ext>
            </a:extLst>
          </p:cNvPr>
          <p:cNvSpPr/>
          <p:nvPr/>
        </p:nvSpPr>
        <p:spPr>
          <a:xfrm>
            <a:off x="9877427"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sp>
        <p:nvSpPr>
          <p:cNvPr id="161" name="TextBox 160">
            <a:extLst>
              <a:ext uri="{FF2B5EF4-FFF2-40B4-BE49-F238E27FC236}">
                <a16:creationId xmlns:a16="http://schemas.microsoft.com/office/drawing/2014/main" id="{0F1A718B-296B-435F-9703-8DFE131C7EB9}"/>
              </a:ext>
            </a:extLst>
          </p:cNvPr>
          <p:cNvSpPr txBox="1"/>
          <p:nvPr/>
        </p:nvSpPr>
        <p:spPr>
          <a:xfrm>
            <a:off x="7461406" y="2928687"/>
            <a:ext cx="725040" cy="294640"/>
          </a:xfrm>
          <a:prstGeom prst="rect">
            <a:avLst/>
          </a:prstGeom>
          <a:noFill/>
          <a:ln>
            <a:noFill/>
          </a:ln>
        </p:spPr>
        <p:txBody>
          <a:bodyPr vert="horz" wrap="square" lIns="0" tIns="0" rIns="0" bIns="0" rtlCol="0" anchor="ctr" anchorCtr="0">
            <a:noAutofit/>
          </a:bodyPr>
          <a:lstStyle/>
          <a:p>
            <a:pPr algn="ctr" rtl="1"/>
            <a:r>
              <a:rPr lang="ar-SA" sz="1000" b="1" dirty="0">
                <a:cs typeface="Arial" pitchFamily="34" charset="0"/>
              </a:rPr>
              <a:t>+</a:t>
            </a:r>
            <a:r>
              <a:rPr lang="ar-SA" sz="1000" dirty="0">
                <a:cs typeface="Arial" pitchFamily="34" charset="0"/>
              </a:rPr>
              <a:t> 25 عامًا</a:t>
            </a:r>
          </a:p>
        </p:txBody>
      </p:sp>
      <p:sp>
        <p:nvSpPr>
          <p:cNvPr id="162" name="Text Placeholder 104">
            <a:extLst>
              <a:ext uri="{FF2B5EF4-FFF2-40B4-BE49-F238E27FC236}">
                <a16:creationId xmlns:a16="http://schemas.microsoft.com/office/drawing/2014/main" id="{C843D60E-7D3F-4164-B3A6-3702328C7234}"/>
              </a:ext>
            </a:extLst>
          </p:cNvPr>
          <p:cNvSpPr txBox="1">
            <a:spLocks/>
          </p:cNvSpPr>
          <p:nvPr/>
        </p:nvSpPr>
        <p:spPr>
          <a:xfrm>
            <a:off x="7463359"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100" dirty="0">
                <a:solidFill>
                  <a:schemeClr val="tx1"/>
                </a:solidFill>
                <a:cs typeface="Arial" charset="0"/>
              </a:rPr>
              <a:t>ماثيو كروكر</a:t>
            </a:r>
          </a:p>
        </p:txBody>
      </p:sp>
      <p:sp>
        <p:nvSpPr>
          <p:cNvPr id="163" name="Oval 45">
            <a:extLst>
              <a:ext uri="{FF2B5EF4-FFF2-40B4-BE49-F238E27FC236}">
                <a16:creationId xmlns:a16="http://schemas.microsoft.com/office/drawing/2014/main" id="{A0ABA438-33BB-4999-9B20-248005FB9235}"/>
              </a:ext>
            </a:extLst>
          </p:cNvPr>
          <p:cNvSpPr/>
          <p:nvPr/>
        </p:nvSpPr>
        <p:spPr>
          <a:xfrm>
            <a:off x="7493879"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106" name="Picture 105">
            <a:extLst>
              <a:ext uri="{FF2B5EF4-FFF2-40B4-BE49-F238E27FC236}">
                <a16:creationId xmlns:a16="http://schemas.microsoft.com/office/drawing/2014/main" id="{1D0BD1FD-2697-4F2A-8128-6E7AEF0E837B}"/>
              </a:ext>
            </a:extLst>
          </p:cNvPr>
          <p:cNvPicPr>
            <a:picLocks noChangeAspect="1"/>
          </p:cNvPicPr>
          <p:nvPr/>
        </p:nvPicPr>
        <p:blipFill>
          <a:blip r:embed="rId10">
            <a:grayscl/>
          </a:blip>
          <a:stretch>
            <a:fillRect/>
          </a:stretch>
        </p:blipFill>
        <p:spPr>
          <a:xfrm>
            <a:off x="7537643" y="1955181"/>
            <a:ext cx="530970" cy="506772"/>
          </a:xfrm>
          <a:prstGeom prst="ellipse">
            <a:avLst/>
          </a:prstGeom>
          <a:ln w="9525" cap="rnd">
            <a:solidFill>
              <a:schemeClr val="bg1"/>
            </a:solidFill>
          </a:ln>
          <a:effectLst/>
        </p:spPr>
      </p:pic>
      <p:sp>
        <p:nvSpPr>
          <p:cNvPr id="60" name="TextBox 59">
            <a:extLst>
              <a:ext uri="{FF2B5EF4-FFF2-40B4-BE49-F238E27FC236}">
                <a16:creationId xmlns:a16="http://schemas.microsoft.com/office/drawing/2014/main" id="{AE2D623C-4B81-275B-389D-0A2170A497CB}"/>
              </a:ext>
            </a:extLst>
          </p:cNvPr>
          <p:cNvSpPr txBox="1"/>
          <p:nvPr/>
        </p:nvSpPr>
        <p:spPr>
          <a:xfrm>
            <a:off x="7461403" y="3562193"/>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95" name="TextBox 194">
            <a:extLst>
              <a:ext uri="{FF2B5EF4-FFF2-40B4-BE49-F238E27FC236}">
                <a16:creationId xmlns:a16="http://schemas.microsoft.com/office/drawing/2014/main" id="{CF61A594-4C7E-49DE-B4A9-29DC256F3B6B}"/>
              </a:ext>
            </a:extLst>
          </p:cNvPr>
          <p:cNvSpPr txBox="1"/>
          <p:nvPr/>
        </p:nvSpPr>
        <p:spPr>
          <a:xfrm>
            <a:off x="10622788"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+ 15 عامًا</a:t>
            </a:r>
          </a:p>
        </p:txBody>
      </p:sp>
      <p:sp>
        <p:nvSpPr>
          <p:cNvPr id="200" name="Text Placeholder 104">
            <a:extLst>
              <a:ext uri="{FF2B5EF4-FFF2-40B4-BE49-F238E27FC236}">
                <a16:creationId xmlns:a16="http://schemas.microsoft.com/office/drawing/2014/main" id="{EA68DB62-8F82-422E-8DEC-58A3636D0323}"/>
              </a:ext>
            </a:extLst>
          </p:cNvPr>
          <p:cNvSpPr txBox="1">
            <a:spLocks/>
          </p:cNvSpPr>
          <p:nvPr/>
        </p:nvSpPr>
        <p:spPr>
          <a:xfrm>
            <a:off x="10624741"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100" dirty="0">
                <a:solidFill>
                  <a:schemeClr val="tx1"/>
                </a:solidFill>
                <a:cs typeface="Arial" charset="0"/>
              </a:rPr>
              <a:t>أحمد مصطفى</a:t>
            </a:r>
          </a:p>
        </p:txBody>
      </p:sp>
      <p:sp>
        <p:nvSpPr>
          <p:cNvPr id="201" name="Oval 45">
            <a:extLst>
              <a:ext uri="{FF2B5EF4-FFF2-40B4-BE49-F238E27FC236}">
                <a16:creationId xmlns:a16="http://schemas.microsoft.com/office/drawing/2014/main" id="{B0C2F926-577F-4959-B48A-7381BA1AE17F}"/>
              </a:ext>
            </a:extLst>
          </p:cNvPr>
          <p:cNvSpPr/>
          <p:nvPr/>
        </p:nvSpPr>
        <p:spPr>
          <a:xfrm>
            <a:off x="10655261"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41" name="Picture 48" descr="Ahmed Khaled Mostafa">
            <a:extLst>
              <a:ext uri="{FF2B5EF4-FFF2-40B4-BE49-F238E27FC236}">
                <a16:creationId xmlns:a16="http://schemas.microsoft.com/office/drawing/2014/main" id="{3430E4FC-F5AD-2A5C-3150-0CC3C7E421F3}"/>
              </a:ext>
            </a:extLst>
          </p:cNvPr>
          <p:cNvPicPr>
            <a:picLocks noChangeAspect="1" noChangeArrowheads="1"/>
          </p:cNvPicPr>
          <p:nvPr/>
        </p:nvPicPr>
        <p:blipFill>
          <a:blip r:embed="rId11">
            <a:grayscl/>
            <a:extLst>
              <a:ext uri="{28A0092B-C50C-407E-A947-70E740481C1C}">
                <a14:useLocalDpi xmlns:a14="http://schemas.microsoft.com/office/drawing/2010/main" val="0"/>
              </a:ext>
            </a:extLst>
          </a:blip>
          <a:srcRect/>
          <a:stretch>
            <a:fillRect/>
          </a:stretch>
        </p:blipFill>
        <p:spPr bwMode="auto">
          <a:xfrm>
            <a:off x="10699025" y="1955181"/>
            <a:ext cx="506772" cy="506772"/>
          </a:xfrm>
          <a:prstGeom prst="ellipse">
            <a:avLst/>
          </a:prstGeom>
          <a:noFill/>
          <a:ln w="38100">
            <a:noFill/>
          </a:ln>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457D8BE8-83B1-3BC2-A1AE-C7E8C1040C03}"/>
              </a:ext>
            </a:extLst>
          </p:cNvPr>
          <p:cNvSpPr txBox="1"/>
          <p:nvPr/>
        </p:nvSpPr>
        <p:spPr>
          <a:xfrm>
            <a:off x="10630441" y="3156691"/>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55" name="TextBox 54">
            <a:extLst>
              <a:ext uri="{FF2B5EF4-FFF2-40B4-BE49-F238E27FC236}">
                <a16:creationId xmlns:a16="http://schemas.microsoft.com/office/drawing/2014/main" id="{1B25B05B-9E00-8179-CA0B-F12C06074998}"/>
              </a:ext>
            </a:extLst>
          </p:cNvPr>
          <p:cNvSpPr txBox="1"/>
          <p:nvPr/>
        </p:nvSpPr>
        <p:spPr>
          <a:xfrm>
            <a:off x="10630441" y="35472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50" name="TextBox 149">
            <a:extLst>
              <a:ext uri="{FF2B5EF4-FFF2-40B4-BE49-F238E27FC236}">
                <a16:creationId xmlns:a16="http://schemas.microsoft.com/office/drawing/2014/main" id="{F67F0812-C314-4412-BBF7-AD0CBE14E5D1}"/>
              </a:ext>
            </a:extLst>
          </p:cNvPr>
          <p:cNvSpPr txBox="1"/>
          <p:nvPr/>
        </p:nvSpPr>
        <p:spPr>
          <a:xfrm>
            <a:off x="9056204"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+ 20 عامًا</a:t>
            </a:r>
          </a:p>
        </p:txBody>
      </p:sp>
      <p:sp>
        <p:nvSpPr>
          <p:cNvPr id="151" name="Text Placeholder 104">
            <a:extLst>
              <a:ext uri="{FF2B5EF4-FFF2-40B4-BE49-F238E27FC236}">
                <a16:creationId xmlns:a16="http://schemas.microsoft.com/office/drawing/2014/main" id="{99B409C3-2819-4E91-97E3-3186BD6561EA}"/>
              </a:ext>
            </a:extLst>
          </p:cNvPr>
          <p:cNvSpPr txBox="1">
            <a:spLocks/>
          </p:cNvSpPr>
          <p:nvPr/>
        </p:nvSpPr>
        <p:spPr>
          <a:xfrm>
            <a:off x="9058157"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100" dirty="0">
                <a:solidFill>
                  <a:schemeClr val="tx1"/>
                </a:solidFill>
                <a:cs typeface="Arial" charset="0"/>
              </a:rPr>
              <a:t>مارتين كلافر</a:t>
            </a:r>
            <a:r>
              <a:rPr lang="ar-SA" dirty="0">
                <a:cs typeface="Arial" charset="0"/>
              </a:rPr>
              <a:t> </a:t>
            </a:r>
            <a:br>
              <a:rPr lang="en-GB" sz="1100" dirty="0">
                <a:solidFill>
                  <a:schemeClr val="tx1"/>
                </a:solidFill>
              </a:rPr>
            </a:br>
            <a:endParaRPr lang="en-GB" sz="1100" dirty="0">
              <a:solidFill>
                <a:schemeClr val="tx1"/>
              </a:solidFill>
            </a:endParaRPr>
          </a:p>
        </p:txBody>
      </p:sp>
      <p:sp>
        <p:nvSpPr>
          <p:cNvPr id="152" name="Oval 45">
            <a:extLst>
              <a:ext uri="{FF2B5EF4-FFF2-40B4-BE49-F238E27FC236}">
                <a16:creationId xmlns:a16="http://schemas.microsoft.com/office/drawing/2014/main" id="{07C5ACB4-0C77-482A-947F-78C8AE768EC2}"/>
              </a:ext>
            </a:extLst>
          </p:cNvPr>
          <p:cNvSpPr/>
          <p:nvPr/>
        </p:nvSpPr>
        <p:spPr>
          <a:xfrm>
            <a:off x="9088677"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133" name="Picture 6" descr="Martine Klaver">
            <a:extLst>
              <a:ext uri="{FF2B5EF4-FFF2-40B4-BE49-F238E27FC236}">
                <a16:creationId xmlns:a16="http://schemas.microsoft.com/office/drawing/2014/main" id="{CC9619FE-C1F9-4189-ABBD-473EF52AC5B8}"/>
              </a:ext>
            </a:extLst>
          </p:cNvPr>
          <p:cNvPicPr>
            <a:picLocks noChangeArrowheads="1"/>
          </p:cNvPicPr>
          <p:nvPr/>
        </p:nvPicPr>
        <p:blipFill>
          <a:blip r:embed="rId12">
            <a:grayscl/>
            <a:extLst>
              <a:ext uri="{BEBA8EAE-BF5A-486C-A8C5-ECC9F3942E4B}">
                <a14:imgProps xmlns:a14="http://schemas.microsoft.com/office/drawing/2010/main">
                  <a14:imgLayer r:embed="rId1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9132441" y="1955181"/>
            <a:ext cx="526934" cy="506772"/>
          </a:xfrm>
          <a:prstGeom prst="ellipse">
            <a:avLst/>
          </a:prstGeom>
          <a:ln w="9525" cap="rnd">
            <a:solidFill>
              <a:schemeClr val="bg1"/>
            </a:solidFill>
          </a:ln>
          <a:effectLst/>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602C0C7D-5B81-F884-5F83-6C75A9B13045}"/>
              </a:ext>
            </a:extLst>
          </p:cNvPr>
          <p:cNvSpPr txBox="1"/>
          <p:nvPr/>
        </p:nvSpPr>
        <p:spPr>
          <a:xfrm>
            <a:off x="5877117"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+ 15 عامًا</a:t>
            </a:r>
          </a:p>
        </p:txBody>
      </p:sp>
      <p:sp>
        <p:nvSpPr>
          <p:cNvPr id="34" name="Text Placeholder 104">
            <a:extLst>
              <a:ext uri="{FF2B5EF4-FFF2-40B4-BE49-F238E27FC236}">
                <a16:creationId xmlns:a16="http://schemas.microsoft.com/office/drawing/2014/main" id="{A16464D5-CDC4-FC4B-8C9A-3242CB3E17D6}"/>
              </a:ext>
            </a:extLst>
          </p:cNvPr>
          <p:cNvSpPr txBox="1">
            <a:spLocks/>
          </p:cNvSpPr>
          <p:nvPr/>
        </p:nvSpPr>
        <p:spPr>
          <a:xfrm>
            <a:off x="5879070"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نيكولاس بوخليل</a:t>
            </a:r>
          </a:p>
        </p:txBody>
      </p:sp>
      <p:sp>
        <p:nvSpPr>
          <p:cNvPr id="36" name="Oval 45">
            <a:extLst>
              <a:ext uri="{FF2B5EF4-FFF2-40B4-BE49-F238E27FC236}">
                <a16:creationId xmlns:a16="http://schemas.microsoft.com/office/drawing/2014/main" id="{2055F155-CD24-52A9-84C7-AFE3E86B8E1F}"/>
              </a:ext>
            </a:extLst>
          </p:cNvPr>
          <p:cNvSpPr/>
          <p:nvPr/>
        </p:nvSpPr>
        <p:spPr>
          <a:xfrm>
            <a:off x="5909590"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sp>
        <p:nvSpPr>
          <p:cNvPr id="69" name="TextBox 68">
            <a:extLst>
              <a:ext uri="{FF2B5EF4-FFF2-40B4-BE49-F238E27FC236}">
                <a16:creationId xmlns:a16="http://schemas.microsoft.com/office/drawing/2014/main" id="{F4F65674-2B9C-4E69-8A33-4A5BDC81D8F4}"/>
              </a:ext>
            </a:extLst>
          </p:cNvPr>
          <p:cNvSpPr txBox="1"/>
          <p:nvPr/>
        </p:nvSpPr>
        <p:spPr>
          <a:xfrm>
            <a:off x="2434204" y="557335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95" name="TextBox 94">
            <a:extLst>
              <a:ext uri="{FF2B5EF4-FFF2-40B4-BE49-F238E27FC236}">
                <a16:creationId xmlns:a16="http://schemas.microsoft.com/office/drawing/2014/main" id="{236B0F01-7CA0-4A3A-A963-9E9AEECEAEEF}"/>
              </a:ext>
            </a:extLst>
          </p:cNvPr>
          <p:cNvSpPr txBox="1"/>
          <p:nvPr/>
        </p:nvSpPr>
        <p:spPr>
          <a:xfrm>
            <a:off x="5054621"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+ 15 عامًا</a:t>
            </a:r>
          </a:p>
        </p:txBody>
      </p:sp>
      <p:sp>
        <p:nvSpPr>
          <p:cNvPr id="96" name="Text Placeholder 104">
            <a:extLst>
              <a:ext uri="{FF2B5EF4-FFF2-40B4-BE49-F238E27FC236}">
                <a16:creationId xmlns:a16="http://schemas.microsoft.com/office/drawing/2014/main" id="{054B4410-DE7E-44DF-B0B2-A6C899E26325}"/>
              </a:ext>
            </a:extLst>
          </p:cNvPr>
          <p:cNvSpPr txBox="1">
            <a:spLocks/>
          </p:cNvSpPr>
          <p:nvPr/>
        </p:nvSpPr>
        <p:spPr>
          <a:xfrm>
            <a:off x="5056574"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شادي زين</a:t>
            </a:r>
            <a:r>
              <a:rPr lang="ar-SA" dirty="0">
                <a:cs typeface="Arial" charset="0"/>
              </a:rPr>
              <a:t> </a:t>
            </a:r>
            <a:br>
              <a:rPr lang="en-US" sz="1050" dirty="0">
                <a:solidFill>
                  <a:schemeClr val="tx1"/>
                </a:solidFill>
              </a:rPr>
            </a:br>
            <a:endParaRPr lang="en-US" sz="1050" dirty="0">
              <a:solidFill>
                <a:schemeClr val="tx1"/>
              </a:solidFill>
            </a:endParaRPr>
          </a:p>
        </p:txBody>
      </p:sp>
      <p:sp>
        <p:nvSpPr>
          <p:cNvPr id="97" name="Oval 45">
            <a:extLst>
              <a:ext uri="{FF2B5EF4-FFF2-40B4-BE49-F238E27FC236}">
                <a16:creationId xmlns:a16="http://schemas.microsoft.com/office/drawing/2014/main" id="{279E8B30-BECB-4BC7-999F-2C53C0C3A4A8}"/>
              </a:ext>
            </a:extLst>
          </p:cNvPr>
          <p:cNvSpPr/>
          <p:nvPr/>
        </p:nvSpPr>
        <p:spPr>
          <a:xfrm>
            <a:off x="5087094"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pic>
        <p:nvPicPr>
          <p:cNvPr id="15" name="Picture 2" descr="Nicolas Boukhalil">
            <a:extLst>
              <a:ext uri="{FF2B5EF4-FFF2-40B4-BE49-F238E27FC236}">
                <a16:creationId xmlns:a16="http://schemas.microsoft.com/office/drawing/2014/main" id="{27D16E9A-399D-C8CC-F1E7-8CDE4E90260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53354" y="1977740"/>
            <a:ext cx="506772" cy="506772"/>
          </a:xfrm>
          <a:prstGeom prst="rect">
            <a:avLst/>
          </a:prstGeom>
          <a:noFill/>
          <a:extLst>
            <a:ext uri="{909E8E84-426E-40DD-AFC4-6F175D3DCCD1}">
              <a14:hiddenFill xmlns:a14="http://schemas.microsoft.com/office/drawing/2010/main">
                <a:solidFill>
                  <a:srgbClr val="FFFFFF"/>
                </a:solidFill>
              </a14:hiddenFill>
            </a:ext>
          </a:extLst>
        </p:spPr>
      </p:pic>
      <p:grpSp>
        <p:nvGrpSpPr>
          <p:cNvPr id="79" name="Group 78">
            <a:extLst>
              <a:ext uri="{FF2B5EF4-FFF2-40B4-BE49-F238E27FC236}">
                <a16:creationId xmlns:a16="http://schemas.microsoft.com/office/drawing/2014/main" id="{567C042D-71FE-D066-270C-ABBC874593A3}"/>
              </a:ext>
            </a:extLst>
          </p:cNvPr>
          <p:cNvGrpSpPr/>
          <p:nvPr/>
        </p:nvGrpSpPr>
        <p:grpSpPr>
          <a:xfrm>
            <a:off x="5054618" y="4756891"/>
            <a:ext cx="726996" cy="1719643"/>
            <a:chOff x="3828606" y="4800433"/>
            <a:chExt cx="726996" cy="1719643"/>
          </a:xfrm>
        </p:grpSpPr>
        <p:sp>
          <p:nvSpPr>
            <p:cNvPr id="99" name="TextBox 98">
              <a:extLst>
                <a:ext uri="{FF2B5EF4-FFF2-40B4-BE49-F238E27FC236}">
                  <a16:creationId xmlns:a16="http://schemas.microsoft.com/office/drawing/2014/main" id="{D23D6012-3086-4281-8B32-ED4B419C5D3B}"/>
                </a:ext>
              </a:extLst>
            </p:cNvPr>
            <p:cNvSpPr txBox="1"/>
            <p:nvPr/>
          </p:nvSpPr>
          <p:spPr>
            <a:xfrm>
              <a:off x="3830562" y="599683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00" name="TextBox 99">
              <a:extLst>
                <a:ext uri="{FF2B5EF4-FFF2-40B4-BE49-F238E27FC236}">
                  <a16:creationId xmlns:a16="http://schemas.microsoft.com/office/drawing/2014/main" id="{FDB002AA-3A1E-4617-AE07-AAB1945F7E62}"/>
                </a:ext>
              </a:extLst>
            </p:cNvPr>
            <p:cNvSpPr txBox="1"/>
            <p:nvPr/>
          </p:nvSpPr>
          <p:spPr>
            <a:xfrm>
              <a:off x="3828606" y="4800433"/>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01" name="TextBox 100">
              <a:extLst>
                <a:ext uri="{FF2B5EF4-FFF2-40B4-BE49-F238E27FC236}">
                  <a16:creationId xmlns:a16="http://schemas.microsoft.com/office/drawing/2014/main" id="{552DC833-F4CE-4D07-9798-3DA68685D67A}"/>
                </a:ext>
              </a:extLst>
            </p:cNvPr>
            <p:cNvSpPr txBox="1"/>
            <p:nvPr/>
          </p:nvSpPr>
          <p:spPr>
            <a:xfrm>
              <a:off x="3830562" y="52156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0" name="TextBox 69">
              <a:extLst>
                <a:ext uri="{FF2B5EF4-FFF2-40B4-BE49-F238E27FC236}">
                  <a16:creationId xmlns:a16="http://schemas.microsoft.com/office/drawing/2014/main" id="{571598C2-8D83-FEFC-4877-C37220745025}"/>
                </a:ext>
              </a:extLst>
            </p:cNvPr>
            <p:cNvSpPr txBox="1"/>
            <p:nvPr/>
          </p:nvSpPr>
          <p:spPr>
            <a:xfrm>
              <a:off x="3830562" y="5616899"/>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sp>
        <p:nvSpPr>
          <p:cNvPr id="71" name="TextBox 70">
            <a:extLst>
              <a:ext uri="{FF2B5EF4-FFF2-40B4-BE49-F238E27FC236}">
                <a16:creationId xmlns:a16="http://schemas.microsoft.com/office/drawing/2014/main" id="{5FEE9BB3-8949-1D56-CD97-FD7D81601CEB}"/>
              </a:ext>
            </a:extLst>
          </p:cNvPr>
          <p:cNvSpPr txBox="1"/>
          <p:nvPr/>
        </p:nvSpPr>
        <p:spPr>
          <a:xfrm>
            <a:off x="3224913" y="557335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3" name="TextBox 72">
            <a:extLst>
              <a:ext uri="{FF2B5EF4-FFF2-40B4-BE49-F238E27FC236}">
                <a16:creationId xmlns:a16="http://schemas.microsoft.com/office/drawing/2014/main" id="{92058A36-5CFF-604F-F256-6FDB9B76AC90}"/>
              </a:ext>
            </a:extLst>
          </p:cNvPr>
          <p:cNvSpPr txBox="1"/>
          <p:nvPr/>
        </p:nvSpPr>
        <p:spPr>
          <a:xfrm>
            <a:off x="2432248" y="437698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4" name="TextBox 73">
            <a:extLst>
              <a:ext uri="{FF2B5EF4-FFF2-40B4-BE49-F238E27FC236}">
                <a16:creationId xmlns:a16="http://schemas.microsoft.com/office/drawing/2014/main" id="{5F43FDFB-294F-D270-F444-A5A7B6468E45}"/>
              </a:ext>
            </a:extLst>
          </p:cNvPr>
          <p:cNvSpPr txBox="1"/>
          <p:nvPr/>
        </p:nvSpPr>
        <p:spPr>
          <a:xfrm>
            <a:off x="3222957" y="437698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6" name="TextBox 75">
            <a:extLst>
              <a:ext uri="{FF2B5EF4-FFF2-40B4-BE49-F238E27FC236}">
                <a16:creationId xmlns:a16="http://schemas.microsoft.com/office/drawing/2014/main" id="{149C2497-F949-DE9B-4F27-0DAC08B1DA71}"/>
              </a:ext>
            </a:extLst>
          </p:cNvPr>
          <p:cNvSpPr txBox="1"/>
          <p:nvPr/>
        </p:nvSpPr>
        <p:spPr>
          <a:xfrm>
            <a:off x="2432248" y="3974332"/>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7" name="TextBox 76">
            <a:extLst>
              <a:ext uri="{FF2B5EF4-FFF2-40B4-BE49-F238E27FC236}">
                <a16:creationId xmlns:a16="http://schemas.microsoft.com/office/drawing/2014/main" id="{A1A0F4AC-6EF5-5458-A9BB-0EF66892261D}"/>
              </a:ext>
            </a:extLst>
          </p:cNvPr>
          <p:cNvSpPr txBox="1"/>
          <p:nvPr/>
        </p:nvSpPr>
        <p:spPr>
          <a:xfrm>
            <a:off x="3222957" y="3974332"/>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nvGrpSpPr>
          <p:cNvPr id="65" name="Group 64">
            <a:extLst>
              <a:ext uri="{FF2B5EF4-FFF2-40B4-BE49-F238E27FC236}">
                <a16:creationId xmlns:a16="http://schemas.microsoft.com/office/drawing/2014/main" id="{E4F59719-843F-FB80-54BE-ECF190D8D0E5}"/>
              </a:ext>
            </a:extLst>
          </p:cNvPr>
          <p:cNvGrpSpPr/>
          <p:nvPr/>
        </p:nvGrpSpPr>
        <p:grpSpPr>
          <a:xfrm>
            <a:off x="4013666" y="1916414"/>
            <a:ext cx="726996" cy="4560120"/>
            <a:chOff x="4627897" y="1916414"/>
            <a:chExt cx="726996" cy="4560120"/>
          </a:xfrm>
        </p:grpSpPr>
        <p:sp>
          <p:nvSpPr>
            <p:cNvPr id="5" name="TextBox 4">
              <a:extLst>
                <a:ext uri="{FF2B5EF4-FFF2-40B4-BE49-F238E27FC236}">
                  <a16:creationId xmlns:a16="http://schemas.microsoft.com/office/drawing/2014/main" id="{BD246078-3A76-889B-C9D1-2FC3E7C7EF68}"/>
                </a:ext>
              </a:extLst>
            </p:cNvPr>
            <p:cNvSpPr txBox="1"/>
            <p:nvPr/>
          </p:nvSpPr>
          <p:spPr>
            <a:xfrm>
              <a:off x="4627900" y="2928687"/>
              <a:ext cx="725040" cy="294640"/>
            </a:xfrm>
            <a:prstGeom prst="rect">
              <a:avLst/>
            </a:prstGeom>
            <a:noFill/>
            <a:ln>
              <a:noFill/>
            </a:ln>
          </p:spPr>
          <p:txBody>
            <a:bodyPr vert="horz" wrap="square" lIns="0" tIns="0" rIns="0" bIns="0" rtlCol="0" anchor="ctr" anchorCtr="0">
              <a:noAutofit/>
            </a:bodyPr>
            <a:lstStyle/>
            <a:p>
              <a:pPr algn="ctr" rtl="1"/>
              <a:r>
                <a:rPr lang="ar-SA" sz="1000" dirty="0">
                  <a:cs typeface="Arial" pitchFamily="34" charset="0"/>
                </a:rPr>
                <a:t>+ 7 سنوات</a:t>
              </a:r>
            </a:p>
          </p:txBody>
        </p:sp>
        <p:sp>
          <p:nvSpPr>
            <p:cNvPr id="23" name="Text Placeholder 104">
              <a:extLst>
                <a:ext uri="{FF2B5EF4-FFF2-40B4-BE49-F238E27FC236}">
                  <a16:creationId xmlns:a16="http://schemas.microsoft.com/office/drawing/2014/main" id="{EB53A069-3E04-0C23-B4F4-F232C2F866D8}"/>
                </a:ext>
              </a:extLst>
            </p:cNvPr>
            <p:cNvSpPr txBox="1">
              <a:spLocks/>
            </p:cNvSpPr>
            <p:nvPr/>
          </p:nvSpPr>
          <p:spPr>
            <a:xfrm>
              <a:off x="4629853" y="2285303"/>
              <a:ext cx="725040" cy="4145107"/>
            </a:xfrm>
            <a:prstGeom prst="rect">
              <a:avLst/>
            </a:prstGeom>
            <a:ln w="19050" cap="rnd">
              <a:solidFill>
                <a:schemeClr val="tx1"/>
              </a:solidFill>
              <a:prstDash val="sysDot"/>
            </a:ln>
          </p:spPr>
          <p:txBody>
            <a:bodyPr lIns="0" tIns="274320" rIns="0" bIns="91440" numCol="1" anchor="t" anchorCtr="0">
              <a:noAutofit/>
            </a:bodyPr>
            <a:lstStyle>
              <a:lvl1pPr marL="0" indent="0" algn="ctr" defTabSz="914400" rtl="0" eaLnBrk="1" latinLnBrk="0" hangingPunct="1">
                <a:lnSpc>
                  <a:spcPct val="100000"/>
                </a:lnSpc>
                <a:spcBef>
                  <a:spcPts val="0"/>
                </a:spcBef>
                <a:spcAft>
                  <a:spcPts val="0"/>
                </a:spcAft>
                <a:buFont typeface="Arial" panose="020B0604020202020204" pitchFamily="34" charset="0"/>
                <a:buNone/>
                <a:defRPr sz="1400" b="1" kern="1200">
                  <a:solidFill>
                    <a:schemeClr val="tx2"/>
                  </a:solidFill>
                  <a:latin typeface="+mn-lt"/>
                  <a:ea typeface="+mn-ea"/>
                  <a:cs typeface="+mn-cs"/>
                </a:defRPr>
              </a:lvl1pPr>
              <a:lvl2pPr marL="182880" indent="0" algn="ctr" defTabSz="914400" rtl="0" eaLnBrk="1" latinLnBrk="0" hangingPunct="1">
                <a:lnSpc>
                  <a:spcPct val="100000"/>
                </a:lnSpc>
                <a:spcBef>
                  <a:spcPts val="0"/>
                </a:spcBef>
                <a:spcAft>
                  <a:spcPts val="0"/>
                </a:spcAft>
                <a:buFont typeface="Arial" panose="020B0604020202020204" pitchFamily="34" charset="0"/>
                <a:buNone/>
                <a:defRPr sz="1000" b="0" kern="1200">
                  <a:solidFill>
                    <a:schemeClr val="tx1"/>
                  </a:solidFill>
                  <a:latin typeface="+mn-lt"/>
                  <a:ea typeface="+mn-ea"/>
                  <a:cs typeface="+mn-cs"/>
                </a:defRPr>
              </a:lvl2pPr>
              <a:lvl3pPr marL="5486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3pPr>
              <a:lvl4pPr marL="7315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4pPr>
              <a:lvl5pPr marL="91440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bg1"/>
                  </a:solidFill>
                  <a:latin typeface="+mn-lt"/>
                  <a:ea typeface="+mn-ea"/>
                  <a:cs typeface="+mn-cs"/>
                </a:defRPr>
              </a:lvl5pPr>
              <a:lvl6pPr marL="109728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6pPr>
              <a:lvl7pPr marL="128016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7pPr>
              <a:lvl8pPr marL="146304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8pPr>
              <a:lvl9pPr marL="1645920" indent="-182880" algn="l" defTabSz="914400" rtl="0" eaLnBrk="1" latinLnBrk="0" hangingPunct="1">
                <a:lnSpc>
                  <a:spcPct val="10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9pPr>
            </a:lstStyle>
            <a:p>
              <a:pPr lvl="0" algn="r" rtl="1">
                <a:spcAft>
                  <a:spcPts val="600"/>
                </a:spcAft>
                <a:defRPr/>
              </a:pPr>
              <a:r>
                <a:rPr lang="ar-SA" sz="1050" dirty="0">
                  <a:solidFill>
                    <a:schemeClr val="tx1"/>
                  </a:solidFill>
                  <a:cs typeface="Arial" charset="0"/>
                </a:rPr>
                <a:t>أنس أبو حويلي</a:t>
              </a:r>
            </a:p>
          </p:txBody>
        </p:sp>
        <p:sp>
          <p:nvSpPr>
            <p:cNvPr id="28" name="Oval 45">
              <a:extLst>
                <a:ext uri="{FF2B5EF4-FFF2-40B4-BE49-F238E27FC236}">
                  <a16:creationId xmlns:a16="http://schemas.microsoft.com/office/drawing/2014/main" id="{9D912B98-C280-5A0F-B7F5-013C53E3D8FE}"/>
                </a:ext>
              </a:extLst>
            </p:cNvPr>
            <p:cNvSpPr/>
            <p:nvPr/>
          </p:nvSpPr>
          <p:spPr>
            <a:xfrm>
              <a:off x="4660373" y="1916414"/>
              <a:ext cx="302008" cy="326843"/>
            </a:xfrm>
            <a:custGeom>
              <a:avLst/>
              <a:gdLst>
                <a:gd name="connsiteX0" fmla="*/ 0 w 766432"/>
                <a:gd name="connsiteY0" fmla="*/ 383215 h 766430"/>
                <a:gd name="connsiteX1" fmla="*/ 383216 w 766432"/>
                <a:gd name="connsiteY1" fmla="*/ 0 h 766430"/>
                <a:gd name="connsiteX2" fmla="*/ 766432 w 766432"/>
                <a:gd name="connsiteY2" fmla="*/ 383215 h 766430"/>
                <a:gd name="connsiteX3" fmla="*/ 383216 w 766432"/>
                <a:gd name="connsiteY3" fmla="*/ 766430 h 766430"/>
                <a:gd name="connsiteX4" fmla="*/ 0 w 766432"/>
                <a:gd name="connsiteY4" fmla="*/ 383215 h 766430"/>
                <a:gd name="connsiteX0" fmla="*/ 383216 w 766432"/>
                <a:gd name="connsiteY0" fmla="*/ 766430 h 857870"/>
                <a:gd name="connsiteX1" fmla="*/ 0 w 766432"/>
                <a:gd name="connsiteY1" fmla="*/ 383215 h 857870"/>
                <a:gd name="connsiteX2" fmla="*/ 383216 w 766432"/>
                <a:gd name="connsiteY2" fmla="*/ 0 h 857870"/>
                <a:gd name="connsiteX3" fmla="*/ 766432 w 766432"/>
                <a:gd name="connsiteY3" fmla="*/ 383215 h 857870"/>
                <a:gd name="connsiteX4" fmla="*/ 474656 w 766432"/>
                <a:gd name="connsiteY4" fmla="*/ 857870 h 857870"/>
                <a:gd name="connsiteX0" fmla="*/ 383216 w 766432"/>
                <a:gd name="connsiteY0" fmla="*/ 766430 h 766430"/>
                <a:gd name="connsiteX1" fmla="*/ 0 w 766432"/>
                <a:gd name="connsiteY1" fmla="*/ 383215 h 766430"/>
                <a:gd name="connsiteX2" fmla="*/ 383216 w 766432"/>
                <a:gd name="connsiteY2" fmla="*/ 0 h 766430"/>
                <a:gd name="connsiteX3" fmla="*/ 766432 w 766432"/>
                <a:gd name="connsiteY3" fmla="*/ 383215 h 766430"/>
                <a:gd name="connsiteX0" fmla="*/ 0 w 766432"/>
                <a:gd name="connsiteY0" fmla="*/ 383215 h 383215"/>
                <a:gd name="connsiteX1" fmla="*/ 383216 w 766432"/>
                <a:gd name="connsiteY1" fmla="*/ 0 h 383215"/>
                <a:gd name="connsiteX2" fmla="*/ 766432 w 766432"/>
                <a:gd name="connsiteY2" fmla="*/ 383215 h 383215"/>
                <a:gd name="connsiteX0" fmla="*/ 0 w 383216"/>
                <a:gd name="connsiteY0" fmla="*/ 383215 h 383215"/>
                <a:gd name="connsiteX1" fmla="*/ 383216 w 383216"/>
                <a:gd name="connsiteY1" fmla="*/ 0 h 383215"/>
              </a:gdLst>
              <a:ahLst/>
              <a:cxnLst>
                <a:cxn ang="0">
                  <a:pos x="connsiteX0" y="connsiteY0"/>
                </a:cxn>
                <a:cxn ang="0">
                  <a:pos x="connsiteX1" y="connsiteY1"/>
                </a:cxn>
              </a:cxnLst>
              <a:rect l="l" t="t" r="r" b="b"/>
              <a:pathLst>
                <a:path w="383216" h="383215">
                  <a:moveTo>
                    <a:pt x="0" y="383215"/>
                  </a:moveTo>
                  <a:cubicBezTo>
                    <a:pt x="0" y="171571"/>
                    <a:pt x="171572" y="0"/>
                    <a:pt x="383216" y="0"/>
                  </a:cubicBezTo>
                </a:path>
              </a:pathLst>
            </a:custGeom>
            <a:ln w="19050" cap="rnd">
              <a:solidFill>
                <a:schemeClr val="accent5"/>
              </a:solidFill>
              <a:prstDash val="sysDot"/>
            </a:ln>
          </p:spPr>
          <p:txBody>
            <a:bodyPr lIns="72000" tIns="360000" rIns="0" bIns="0" numCol="1" anchor="t" anchorCtr="0">
              <a:noAutofit/>
            </a:bodyPr>
            <a:lstStyle/>
            <a:p>
              <a:pPr defTabSz="914400">
                <a:spcAft>
                  <a:spcPts val="600"/>
                </a:spcAft>
              </a:pPr>
              <a:endParaRPr lang="en-GB" sz="1100" dirty="0">
                <a:solidFill>
                  <a:schemeClr val="accent5"/>
                </a:solidFill>
              </a:endParaRPr>
            </a:p>
          </p:txBody>
        </p:sp>
        <p:sp>
          <p:nvSpPr>
            <p:cNvPr id="29" name="TextBox 28">
              <a:extLst>
                <a:ext uri="{FF2B5EF4-FFF2-40B4-BE49-F238E27FC236}">
                  <a16:creationId xmlns:a16="http://schemas.microsoft.com/office/drawing/2014/main" id="{BDD0577B-3947-0DF2-F42B-3B946118BBB3}"/>
                </a:ext>
              </a:extLst>
            </p:cNvPr>
            <p:cNvSpPr txBox="1"/>
            <p:nvPr/>
          </p:nvSpPr>
          <p:spPr>
            <a:xfrm>
              <a:off x="4629853" y="595329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30" name="TextBox 29">
              <a:extLst>
                <a:ext uri="{FF2B5EF4-FFF2-40B4-BE49-F238E27FC236}">
                  <a16:creationId xmlns:a16="http://schemas.microsoft.com/office/drawing/2014/main" id="{61A4BE4A-2074-3FB3-6EE0-85763472B818}"/>
                </a:ext>
              </a:extLst>
            </p:cNvPr>
            <p:cNvSpPr txBox="1"/>
            <p:nvPr/>
          </p:nvSpPr>
          <p:spPr>
            <a:xfrm>
              <a:off x="4627897" y="3156691"/>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pic>
          <p:nvPicPr>
            <p:cNvPr id="35" name="Picture Placeholder 7" descr="A person in a suit and tie&#10;&#10;Description automatically generated with medium confidence">
              <a:extLst>
                <a:ext uri="{FF2B5EF4-FFF2-40B4-BE49-F238E27FC236}">
                  <a16:creationId xmlns:a16="http://schemas.microsoft.com/office/drawing/2014/main" id="{E03D2F11-F4E7-CE7C-107F-DFB6CB5DE897}"/>
                </a:ext>
              </a:extLst>
            </p:cNvPr>
            <p:cNvPicPr>
              <a:picLocks noChangeAspect="1"/>
            </p:cNvPicPr>
            <p:nvPr/>
          </p:nvPicPr>
          <p:blipFill rotWithShape="1">
            <a:blip r:embed="rId15">
              <a:alphaModFix/>
            </a:blip>
            <a:srcRect l="11335" r="915" b="19351"/>
            <a:stretch/>
          </p:blipFill>
          <p:spPr>
            <a:xfrm>
              <a:off x="4704137" y="1955181"/>
              <a:ext cx="474220" cy="506772"/>
            </a:xfrm>
            <a:prstGeom prst="ellipse">
              <a:avLst/>
            </a:prstGeom>
            <a:noFill/>
            <a:ln>
              <a:noFill/>
            </a:ln>
          </p:spPr>
        </p:pic>
        <p:sp>
          <p:nvSpPr>
            <p:cNvPr id="50" name="TextBox 49">
              <a:extLst>
                <a:ext uri="{FF2B5EF4-FFF2-40B4-BE49-F238E27FC236}">
                  <a16:creationId xmlns:a16="http://schemas.microsoft.com/office/drawing/2014/main" id="{9A86549D-843B-6B2C-16A4-49F192CE16D2}"/>
                </a:ext>
              </a:extLst>
            </p:cNvPr>
            <p:cNvSpPr txBox="1"/>
            <p:nvPr/>
          </p:nvSpPr>
          <p:spPr>
            <a:xfrm>
              <a:off x="4627897" y="35472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2" name="TextBox 71">
              <a:extLst>
                <a:ext uri="{FF2B5EF4-FFF2-40B4-BE49-F238E27FC236}">
                  <a16:creationId xmlns:a16="http://schemas.microsoft.com/office/drawing/2014/main" id="{E1D74C58-70E6-19F1-D332-3682593D19E1}"/>
                </a:ext>
              </a:extLst>
            </p:cNvPr>
            <p:cNvSpPr txBox="1"/>
            <p:nvPr/>
          </p:nvSpPr>
          <p:spPr>
            <a:xfrm>
              <a:off x="4629853" y="557335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5" name="TextBox 74">
              <a:extLst>
                <a:ext uri="{FF2B5EF4-FFF2-40B4-BE49-F238E27FC236}">
                  <a16:creationId xmlns:a16="http://schemas.microsoft.com/office/drawing/2014/main" id="{2195BE04-A33B-630A-CA31-B0033E31D816}"/>
                </a:ext>
              </a:extLst>
            </p:cNvPr>
            <p:cNvSpPr txBox="1"/>
            <p:nvPr/>
          </p:nvSpPr>
          <p:spPr>
            <a:xfrm>
              <a:off x="4627897" y="437698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78" name="TextBox 77">
              <a:extLst>
                <a:ext uri="{FF2B5EF4-FFF2-40B4-BE49-F238E27FC236}">
                  <a16:creationId xmlns:a16="http://schemas.microsoft.com/office/drawing/2014/main" id="{BBC86695-5B4F-54DA-41C1-BCDECAB05AE4}"/>
                </a:ext>
              </a:extLst>
            </p:cNvPr>
            <p:cNvSpPr txBox="1"/>
            <p:nvPr/>
          </p:nvSpPr>
          <p:spPr>
            <a:xfrm>
              <a:off x="4627897" y="3974332"/>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grpSp>
        <p:nvGrpSpPr>
          <p:cNvPr id="80" name="Group 79">
            <a:extLst>
              <a:ext uri="{FF2B5EF4-FFF2-40B4-BE49-F238E27FC236}">
                <a16:creationId xmlns:a16="http://schemas.microsoft.com/office/drawing/2014/main" id="{71C6D844-B01F-0E34-FB62-5DA8DE555331}"/>
              </a:ext>
            </a:extLst>
          </p:cNvPr>
          <p:cNvGrpSpPr/>
          <p:nvPr/>
        </p:nvGrpSpPr>
        <p:grpSpPr>
          <a:xfrm>
            <a:off x="5886012" y="4756891"/>
            <a:ext cx="726996" cy="1719643"/>
            <a:chOff x="3828606" y="4800433"/>
            <a:chExt cx="726996" cy="1719643"/>
          </a:xfrm>
        </p:grpSpPr>
        <p:sp>
          <p:nvSpPr>
            <p:cNvPr id="81" name="TextBox 80">
              <a:extLst>
                <a:ext uri="{FF2B5EF4-FFF2-40B4-BE49-F238E27FC236}">
                  <a16:creationId xmlns:a16="http://schemas.microsoft.com/office/drawing/2014/main" id="{0FB6E19B-3891-BC8E-7B42-4D2624327552}"/>
                </a:ext>
              </a:extLst>
            </p:cNvPr>
            <p:cNvSpPr txBox="1"/>
            <p:nvPr/>
          </p:nvSpPr>
          <p:spPr>
            <a:xfrm>
              <a:off x="3830562" y="599683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2" name="TextBox 81">
              <a:extLst>
                <a:ext uri="{FF2B5EF4-FFF2-40B4-BE49-F238E27FC236}">
                  <a16:creationId xmlns:a16="http://schemas.microsoft.com/office/drawing/2014/main" id="{1AFD420B-AE64-D4BC-2F26-A9727A30F9B2}"/>
                </a:ext>
              </a:extLst>
            </p:cNvPr>
            <p:cNvSpPr txBox="1"/>
            <p:nvPr/>
          </p:nvSpPr>
          <p:spPr>
            <a:xfrm>
              <a:off x="3828606" y="4800433"/>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3" name="TextBox 82">
              <a:extLst>
                <a:ext uri="{FF2B5EF4-FFF2-40B4-BE49-F238E27FC236}">
                  <a16:creationId xmlns:a16="http://schemas.microsoft.com/office/drawing/2014/main" id="{577DFCBF-5E2E-1252-26D4-1A54219BE3D0}"/>
                </a:ext>
              </a:extLst>
            </p:cNvPr>
            <p:cNvSpPr txBox="1"/>
            <p:nvPr/>
          </p:nvSpPr>
          <p:spPr>
            <a:xfrm>
              <a:off x="3830562" y="5215654"/>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4" name="TextBox 83">
              <a:extLst>
                <a:ext uri="{FF2B5EF4-FFF2-40B4-BE49-F238E27FC236}">
                  <a16:creationId xmlns:a16="http://schemas.microsoft.com/office/drawing/2014/main" id="{7F5E8870-91B1-A85D-FD1B-D5AC453C587E}"/>
                </a:ext>
              </a:extLst>
            </p:cNvPr>
            <p:cNvSpPr txBox="1"/>
            <p:nvPr/>
          </p:nvSpPr>
          <p:spPr>
            <a:xfrm>
              <a:off x="3830562" y="5616899"/>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grpSp>
      <p:sp>
        <p:nvSpPr>
          <p:cNvPr id="86" name="TextBox 85">
            <a:extLst>
              <a:ext uri="{FF2B5EF4-FFF2-40B4-BE49-F238E27FC236}">
                <a16:creationId xmlns:a16="http://schemas.microsoft.com/office/drawing/2014/main" id="{61A91BA9-B195-A12E-2920-DC15CE953681}"/>
              </a:ext>
            </a:extLst>
          </p:cNvPr>
          <p:cNvSpPr txBox="1"/>
          <p:nvPr/>
        </p:nvSpPr>
        <p:spPr>
          <a:xfrm>
            <a:off x="8267445" y="596433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87" name="TextBox 86">
            <a:extLst>
              <a:ext uri="{FF2B5EF4-FFF2-40B4-BE49-F238E27FC236}">
                <a16:creationId xmlns:a16="http://schemas.microsoft.com/office/drawing/2014/main" id="{DDC1F6CD-11E8-6812-FEDD-0129D56D5D23}"/>
              </a:ext>
            </a:extLst>
          </p:cNvPr>
          <p:cNvSpPr txBox="1"/>
          <p:nvPr/>
        </p:nvSpPr>
        <p:spPr>
          <a:xfrm>
            <a:off x="8267445" y="4357465"/>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91" name="TextBox 90">
            <a:extLst>
              <a:ext uri="{FF2B5EF4-FFF2-40B4-BE49-F238E27FC236}">
                <a16:creationId xmlns:a16="http://schemas.microsoft.com/office/drawing/2014/main" id="{84F8BCED-F1D9-5007-8DA5-C4AADD570736}"/>
              </a:ext>
            </a:extLst>
          </p:cNvPr>
          <p:cNvSpPr txBox="1"/>
          <p:nvPr/>
        </p:nvSpPr>
        <p:spPr>
          <a:xfrm>
            <a:off x="8267445" y="3946235"/>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98" name="TextBox 97">
            <a:extLst>
              <a:ext uri="{FF2B5EF4-FFF2-40B4-BE49-F238E27FC236}">
                <a16:creationId xmlns:a16="http://schemas.microsoft.com/office/drawing/2014/main" id="{12CFC4BE-D004-6382-FAB0-CEEDA02E512A}"/>
              </a:ext>
            </a:extLst>
          </p:cNvPr>
          <p:cNvSpPr txBox="1"/>
          <p:nvPr/>
        </p:nvSpPr>
        <p:spPr>
          <a:xfrm>
            <a:off x="9061826" y="436828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05" name="TextBox 104">
            <a:extLst>
              <a:ext uri="{FF2B5EF4-FFF2-40B4-BE49-F238E27FC236}">
                <a16:creationId xmlns:a16="http://schemas.microsoft.com/office/drawing/2014/main" id="{5F15EDB1-B374-8CC1-0904-5C6ED64E1145}"/>
              </a:ext>
            </a:extLst>
          </p:cNvPr>
          <p:cNvSpPr txBox="1"/>
          <p:nvPr/>
        </p:nvSpPr>
        <p:spPr>
          <a:xfrm>
            <a:off x="9061826" y="397832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10" name="TextBox 109">
            <a:extLst>
              <a:ext uri="{FF2B5EF4-FFF2-40B4-BE49-F238E27FC236}">
                <a16:creationId xmlns:a16="http://schemas.microsoft.com/office/drawing/2014/main" id="{D36A437E-0EB9-C1DB-F54A-BFC854EE6B67}"/>
              </a:ext>
            </a:extLst>
          </p:cNvPr>
          <p:cNvSpPr txBox="1"/>
          <p:nvPr/>
        </p:nvSpPr>
        <p:spPr>
          <a:xfrm>
            <a:off x="9039051" y="596433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pic>
        <p:nvPicPr>
          <p:cNvPr id="111" name="Picture 55">
            <a:extLst>
              <a:ext uri="{FF2B5EF4-FFF2-40B4-BE49-F238E27FC236}">
                <a16:creationId xmlns:a16="http://schemas.microsoft.com/office/drawing/2014/main" id="{C992BB63-35C4-A603-C470-7AA4310BD85B}"/>
              </a:ext>
            </a:extLst>
          </p:cNvPr>
          <p:cNvPicPr>
            <a:picLocks noChangeAspect="1" noChangeArrowheads="1"/>
          </p:cNvPicPr>
          <p:nvPr/>
        </p:nvPicPr>
        <p:blipFill>
          <a:blip r:embed="rId16">
            <a:grayscl/>
          </a:blip>
          <a:srcRect t="5422" b="5422"/>
          <a:stretch/>
        </p:blipFill>
        <p:spPr bwMode="auto">
          <a:xfrm>
            <a:off x="9920609" y="1955181"/>
            <a:ext cx="506772" cy="506772"/>
          </a:xfrm>
          <a:prstGeom prst="ellipse">
            <a:avLst/>
          </a:prstGeom>
          <a:noFill/>
          <a:ln w="38100">
            <a:noFill/>
          </a:ln>
          <a:extLst>
            <a:ext uri="{909E8E84-426E-40DD-AFC4-6F175D3DCCD1}">
              <a14:hiddenFill xmlns:a14="http://schemas.microsoft.com/office/drawing/2010/main">
                <a:solidFill>
                  <a:srgbClr val="FFFFFF"/>
                </a:solidFill>
              </a14:hiddenFill>
            </a:ext>
          </a:extLst>
        </p:spPr>
      </p:pic>
      <p:sp>
        <p:nvSpPr>
          <p:cNvPr id="112" name="TextBox 111">
            <a:extLst>
              <a:ext uri="{FF2B5EF4-FFF2-40B4-BE49-F238E27FC236}">
                <a16:creationId xmlns:a16="http://schemas.microsoft.com/office/drawing/2014/main" id="{63F04FC8-C01F-B15C-3211-FE4432AB3488}"/>
              </a:ext>
            </a:extLst>
          </p:cNvPr>
          <p:cNvSpPr txBox="1"/>
          <p:nvPr/>
        </p:nvSpPr>
        <p:spPr>
          <a:xfrm>
            <a:off x="9848798" y="4368287"/>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13" name="TextBox 112">
            <a:extLst>
              <a:ext uri="{FF2B5EF4-FFF2-40B4-BE49-F238E27FC236}">
                <a16:creationId xmlns:a16="http://schemas.microsoft.com/office/drawing/2014/main" id="{C1FBDDDD-0326-332E-9291-0596BA475835}"/>
              </a:ext>
            </a:extLst>
          </p:cNvPr>
          <p:cNvSpPr txBox="1"/>
          <p:nvPr/>
        </p:nvSpPr>
        <p:spPr>
          <a:xfrm>
            <a:off x="9848798" y="397832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sp>
        <p:nvSpPr>
          <p:cNvPr id="114" name="TextBox 113">
            <a:extLst>
              <a:ext uri="{FF2B5EF4-FFF2-40B4-BE49-F238E27FC236}">
                <a16:creationId xmlns:a16="http://schemas.microsoft.com/office/drawing/2014/main" id="{3C7BCB5A-E06A-6DF5-1D2B-E4BB6C1F94C3}"/>
              </a:ext>
            </a:extLst>
          </p:cNvPr>
          <p:cNvSpPr txBox="1"/>
          <p:nvPr/>
        </p:nvSpPr>
        <p:spPr>
          <a:xfrm>
            <a:off x="9833617" y="5964336"/>
            <a:ext cx="725040" cy="523240"/>
          </a:xfrm>
          <a:prstGeom prst="rect">
            <a:avLst/>
          </a:prstGeom>
          <a:noFill/>
          <a:ln>
            <a:noFill/>
          </a:ln>
        </p:spPr>
        <p:txBody>
          <a:bodyPr vert="horz" wrap="square" lIns="0" tIns="0" rIns="0" bIns="0" rtlCol="0" anchor="ctr" anchorCtr="0">
            <a:noAutofit/>
          </a:bodyPr>
          <a:lstStyle/>
          <a:p>
            <a:pPr algn="ctr" rtl="1"/>
            <a:r>
              <a:rPr lang="ar-SA" sz="1400" dirty="0">
                <a:solidFill>
                  <a:srgbClr val="000000"/>
                </a:solidFill>
                <a:cs typeface="Arial" pitchFamily="34" charset="0"/>
              </a:rPr>
              <a:t>✔</a:t>
            </a:r>
          </a:p>
        </p:txBody>
      </p:sp>
      <p:pic>
        <p:nvPicPr>
          <p:cNvPr id="6" name="Picture 6" descr="Chady Zein">
            <a:extLst>
              <a:ext uri="{FF2B5EF4-FFF2-40B4-BE49-F238E27FC236}">
                <a16:creationId xmlns:a16="http://schemas.microsoft.com/office/drawing/2014/main" id="{FEEF9116-FF79-70B3-B566-11F0AF4D53D5}"/>
              </a:ext>
            </a:extLst>
          </p:cNvPr>
          <p:cNvPicPr>
            <a:picLocks noChangeAspect="1" noChangeArrowheads="1"/>
          </p:cNvPicPr>
          <p:nvPr/>
        </p:nvPicPr>
        <p:blipFill>
          <a:blip r:embed="rId17">
            <a:extLst>
              <a:ext uri="{BEBA8EAE-BF5A-486C-A8C5-ECC9F3942E4B}">
                <a14:imgProps xmlns:a14="http://schemas.microsoft.com/office/drawing/2010/main">
                  <a14:imgLayer r:embed="rId18">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5143581" y="1980512"/>
            <a:ext cx="504000" cy="504000"/>
          </a:xfrm>
          <a:prstGeom prst="ellipse">
            <a:avLst/>
          </a:prstGeom>
          <a:ln w="38100">
            <a:noFill/>
          </a:ln>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75F943FD-211F-E1C3-E12E-D9E43A51997F}"/>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3020711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2" name="Object 151" hidden="1">
            <a:extLst>
              <a:ext uri="{FF2B5EF4-FFF2-40B4-BE49-F238E27FC236}">
                <a16:creationId xmlns:a16="http://schemas.microsoft.com/office/drawing/2014/main" id="{9043E4BA-2B02-4C06-A0B7-01EF746F218A}"/>
              </a:ext>
            </a:extLst>
          </p:cNvPr>
          <p:cNvGraphicFramePr>
            <a:graphicFrameLocks noChangeAspect="1"/>
          </p:cNvGraphicFramePr>
          <p:nvPr>
            <p:custDataLst>
              <p:tags r:id="rId1"/>
            </p:custDataLst>
            <p:extLst>
              <p:ext uri="{D42A27DB-BD31-4B8C-83A1-F6EECF244321}">
                <p14:modId xmlns:p14="http://schemas.microsoft.com/office/powerpoint/2010/main" val="3030354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152" name="Object 151" hidden="1">
                        <a:extLst>
                          <a:ext uri="{FF2B5EF4-FFF2-40B4-BE49-F238E27FC236}">
                            <a16:creationId xmlns:a16="http://schemas.microsoft.com/office/drawing/2014/main" id="{9043E4BA-2B02-4C06-A0B7-01EF746F218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1F78442-F16E-49B1-B3FC-AD78A6A8DB98}"/>
              </a:ext>
            </a:extLst>
          </p:cNvPr>
          <p:cNvSpPr>
            <a:spLocks noGrp="1"/>
          </p:cNvSpPr>
          <p:nvPr>
            <p:ph type="title"/>
          </p:nvPr>
        </p:nvSpPr>
        <p:spPr/>
        <p:txBody>
          <a:bodyPr vert="horz"/>
          <a:lstStyle/>
          <a:p>
            <a:pPr algn="r" rtl="1"/>
            <a:r>
              <a:rPr lang="ar-SA" dirty="0">
                <a:cs typeface="Arial" charset="0"/>
              </a:rPr>
              <a:t>لمحة عامة عن خطة تشكيل الفريق ونشره </a:t>
            </a:r>
            <a:br>
              <a:rPr lang="en-GB" dirty="0"/>
            </a:br>
            <a:endParaRPr lang="en-GB" dirty="0"/>
          </a:p>
        </p:txBody>
      </p:sp>
      <p:sp>
        <p:nvSpPr>
          <p:cNvPr id="4" name="Text Placeholder 3">
            <a:extLst>
              <a:ext uri="{FF2B5EF4-FFF2-40B4-BE49-F238E27FC236}">
                <a16:creationId xmlns:a16="http://schemas.microsoft.com/office/drawing/2014/main" id="{5FA435D8-A2DB-473E-BBD7-73D2E746193F}"/>
              </a:ext>
            </a:extLst>
          </p:cNvPr>
          <p:cNvSpPr>
            <a:spLocks noGrp="1"/>
          </p:cNvSpPr>
          <p:nvPr>
            <p:ph type="body" idx="2"/>
          </p:nvPr>
        </p:nvSpPr>
        <p:spPr/>
        <p:txBody>
          <a:bodyPr/>
          <a:lstStyle/>
          <a:p>
            <a:pPr algn="r" rtl="1"/>
            <a:r>
              <a:rPr lang="ar-SA" dirty="0">
                <a:cs typeface="Arial" charset="0"/>
              </a:rPr>
              <a:t>المصدر: تحليلات فريق عمل إستراتيجي أند</a:t>
            </a:r>
          </a:p>
        </p:txBody>
      </p:sp>
      <p:sp>
        <p:nvSpPr>
          <p:cNvPr id="5" name="Slide Number Placeholder 4">
            <a:extLst>
              <a:ext uri="{FF2B5EF4-FFF2-40B4-BE49-F238E27FC236}">
                <a16:creationId xmlns:a16="http://schemas.microsoft.com/office/drawing/2014/main" id="{DD316DC1-96AF-46F4-AE23-9E8C5AD9E02B}"/>
              </a:ext>
            </a:extLst>
          </p:cNvPr>
          <p:cNvSpPr>
            <a:spLocks noGrp="1"/>
          </p:cNvSpPr>
          <p:nvPr>
            <p:ph type="sldNum"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750" strike="noStrike" kern="1200" cap="none" spc="0" normalizeH="0" noProof="0" dirty="0">
                <a:ln>
                  <a:noFill/>
                </a:ln>
                <a:solidFill>
                  <a:srgbClr val="000000"/>
                </a:solidFill>
                <a:effectLst/>
                <a:uLnTx/>
                <a:uFillTx/>
                <a:latin typeface="Arial"/>
                <a:cs typeface="Arial"/>
                <a:sym typeface="Arial"/>
              </a:rPr>
              <a:t>25</a:t>
            </a:r>
          </a:p>
        </p:txBody>
      </p:sp>
      <p:sp>
        <p:nvSpPr>
          <p:cNvPr id="7" name="Rectangle 6">
            <a:extLst>
              <a:ext uri="{FF2B5EF4-FFF2-40B4-BE49-F238E27FC236}">
                <a16:creationId xmlns:a16="http://schemas.microsoft.com/office/drawing/2014/main" id="{0069023A-1851-425D-ADF0-003417887188}"/>
              </a:ext>
            </a:extLst>
          </p:cNvPr>
          <p:cNvSpPr/>
          <p:nvPr/>
        </p:nvSpPr>
        <p:spPr>
          <a:xfrm>
            <a:off x="9642304" y="6498837"/>
            <a:ext cx="277813" cy="169189"/>
          </a:xfrm>
          <a:prstGeom prst="rect">
            <a:avLst/>
          </a:prstGeom>
          <a:solidFill>
            <a:schemeClr val="bg1">
              <a:lumMod val="50000"/>
            </a:schemeClr>
          </a:solid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8525" rtl="0" eaLnBrk="0" fontAlgn="base" latinLnBrk="0" hangingPunct="0">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Arial"/>
              <a:ea typeface="+mn-ea"/>
              <a:cs typeface="+mn-cs"/>
            </a:endParaRPr>
          </a:p>
        </p:txBody>
      </p:sp>
      <p:sp>
        <p:nvSpPr>
          <p:cNvPr id="8" name="Rectangle 7">
            <a:extLst>
              <a:ext uri="{FF2B5EF4-FFF2-40B4-BE49-F238E27FC236}">
                <a16:creationId xmlns:a16="http://schemas.microsoft.com/office/drawing/2014/main" id="{E08DDEC7-BF14-47B4-9D92-7BC9048F648B}"/>
              </a:ext>
            </a:extLst>
          </p:cNvPr>
          <p:cNvSpPr/>
          <p:nvPr/>
        </p:nvSpPr>
        <p:spPr>
          <a:xfrm>
            <a:off x="9995817" y="6483272"/>
            <a:ext cx="1307359" cy="200318"/>
          </a:xfrm>
          <a:prstGeom prst="rect">
            <a:avLst/>
          </a:prstGeom>
          <a:noFill/>
          <a:ln w="6350">
            <a:noFill/>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r" defTabSz="898525" rtl="1" eaLnBrk="0" fontAlgn="base" latinLnBrk="0" hangingPunct="0">
              <a:lnSpc>
                <a:spcPct val="100000"/>
              </a:lnSpc>
              <a:spcBef>
                <a:spcPct val="0"/>
              </a:spcBef>
              <a:spcAft>
                <a:spcPct val="0"/>
              </a:spcAft>
              <a:buClrTx/>
              <a:buSzTx/>
              <a:buFontTx/>
              <a:buNone/>
              <a:tabLst/>
              <a:defRPr/>
            </a:pPr>
            <a:r>
              <a:rPr kumimoji="0" lang="ar-SA" sz="1000" strike="noStrike" kern="1200" cap="none" spc="0" normalizeH="0" noProof="0" dirty="0">
                <a:ln>
                  <a:noFill/>
                </a:ln>
                <a:solidFill>
                  <a:srgbClr val="000000"/>
                </a:solidFill>
                <a:effectLst/>
                <a:uLnTx/>
                <a:uFillTx/>
                <a:latin typeface="Arial" panose="020B0604020202020204" pitchFamily="34" charset="0"/>
                <a:ea typeface="+mn-ea"/>
                <a:cs typeface="+mn-cs"/>
              </a:rPr>
              <a:t>دوام كامل</a:t>
            </a:r>
          </a:p>
        </p:txBody>
      </p:sp>
      <p:sp>
        <p:nvSpPr>
          <p:cNvPr id="9" name="Rectangle 8">
            <a:extLst>
              <a:ext uri="{FF2B5EF4-FFF2-40B4-BE49-F238E27FC236}">
                <a16:creationId xmlns:a16="http://schemas.microsoft.com/office/drawing/2014/main" id="{3EEF7EEC-9B25-46BD-A0C1-0B350A7923E7}"/>
              </a:ext>
            </a:extLst>
          </p:cNvPr>
          <p:cNvSpPr/>
          <p:nvPr/>
        </p:nvSpPr>
        <p:spPr>
          <a:xfrm>
            <a:off x="10550473" y="6498837"/>
            <a:ext cx="277813" cy="169189"/>
          </a:xfrm>
          <a:prstGeom prst="rect">
            <a:avLst/>
          </a:prstGeom>
          <a:pattFill prst="dkUpDiag">
            <a:fgClr>
              <a:schemeClr val="bg1">
                <a:lumMod val="50000"/>
              </a:schemeClr>
            </a:fgClr>
            <a:bgClr>
              <a:schemeClr val="bg1"/>
            </a:bgClr>
          </a:pattFill>
          <a:ln w="2540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98525" rtl="0" eaLnBrk="0" fontAlgn="base" latinLnBrk="0" hangingPunct="0">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3877441B-51E2-47BD-8F2C-DCE105B6C8C0}"/>
              </a:ext>
            </a:extLst>
          </p:cNvPr>
          <p:cNvSpPr/>
          <p:nvPr/>
        </p:nvSpPr>
        <p:spPr>
          <a:xfrm>
            <a:off x="10903986" y="6483272"/>
            <a:ext cx="1307359" cy="200318"/>
          </a:xfrm>
          <a:prstGeom prst="rect">
            <a:avLst/>
          </a:prstGeom>
          <a:noFill/>
          <a:ln w="6350">
            <a:noFill/>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r" defTabSz="898525" rtl="1" eaLnBrk="0" fontAlgn="base" latinLnBrk="0" hangingPunct="0">
              <a:lnSpc>
                <a:spcPct val="100000"/>
              </a:lnSpc>
              <a:spcBef>
                <a:spcPct val="0"/>
              </a:spcBef>
              <a:spcAft>
                <a:spcPct val="0"/>
              </a:spcAft>
              <a:buClrTx/>
              <a:buSzTx/>
              <a:buFontTx/>
              <a:buNone/>
              <a:tabLst/>
              <a:defRPr/>
            </a:pPr>
            <a:r>
              <a:rPr kumimoji="0" lang="ar-SA" sz="1000" strike="noStrike" kern="1200" cap="none" spc="0" normalizeH="0" noProof="0" dirty="0">
                <a:ln>
                  <a:noFill/>
                </a:ln>
                <a:solidFill>
                  <a:srgbClr val="000000"/>
                </a:solidFill>
                <a:effectLst/>
                <a:uLnTx/>
                <a:uFillTx/>
                <a:latin typeface="Arial" panose="020B0604020202020204" pitchFamily="34" charset="0"/>
                <a:ea typeface="+mn-ea"/>
                <a:cs typeface="+mn-cs"/>
              </a:rPr>
              <a:t>دوام جزئي</a:t>
            </a:r>
          </a:p>
        </p:txBody>
      </p:sp>
      <p:cxnSp>
        <p:nvCxnSpPr>
          <p:cNvPr id="125" name="Straight Connector 124">
            <a:extLst>
              <a:ext uri="{FF2B5EF4-FFF2-40B4-BE49-F238E27FC236}">
                <a16:creationId xmlns:a16="http://schemas.microsoft.com/office/drawing/2014/main" id="{227CD267-F1C0-4A0A-92D4-766016756BD3}"/>
              </a:ext>
            </a:extLst>
          </p:cNvPr>
          <p:cNvCxnSpPr>
            <a:cxnSpLocks/>
          </p:cNvCxnSpPr>
          <p:nvPr/>
        </p:nvCxnSpPr>
        <p:spPr>
          <a:xfrm>
            <a:off x="1621053" y="1221964"/>
            <a:ext cx="2342664" cy="487654"/>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6" name="Rectangle 125">
            <a:extLst>
              <a:ext uri="{FF2B5EF4-FFF2-40B4-BE49-F238E27FC236}">
                <a16:creationId xmlns:a16="http://schemas.microsoft.com/office/drawing/2014/main" id="{32F09919-7A70-4270-BA4A-4AD47A049E1B}"/>
              </a:ext>
            </a:extLst>
          </p:cNvPr>
          <p:cNvSpPr/>
          <p:nvPr/>
        </p:nvSpPr>
        <p:spPr>
          <a:xfrm>
            <a:off x="811442" y="1346173"/>
            <a:ext cx="1645921" cy="334800"/>
          </a:xfrm>
          <a:prstGeom prst="rect">
            <a:avLst/>
          </a:prstGeom>
          <a:noFill/>
          <a:ln w="6350">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898525" rtl="1" eaLnBrk="0" fontAlgn="base" latinLnBrk="0" hangingPunct="0">
              <a:lnSpc>
                <a:spcPct val="100000"/>
              </a:lnSpc>
              <a:spcBef>
                <a:spcPct val="0"/>
              </a:spcBef>
              <a:spcAft>
                <a:spcPct val="0"/>
              </a:spcAft>
              <a:buClrTx/>
              <a:buSzTx/>
              <a:buFontTx/>
              <a:buNone/>
              <a:tabLst/>
              <a:defRPr/>
            </a:pPr>
            <a:r>
              <a:rPr kumimoji="0" lang="ar-SA" sz="1400" b="1" strike="noStrike" kern="1200" cap="none" spc="0" normalizeH="0" noProof="0" dirty="0">
                <a:ln>
                  <a:noFill/>
                </a:ln>
                <a:solidFill>
                  <a:srgbClr val="000000"/>
                </a:solidFill>
                <a:effectLst/>
                <a:uLnTx/>
                <a:uFillTx/>
                <a:latin typeface="Arial" panose="020B0604020202020204" pitchFamily="34" charset="0"/>
                <a:ea typeface="+mn-ea"/>
                <a:cs typeface="+mn-cs"/>
              </a:rPr>
              <a:t>أعضاء الفريق</a:t>
            </a:r>
          </a:p>
        </p:txBody>
      </p:sp>
      <p:sp>
        <p:nvSpPr>
          <p:cNvPr id="127" name="Rectangle 126">
            <a:extLst>
              <a:ext uri="{FF2B5EF4-FFF2-40B4-BE49-F238E27FC236}">
                <a16:creationId xmlns:a16="http://schemas.microsoft.com/office/drawing/2014/main" id="{63EB3207-5C99-4484-9872-4FCD10FA01D6}"/>
              </a:ext>
            </a:extLst>
          </p:cNvPr>
          <p:cNvSpPr/>
          <p:nvPr/>
        </p:nvSpPr>
        <p:spPr>
          <a:xfrm>
            <a:off x="2357473" y="1116188"/>
            <a:ext cx="1525610" cy="334800"/>
          </a:xfrm>
          <a:prstGeom prst="rect">
            <a:avLst/>
          </a:prstGeom>
          <a:noFill/>
          <a:ln w="6350">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r" defTabSz="898525" rtl="1" eaLnBrk="0" fontAlgn="base" latinLnBrk="0" hangingPunct="0">
              <a:lnSpc>
                <a:spcPct val="100000"/>
              </a:lnSpc>
              <a:spcBef>
                <a:spcPct val="0"/>
              </a:spcBef>
              <a:spcAft>
                <a:spcPct val="0"/>
              </a:spcAft>
              <a:buClrTx/>
              <a:buSzTx/>
              <a:buFontTx/>
              <a:buNone/>
              <a:tabLst/>
              <a:defRPr/>
            </a:pPr>
            <a:r>
              <a:rPr kumimoji="0" lang="ar-SA" sz="1400" b="1" strike="noStrike" kern="1200" cap="none" spc="0" normalizeH="0" noProof="0" dirty="0">
                <a:ln>
                  <a:noFill/>
                </a:ln>
                <a:solidFill>
                  <a:srgbClr val="000000"/>
                </a:solidFill>
                <a:effectLst/>
                <a:uLnTx/>
                <a:uFillTx/>
                <a:latin typeface="Arial" panose="020B0604020202020204" pitchFamily="34" charset="0"/>
                <a:ea typeface="+mn-ea"/>
                <a:cs typeface="+mn-cs"/>
              </a:rPr>
              <a:t>أشهر العمل</a:t>
            </a:r>
          </a:p>
        </p:txBody>
      </p:sp>
      <p:sp>
        <p:nvSpPr>
          <p:cNvPr id="233" name="Google Shape;1889;p22">
            <a:extLst>
              <a:ext uri="{FF2B5EF4-FFF2-40B4-BE49-F238E27FC236}">
                <a16:creationId xmlns:a16="http://schemas.microsoft.com/office/drawing/2014/main" id="{38DA10F0-14FB-4805-8E4B-FD1C14E1F248}"/>
              </a:ext>
            </a:extLst>
          </p:cNvPr>
          <p:cNvSpPr txBox="1"/>
          <p:nvPr/>
        </p:nvSpPr>
        <p:spPr>
          <a:xfrm rot="16200000">
            <a:off x="-319565" y="2499744"/>
            <a:ext cx="1605418"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RPr lang="en-US"/>
            </a:defPPr>
            <a:lvl1pPr marL="0" marR="0" lvl="0" indent="0" algn="ctr">
              <a:lnSpc>
                <a:spcPct val="100000"/>
              </a:lnSpc>
              <a:spcBef>
                <a:spcPts val="0"/>
              </a:spcBef>
              <a:spcAft>
                <a:spcPts val="0"/>
              </a:spcAft>
              <a:buClr>
                <a:srgbClr val="000000"/>
              </a:buClr>
              <a:buFont typeface="Arial"/>
              <a:buNone/>
              <a:defRPr sz="1100" b="0" i="1" u="none" strike="noStrike" cap="none">
                <a:solidFill>
                  <a:schemeClr val="accent1"/>
                </a:solidFill>
                <a:latin typeface="Arial"/>
                <a:ea typeface="Arial"/>
                <a:cs typeface="Arial"/>
              </a:defRPr>
            </a:lvl1pPr>
            <a:lvl2pPr marR="0" lvl="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000000"/>
                </a:solidFill>
                <a:effectLst/>
                <a:uLnTx/>
                <a:uFillTx/>
                <a:latin typeface="Arial"/>
                <a:cs typeface="Arial"/>
                <a:sym typeface="Arial"/>
              </a:rPr>
              <a:t>الفريق الأساسي</a:t>
            </a:r>
            <a:r>
              <a:rPr lang="ar-SA" dirty="0">
                <a:cs typeface="Arial" charset="0"/>
              </a:rPr>
              <a:t> </a:t>
            </a:r>
            <a:br>
              <a:rPr kumimoji="0" lang="en-GB" sz="1200" b="1" i="1" u="none" strike="noStrike" kern="1200" cap="none" spc="0" normalizeH="0" baseline="0" noProof="0" dirty="0">
                <a:ln>
                  <a:noFill/>
                </a:ln>
                <a:solidFill>
                  <a:srgbClr val="000000"/>
                </a:solidFill>
                <a:effectLst/>
                <a:uLnTx/>
                <a:uFillTx/>
                <a:latin typeface="Arial"/>
                <a:cs typeface="Arial"/>
                <a:sym typeface="Arial"/>
              </a:rPr>
            </a:br>
            <a:endParaRPr kumimoji="0" lang="en-GB" sz="1200" b="1" i="1" u="none" strike="noStrike" kern="1200" cap="none" spc="0" normalizeH="0" baseline="0" noProof="0" dirty="0">
              <a:ln>
                <a:noFill/>
              </a:ln>
              <a:solidFill>
                <a:srgbClr val="000000"/>
              </a:solidFill>
              <a:effectLst/>
              <a:uLnTx/>
              <a:uFillTx/>
              <a:latin typeface="Arial"/>
              <a:cs typeface="Arial"/>
              <a:sym typeface="Arial"/>
            </a:endParaRPr>
          </a:p>
        </p:txBody>
      </p:sp>
      <p:sp>
        <p:nvSpPr>
          <p:cNvPr id="102" name="Google Shape;1616;p22">
            <a:extLst>
              <a:ext uri="{FF2B5EF4-FFF2-40B4-BE49-F238E27FC236}">
                <a16:creationId xmlns:a16="http://schemas.microsoft.com/office/drawing/2014/main" id="{161D8168-AB8F-4391-AB95-865B5001857B}"/>
              </a:ext>
            </a:extLst>
          </p:cNvPr>
          <p:cNvSpPr/>
          <p:nvPr/>
        </p:nvSpPr>
        <p:spPr>
          <a:xfrm>
            <a:off x="3963719"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01</a:t>
            </a:r>
          </a:p>
        </p:txBody>
      </p:sp>
      <p:sp>
        <p:nvSpPr>
          <p:cNvPr id="103" name="Google Shape;1616;p22">
            <a:extLst>
              <a:ext uri="{FF2B5EF4-FFF2-40B4-BE49-F238E27FC236}">
                <a16:creationId xmlns:a16="http://schemas.microsoft.com/office/drawing/2014/main" id="{6C694FA2-D802-442C-8F86-48B49B73D750}"/>
              </a:ext>
            </a:extLst>
          </p:cNvPr>
          <p:cNvSpPr/>
          <p:nvPr/>
        </p:nvSpPr>
        <p:spPr>
          <a:xfrm>
            <a:off x="4404313"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02</a:t>
            </a:r>
          </a:p>
        </p:txBody>
      </p:sp>
      <p:sp>
        <p:nvSpPr>
          <p:cNvPr id="104" name="Google Shape;1616;p22">
            <a:extLst>
              <a:ext uri="{FF2B5EF4-FFF2-40B4-BE49-F238E27FC236}">
                <a16:creationId xmlns:a16="http://schemas.microsoft.com/office/drawing/2014/main" id="{BE171B85-A133-4D43-B9C5-681E2795A5F9}"/>
              </a:ext>
            </a:extLst>
          </p:cNvPr>
          <p:cNvSpPr/>
          <p:nvPr/>
        </p:nvSpPr>
        <p:spPr>
          <a:xfrm>
            <a:off x="4844907"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03</a:t>
            </a:r>
          </a:p>
        </p:txBody>
      </p:sp>
      <p:sp>
        <p:nvSpPr>
          <p:cNvPr id="105" name="Google Shape;1616;p22">
            <a:extLst>
              <a:ext uri="{FF2B5EF4-FFF2-40B4-BE49-F238E27FC236}">
                <a16:creationId xmlns:a16="http://schemas.microsoft.com/office/drawing/2014/main" id="{BAAD3416-B04C-4499-A95F-BBC5605C191C}"/>
              </a:ext>
            </a:extLst>
          </p:cNvPr>
          <p:cNvSpPr/>
          <p:nvPr/>
        </p:nvSpPr>
        <p:spPr>
          <a:xfrm>
            <a:off x="5285501"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04</a:t>
            </a:r>
          </a:p>
        </p:txBody>
      </p:sp>
      <p:sp>
        <p:nvSpPr>
          <p:cNvPr id="106" name="Google Shape;1616;p22">
            <a:extLst>
              <a:ext uri="{FF2B5EF4-FFF2-40B4-BE49-F238E27FC236}">
                <a16:creationId xmlns:a16="http://schemas.microsoft.com/office/drawing/2014/main" id="{B885FA96-530D-40C0-B6C7-CF99420A1B41}"/>
              </a:ext>
            </a:extLst>
          </p:cNvPr>
          <p:cNvSpPr/>
          <p:nvPr/>
        </p:nvSpPr>
        <p:spPr>
          <a:xfrm>
            <a:off x="5726095"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05</a:t>
            </a:r>
          </a:p>
        </p:txBody>
      </p:sp>
      <p:sp>
        <p:nvSpPr>
          <p:cNvPr id="107" name="Google Shape;1616;p22">
            <a:extLst>
              <a:ext uri="{FF2B5EF4-FFF2-40B4-BE49-F238E27FC236}">
                <a16:creationId xmlns:a16="http://schemas.microsoft.com/office/drawing/2014/main" id="{65B25E54-DF06-401C-A981-97FC59213036}"/>
              </a:ext>
            </a:extLst>
          </p:cNvPr>
          <p:cNvSpPr/>
          <p:nvPr/>
        </p:nvSpPr>
        <p:spPr>
          <a:xfrm>
            <a:off x="6166689"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06</a:t>
            </a:r>
          </a:p>
        </p:txBody>
      </p:sp>
      <p:sp>
        <p:nvSpPr>
          <p:cNvPr id="108" name="Google Shape;1616;p22">
            <a:extLst>
              <a:ext uri="{FF2B5EF4-FFF2-40B4-BE49-F238E27FC236}">
                <a16:creationId xmlns:a16="http://schemas.microsoft.com/office/drawing/2014/main" id="{BCF931F5-F0CC-4CD9-AA6D-CFC4EDA7E9D4}"/>
              </a:ext>
            </a:extLst>
          </p:cNvPr>
          <p:cNvSpPr/>
          <p:nvPr/>
        </p:nvSpPr>
        <p:spPr>
          <a:xfrm>
            <a:off x="7047877"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08</a:t>
            </a:r>
          </a:p>
        </p:txBody>
      </p:sp>
      <p:sp>
        <p:nvSpPr>
          <p:cNvPr id="109" name="Google Shape;1616;p22">
            <a:extLst>
              <a:ext uri="{FF2B5EF4-FFF2-40B4-BE49-F238E27FC236}">
                <a16:creationId xmlns:a16="http://schemas.microsoft.com/office/drawing/2014/main" id="{4D920BE3-B5E3-434B-9A7C-239CA9C33165}"/>
              </a:ext>
            </a:extLst>
          </p:cNvPr>
          <p:cNvSpPr/>
          <p:nvPr/>
        </p:nvSpPr>
        <p:spPr>
          <a:xfrm>
            <a:off x="7929065"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strike="noStrike" kern="1200" cap="none" spc="0" normalizeH="0" noProof="0" dirty="0">
                <a:ln>
                  <a:noFill/>
                </a:ln>
                <a:solidFill>
                  <a:srgbClr val="000000"/>
                </a:solidFill>
                <a:effectLst/>
                <a:uLnTx/>
                <a:uFillTx/>
                <a:latin typeface="Arial"/>
                <a:cs typeface="Arial"/>
                <a:sym typeface="Arial"/>
              </a:rPr>
              <a:t>10</a:t>
            </a:r>
          </a:p>
        </p:txBody>
      </p:sp>
      <p:sp>
        <p:nvSpPr>
          <p:cNvPr id="110" name="Google Shape;1616;p22">
            <a:extLst>
              <a:ext uri="{FF2B5EF4-FFF2-40B4-BE49-F238E27FC236}">
                <a16:creationId xmlns:a16="http://schemas.microsoft.com/office/drawing/2014/main" id="{A13D2FF4-D7E5-4FDE-A4A3-4DA0F9924D96}"/>
              </a:ext>
            </a:extLst>
          </p:cNvPr>
          <p:cNvSpPr/>
          <p:nvPr/>
        </p:nvSpPr>
        <p:spPr>
          <a:xfrm>
            <a:off x="8810253"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12</a:t>
            </a:r>
          </a:p>
        </p:txBody>
      </p:sp>
      <p:sp>
        <p:nvSpPr>
          <p:cNvPr id="111" name="Google Shape;1616;p22">
            <a:extLst>
              <a:ext uri="{FF2B5EF4-FFF2-40B4-BE49-F238E27FC236}">
                <a16:creationId xmlns:a16="http://schemas.microsoft.com/office/drawing/2014/main" id="{14200460-3C88-4627-ABAB-792A2CF6EBF5}"/>
              </a:ext>
            </a:extLst>
          </p:cNvPr>
          <p:cNvSpPr/>
          <p:nvPr/>
        </p:nvSpPr>
        <p:spPr>
          <a:xfrm>
            <a:off x="9691441"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14</a:t>
            </a:r>
          </a:p>
        </p:txBody>
      </p:sp>
      <p:sp>
        <p:nvSpPr>
          <p:cNvPr id="238" name="Google Shape;1616;p22">
            <a:extLst>
              <a:ext uri="{FF2B5EF4-FFF2-40B4-BE49-F238E27FC236}">
                <a16:creationId xmlns:a16="http://schemas.microsoft.com/office/drawing/2014/main" id="{6C762492-D9B0-4CB2-BE52-08B58C2FE9E8}"/>
              </a:ext>
            </a:extLst>
          </p:cNvPr>
          <p:cNvSpPr/>
          <p:nvPr/>
        </p:nvSpPr>
        <p:spPr>
          <a:xfrm>
            <a:off x="10572629"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16</a:t>
            </a:r>
          </a:p>
        </p:txBody>
      </p:sp>
      <p:sp>
        <p:nvSpPr>
          <p:cNvPr id="239" name="Google Shape;1616;p22">
            <a:extLst>
              <a:ext uri="{FF2B5EF4-FFF2-40B4-BE49-F238E27FC236}">
                <a16:creationId xmlns:a16="http://schemas.microsoft.com/office/drawing/2014/main" id="{37983207-CA94-4CE5-899D-55C996254350}"/>
              </a:ext>
            </a:extLst>
          </p:cNvPr>
          <p:cNvSpPr/>
          <p:nvPr/>
        </p:nvSpPr>
        <p:spPr>
          <a:xfrm>
            <a:off x="11013223"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17</a:t>
            </a:r>
          </a:p>
        </p:txBody>
      </p:sp>
      <p:sp>
        <p:nvSpPr>
          <p:cNvPr id="171" name="Google Shape;1616;p22">
            <a:extLst>
              <a:ext uri="{FF2B5EF4-FFF2-40B4-BE49-F238E27FC236}">
                <a16:creationId xmlns:a16="http://schemas.microsoft.com/office/drawing/2014/main" id="{21DDE276-DCFF-2FB2-456E-DBE8A019C7A1}"/>
              </a:ext>
            </a:extLst>
          </p:cNvPr>
          <p:cNvSpPr/>
          <p:nvPr/>
        </p:nvSpPr>
        <p:spPr>
          <a:xfrm>
            <a:off x="11453811"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18</a:t>
            </a:r>
          </a:p>
        </p:txBody>
      </p:sp>
      <p:sp>
        <p:nvSpPr>
          <p:cNvPr id="187" name="Google Shape;1616;p22">
            <a:extLst>
              <a:ext uri="{FF2B5EF4-FFF2-40B4-BE49-F238E27FC236}">
                <a16:creationId xmlns:a16="http://schemas.microsoft.com/office/drawing/2014/main" id="{EA0F7022-529F-2F23-E044-116B842DCF61}"/>
              </a:ext>
            </a:extLst>
          </p:cNvPr>
          <p:cNvSpPr/>
          <p:nvPr/>
        </p:nvSpPr>
        <p:spPr>
          <a:xfrm>
            <a:off x="10132035"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15</a:t>
            </a:r>
          </a:p>
        </p:txBody>
      </p:sp>
      <p:sp>
        <p:nvSpPr>
          <p:cNvPr id="203" name="Google Shape;1616;p22">
            <a:extLst>
              <a:ext uri="{FF2B5EF4-FFF2-40B4-BE49-F238E27FC236}">
                <a16:creationId xmlns:a16="http://schemas.microsoft.com/office/drawing/2014/main" id="{BB7E9D71-6159-7AE2-AA14-85120DA1BAEA}"/>
              </a:ext>
            </a:extLst>
          </p:cNvPr>
          <p:cNvSpPr/>
          <p:nvPr/>
        </p:nvSpPr>
        <p:spPr>
          <a:xfrm>
            <a:off x="9250847"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13</a:t>
            </a:r>
          </a:p>
        </p:txBody>
      </p:sp>
      <p:sp>
        <p:nvSpPr>
          <p:cNvPr id="253" name="Google Shape;1616;p22">
            <a:extLst>
              <a:ext uri="{FF2B5EF4-FFF2-40B4-BE49-F238E27FC236}">
                <a16:creationId xmlns:a16="http://schemas.microsoft.com/office/drawing/2014/main" id="{42A29C4E-9782-133F-1773-028242E6613D}"/>
              </a:ext>
            </a:extLst>
          </p:cNvPr>
          <p:cNvSpPr/>
          <p:nvPr/>
        </p:nvSpPr>
        <p:spPr>
          <a:xfrm>
            <a:off x="8369659"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strike="noStrike" kern="1200" cap="none" spc="0" normalizeH="0" noProof="0" dirty="0">
                <a:ln>
                  <a:noFill/>
                </a:ln>
                <a:solidFill>
                  <a:srgbClr val="000000"/>
                </a:solidFill>
                <a:effectLst/>
                <a:uLnTx/>
                <a:uFillTx/>
                <a:latin typeface="Arial"/>
                <a:cs typeface="Arial"/>
                <a:sym typeface="Arial"/>
              </a:rPr>
              <a:t>11</a:t>
            </a:r>
          </a:p>
        </p:txBody>
      </p:sp>
      <p:sp>
        <p:nvSpPr>
          <p:cNvPr id="275" name="Google Shape;1616;p22">
            <a:extLst>
              <a:ext uri="{FF2B5EF4-FFF2-40B4-BE49-F238E27FC236}">
                <a16:creationId xmlns:a16="http://schemas.microsoft.com/office/drawing/2014/main" id="{F87D6BF9-3F9F-C6B9-379D-4027D003794C}"/>
              </a:ext>
            </a:extLst>
          </p:cNvPr>
          <p:cNvSpPr/>
          <p:nvPr/>
        </p:nvSpPr>
        <p:spPr>
          <a:xfrm>
            <a:off x="7488471"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09</a:t>
            </a:r>
          </a:p>
        </p:txBody>
      </p:sp>
      <p:sp>
        <p:nvSpPr>
          <p:cNvPr id="297" name="Google Shape;1616;p22">
            <a:extLst>
              <a:ext uri="{FF2B5EF4-FFF2-40B4-BE49-F238E27FC236}">
                <a16:creationId xmlns:a16="http://schemas.microsoft.com/office/drawing/2014/main" id="{199D3FC3-3B0E-2860-8052-8705A211A19A}"/>
              </a:ext>
            </a:extLst>
          </p:cNvPr>
          <p:cNvSpPr/>
          <p:nvPr/>
        </p:nvSpPr>
        <p:spPr>
          <a:xfrm>
            <a:off x="6607283" y="1238681"/>
            <a:ext cx="438912" cy="602998"/>
          </a:xfrm>
          <a:prstGeom prst="rect">
            <a:avLst/>
          </a:prstGeom>
          <a:noFill/>
          <a:ln w="9525" cap="flat" cmpd="sng">
            <a:noFill/>
            <a:prstDash val="solid"/>
            <a:miter lim="800000"/>
            <a:headEnd type="none" w="sm" len="sm"/>
            <a:tailEnd type="none" w="sm" len="sm"/>
          </a:ln>
          <a:effectLst/>
        </p:spPr>
        <p:txBody>
          <a:bodyPr spcFirstLastPara="1" vert="horz" wrap="square" lIns="0"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07</a:t>
            </a:r>
          </a:p>
        </p:txBody>
      </p:sp>
      <p:grpSp>
        <p:nvGrpSpPr>
          <p:cNvPr id="636" name="Group 635">
            <a:extLst>
              <a:ext uri="{FF2B5EF4-FFF2-40B4-BE49-F238E27FC236}">
                <a16:creationId xmlns:a16="http://schemas.microsoft.com/office/drawing/2014/main" id="{72B80070-91F7-EFC5-CB01-2B2F6CD4055A}"/>
              </a:ext>
            </a:extLst>
          </p:cNvPr>
          <p:cNvGrpSpPr/>
          <p:nvPr/>
        </p:nvGrpSpPr>
        <p:grpSpPr>
          <a:xfrm>
            <a:off x="811445" y="2049328"/>
            <a:ext cx="11081278" cy="312991"/>
            <a:chOff x="811445" y="1886042"/>
            <a:chExt cx="11081278" cy="312991"/>
          </a:xfrm>
        </p:grpSpPr>
        <p:sp>
          <p:nvSpPr>
            <p:cNvPr id="122" name="Google Shape;1625;p22">
              <a:extLst>
                <a:ext uri="{FF2B5EF4-FFF2-40B4-BE49-F238E27FC236}">
                  <a16:creationId xmlns:a16="http://schemas.microsoft.com/office/drawing/2014/main" id="{62EEABFE-2006-483E-96F4-8D28A5D9315D}"/>
                </a:ext>
              </a:extLst>
            </p:cNvPr>
            <p:cNvSpPr/>
            <p:nvPr/>
          </p:nvSpPr>
          <p:spPr>
            <a:xfrm>
              <a:off x="811445" y="1886042"/>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رمزي حاج</a:t>
              </a:r>
            </a:p>
          </p:txBody>
        </p:sp>
        <p:sp>
          <p:nvSpPr>
            <p:cNvPr id="13" name="Google Shape;1617;p22">
              <a:extLst>
                <a:ext uri="{FF2B5EF4-FFF2-40B4-BE49-F238E27FC236}">
                  <a16:creationId xmlns:a16="http://schemas.microsoft.com/office/drawing/2014/main" id="{966A0CDE-CBF2-4084-AD07-ED96240E05A3}"/>
                </a:ext>
              </a:extLst>
            </p:cNvPr>
            <p:cNvSpPr/>
            <p:nvPr/>
          </p:nvSpPr>
          <p:spPr>
            <a:xfrm>
              <a:off x="3963719"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 name="Google Shape;1617;p22">
              <a:extLst>
                <a:ext uri="{FF2B5EF4-FFF2-40B4-BE49-F238E27FC236}">
                  <a16:creationId xmlns:a16="http://schemas.microsoft.com/office/drawing/2014/main" id="{348EB892-9D93-400F-82DA-010503194C91}"/>
                </a:ext>
              </a:extLst>
            </p:cNvPr>
            <p:cNvSpPr/>
            <p:nvPr/>
          </p:nvSpPr>
          <p:spPr>
            <a:xfrm>
              <a:off x="4404313"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5" name="Google Shape;1617;p22">
              <a:extLst>
                <a:ext uri="{FF2B5EF4-FFF2-40B4-BE49-F238E27FC236}">
                  <a16:creationId xmlns:a16="http://schemas.microsoft.com/office/drawing/2014/main" id="{CCBB87DD-362F-4E00-9A88-6FA7693FF2DD}"/>
                </a:ext>
              </a:extLst>
            </p:cNvPr>
            <p:cNvSpPr/>
            <p:nvPr/>
          </p:nvSpPr>
          <p:spPr>
            <a:xfrm>
              <a:off x="4844907"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 name="Google Shape;1617;p22">
              <a:extLst>
                <a:ext uri="{FF2B5EF4-FFF2-40B4-BE49-F238E27FC236}">
                  <a16:creationId xmlns:a16="http://schemas.microsoft.com/office/drawing/2014/main" id="{2412ACCD-6F44-4E2E-B0BF-71F9594DF632}"/>
                </a:ext>
              </a:extLst>
            </p:cNvPr>
            <p:cNvSpPr/>
            <p:nvPr/>
          </p:nvSpPr>
          <p:spPr>
            <a:xfrm>
              <a:off x="5285501"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7" name="Google Shape;1617;p22">
              <a:extLst>
                <a:ext uri="{FF2B5EF4-FFF2-40B4-BE49-F238E27FC236}">
                  <a16:creationId xmlns:a16="http://schemas.microsoft.com/office/drawing/2014/main" id="{91B1964C-61D5-4CFB-826E-8D34BD9D401B}"/>
                </a:ext>
              </a:extLst>
            </p:cNvPr>
            <p:cNvSpPr/>
            <p:nvPr/>
          </p:nvSpPr>
          <p:spPr>
            <a:xfrm>
              <a:off x="5726095"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3" name="Google Shape;1617;p22">
              <a:extLst>
                <a:ext uri="{FF2B5EF4-FFF2-40B4-BE49-F238E27FC236}">
                  <a16:creationId xmlns:a16="http://schemas.microsoft.com/office/drawing/2014/main" id="{933C424C-B2B4-439F-99F3-82602F853B94}"/>
                </a:ext>
              </a:extLst>
            </p:cNvPr>
            <p:cNvSpPr/>
            <p:nvPr/>
          </p:nvSpPr>
          <p:spPr>
            <a:xfrm>
              <a:off x="6166689"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9" name="Google Shape;1617;p22">
              <a:extLst>
                <a:ext uri="{FF2B5EF4-FFF2-40B4-BE49-F238E27FC236}">
                  <a16:creationId xmlns:a16="http://schemas.microsoft.com/office/drawing/2014/main" id="{7C286B41-C340-4647-A392-134AF76F86BB}"/>
                </a:ext>
              </a:extLst>
            </p:cNvPr>
            <p:cNvSpPr/>
            <p:nvPr/>
          </p:nvSpPr>
          <p:spPr>
            <a:xfrm>
              <a:off x="7047877"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3" name="Google Shape;1617;p22">
              <a:extLst>
                <a:ext uri="{FF2B5EF4-FFF2-40B4-BE49-F238E27FC236}">
                  <a16:creationId xmlns:a16="http://schemas.microsoft.com/office/drawing/2014/main" id="{1E4E803F-76A1-422C-A80A-7618048445A3}"/>
                </a:ext>
              </a:extLst>
            </p:cNvPr>
            <p:cNvSpPr/>
            <p:nvPr/>
          </p:nvSpPr>
          <p:spPr>
            <a:xfrm>
              <a:off x="7929065"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7" name="Google Shape;1617;p22">
              <a:extLst>
                <a:ext uri="{FF2B5EF4-FFF2-40B4-BE49-F238E27FC236}">
                  <a16:creationId xmlns:a16="http://schemas.microsoft.com/office/drawing/2014/main" id="{4D6F7445-02F6-4982-A950-03C79384D28D}"/>
                </a:ext>
              </a:extLst>
            </p:cNvPr>
            <p:cNvSpPr/>
            <p:nvPr/>
          </p:nvSpPr>
          <p:spPr>
            <a:xfrm>
              <a:off x="8810253"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1" name="Google Shape;1617;p22">
              <a:extLst>
                <a:ext uri="{FF2B5EF4-FFF2-40B4-BE49-F238E27FC236}">
                  <a16:creationId xmlns:a16="http://schemas.microsoft.com/office/drawing/2014/main" id="{25C0FD93-A468-4DCF-AF9C-2285EFB8621A}"/>
                </a:ext>
              </a:extLst>
            </p:cNvPr>
            <p:cNvSpPr/>
            <p:nvPr/>
          </p:nvSpPr>
          <p:spPr>
            <a:xfrm>
              <a:off x="9691441"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7" name="Google Shape;1617;p22">
              <a:extLst>
                <a:ext uri="{FF2B5EF4-FFF2-40B4-BE49-F238E27FC236}">
                  <a16:creationId xmlns:a16="http://schemas.microsoft.com/office/drawing/2014/main" id="{3AE63541-6DF7-4F74-ABCC-B5F018EFE150}"/>
                </a:ext>
              </a:extLst>
            </p:cNvPr>
            <p:cNvSpPr/>
            <p:nvPr/>
          </p:nvSpPr>
          <p:spPr>
            <a:xfrm>
              <a:off x="10572629"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8" name="Google Shape;1617;p22">
              <a:extLst>
                <a:ext uri="{FF2B5EF4-FFF2-40B4-BE49-F238E27FC236}">
                  <a16:creationId xmlns:a16="http://schemas.microsoft.com/office/drawing/2014/main" id="{9879775D-5B3F-4E11-8727-B5E8625C94A9}"/>
                </a:ext>
              </a:extLst>
            </p:cNvPr>
            <p:cNvSpPr/>
            <p:nvPr/>
          </p:nvSpPr>
          <p:spPr>
            <a:xfrm>
              <a:off x="11013223"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2" name="Google Shape;1617;p22">
              <a:extLst>
                <a:ext uri="{FF2B5EF4-FFF2-40B4-BE49-F238E27FC236}">
                  <a16:creationId xmlns:a16="http://schemas.microsoft.com/office/drawing/2014/main" id="{BF69E538-DAD3-2B74-53AA-E483A7A441F7}"/>
                </a:ext>
              </a:extLst>
            </p:cNvPr>
            <p:cNvSpPr/>
            <p:nvPr/>
          </p:nvSpPr>
          <p:spPr>
            <a:xfrm>
              <a:off x="11453811"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8" name="Google Shape;1617;p22">
              <a:extLst>
                <a:ext uri="{FF2B5EF4-FFF2-40B4-BE49-F238E27FC236}">
                  <a16:creationId xmlns:a16="http://schemas.microsoft.com/office/drawing/2014/main" id="{978BCB71-FBE1-4DBE-7C0D-ED834E5DD290}"/>
                </a:ext>
              </a:extLst>
            </p:cNvPr>
            <p:cNvSpPr/>
            <p:nvPr/>
          </p:nvSpPr>
          <p:spPr>
            <a:xfrm>
              <a:off x="10132035"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04" name="Google Shape;1617;p22">
              <a:extLst>
                <a:ext uri="{FF2B5EF4-FFF2-40B4-BE49-F238E27FC236}">
                  <a16:creationId xmlns:a16="http://schemas.microsoft.com/office/drawing/2014/main" id="{372F53F7-A5A1-C014-3F53-2EBA11B9CD9A}"/>
                </a:ext>
              </a:extLst>
            </p:cNvPr>
            <p:cNvSpPr/>
            <p:nvPr/>
          </p:nvSpPr>
          <p:spPr>
            <a:xfrm>
              <a:off x="9250847"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54" name="Google Shape;1617;p22">
              <a:extLst>
                <a:ext uri="{FF2B5EF4-FFF2-40B4-BE49-F238E27FC236}">
                  <a16:creationId xmlns:a16="http://schemas.microsoft.com/office/drawing/2014/main" id="{11715221-1C2E-3C32-99C0-BA93FA6A5E29}"/>
                </a:ext>
              </a:extLst>
            </p:cNvPr>
            <p:cNvSpPr/>
            <p:nvPr/>
          </p:nvSpPr>
          <p:spPr>
            <a:xfrm>
              <a:off x="8369659"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6" name="Google Shape;1617;p22">
              <a:extLst>
                <a:ext uri="{FF2B5EF4-FFF2-40B4-BE49-F238E27FC236}">
                  <a16:creationId xmlns:a16="http://schemas.microsoft.com/office/drawing/2014/main" id="{617A9DFB-E059-054D-F3CF-9CA2F77C5413}"/>
                </a:ext>
              </a:extLst>
            </p:cNvPr>
            <p:cNvSpPr/>
            <p:nvPr/>
          </p:nvSpPr>
          <p:spPr>
            <a:xfrm>
              <a:off x="7488471"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8" name="Google Shape;1617;p22">
              <a:extLst>
                <a:ext uri="{FF2B5EF4-FFF2-40B4-BE49-F238E27FC236}">
                  <a16:creationId xmlns:a16="http://schemas.microsoft.com/office/drawing/2014/main" id="{A150D19B-53C5-E3C6-834C-7421C29AFBAC}"/>
                </a:ext>
              </a:extLst>
            </p:cNvPr>
            <p:cNvSpPr/>
            <p:nvPr/>
          </p:nvSpPr>
          <p:spPr>
            <a:xfrm>
              <a:off x="6607283" y="1886042"/>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4" name="Group 633">
            <a:extLst>
              <a:ext uri="{FF2B5EF4-FFF2-40B4-BE49-F238E27FC236}">
                <a16:creationId xmlns:a16="http://schemas.microsoft.com/office/drawing/2014/main" id="{29267D52-F276-4267-D036-06684ACCEE15}"/>
              </a:ext>
            </a:extLst>
          </p:cNvPr>
          <p:cNvGrpSpPr/>
          <p:nvPr/>
        </p:nvGrpSpPr>
        <p:grpSpPr>
          <a:xfrm>
            <a:off x="811445" y="3655390"/>
            <a:ext cx="11081278" cy="312992"/>
            <a:chOff x="811445" y="3489155"/>
            <a:chExt cx="11081278" cy="312992"/>
          </a:xfrm>
        </p:grpSpPr>
        <p:sp>
          <p:nvSpPr>
            <p:cNvPr id="116" name="Google Shape;1618;p22">
              <a:extLst>
                <a:ext uri="{FF2B5EF4-FFF2-40B4-BE49-F238E27FC236}">
                  <a16:creationId xmlns:a16="http://schemas.microsoft.com/office/drawing/2014/main" id="{E82AF337-96BF-49A2-B2D9-252284A82E4C}"/>
                </a:ext>
              </a:extLst>
            </p:cNvPr>
            <p:cNvSpPr/>
            <p:nvPr/>
          </p:nvSpPr>
          <p:spPr>
            <a:xfrm>
              <a:off x="811445" y="3489155"/>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نيكولاس بوخليل</a:t>
              </a:r>
            </a:p>
          </p:txBody>
        </p:sp>
        <p:sp>
          <p:nvSpPr>
            <p:cNvPr id="14" name="Google Shape;1618;p22">
              <a:extLst>
                <a:ext uri="{FF2B5EF4-FFF2-40B4-BE49-F238E27FC236}">
                  <a16:creationId xmlns:a16="http://schemas.microsoft.com/office/drawing/2014/main" id="{41CE3914-28E3-4CF1-98F8-595620990D22}"/>
                </a:ext>
              </a:extLst>
            </p:cNvPr>
            <p:cNvSpPr/>
            <p:nvPr/>
          </p:nvSpPr>
          <p:spPr>
            <a:xfrm>
              <a:off x="3963719"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20" name="Google Shape;1618;p22">
              <a:extLst>
                <a:ext uri="{FF2B5EF4-FFF2-40B4-BE49-F238E27FC236}">
                  <a16:creationId xmlns:a16="http://schemas.microsoft.com/office/drawing/2014/main" id="{FA022900-E058-40A8-9BD9-CFAC0139E07C}"/>
                </a:ext>
              </a:extLst>
            </p:cNvPr>
            <p:cNvSpPr/>
            <p:nvPr/>
          </p:nvSpPr>
          <p:spPr>
            <a:xfrm>
              <a:off x="4404313"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26" name="Google Shape;1618;p22">
              <a:extLst>
                <a:ext uri="{FF2B5EF4-FFF2-40B4-BE49-F238E27FC236}">
                  <a16:creationId xmlns:a16="http://schemas.microsoft.com/office/drawing/2014/main" id="{8C72DE83-37E6-4CA2-95CB-7CC5AE872EC6}"/>
                </a:ext>
              </a:extLst>
            </p:cNvPr>
            <p:cNvSpPr/>
            <p:nvPr/>
          </p:nvSpPr>
          <p:spPr>
            <a:xfrm>
              <a:off x="4844907"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32" name="Google Shape;1618;p22">
              <a:extLst>
                <a:ext uri="{FF2B5EF4-FFF2-40B4-BE49-F238E27FC236}">
                  <a16:creationId xmlns:a16="http://schemas.microsoft.com/office/drawing/2014/main" id="{9FFBE1DC-2B16-4C8A-99B4-A6576E0F9A02}"/>
                </a:ext>
              </a:extLst>
            </p:cNvPr>
            <p:cNvSpPr/>
            <p:nvPr/>
          </p:nvSpPr>
          <p:spPr>
            <a:xfrm>
              <a:off x="5285501"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38" name="Google Shape;1618;p22">
              <a:extLst>
                <a:ext uri="{FF2B5EF4-FFF2-40B4-BE49-F238E27FC236}">
                  <a16:creationId xmlns:a16="http://schemas.microsoft.com/office/drawing/2014/main" id="{DAA4E02F-7E31-4CEE-81A9-F99CA392120A}"/>
                </a:ext>
              </a:extLst>
            </p:cNvPr>
            <p:cNvSpPr/>
            <p:nvPr/>
          </p:nvSpPr>
          <p:spPr>
            <a:xfrm>
              <a:off x="5726095"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44" name="Google Shape;1618;p22">
              <a:extLst>
                <a:ext uri="{FF2B5EF4-FFF2-40B4-BE49-F238E27FC236}">
                  <a16:creationId xmlns:a16="http://schemas.microsoft.com/office/drawing/2014/main" id="{759EFF7E-8051-40C3-AF4B-5D0011376ED8}"/>
                </a:ext>
              </a:extLst>
            </p:cNvPr>
            <p:cNvSpPr/>
            <p:nvPr/>
          </p:nvSpPr>
          <p:spPr>
            <a:xfrm>
              <a:off x="6166689"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50" name="Google Shape;1618;p22">
              <a:extLst>
                <a:ext uri="{FF2B5EF4-FFF2-40B4-BE49-F238E27FC236}">
                  <a16:creationId xmlns:a16="http://schemas.microsoft.com/office/drawing/2014/main" id="{D5A00FE6-2686-4274-9E27-F429A5F4C1DA}"/>
                </a:ext>
              </a:extLst>
            </p:cNvPr>
            <p:cNvSpPr/>
            <p:nvPr/>
          </p:nvSpPr>
          <p:spPr>
            <a:xfrm>
              <a:off x="7047877"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54" name="Google Shape;1618;p22">
              <a:extLst>
                <a:ext uri="{FF2B5EF4-FFF2-40B4-BE49-F238E27FC236}">
                  <a16:creationId xmlns:a16="http://schemas.microsoft.com/office/drawing/2014/main" id="{360603E4-6504-48B6-8BCD-FE57393FA494}"/>
                </a:ext>
              </a:extLst>
            </p:cNvPr>
            <p:cNvSpPr/>
            <p:nvPr/>
          </p:nvSpPr>
          <p:spPr>
            <a:xfrm>
              <a:off x="7929065"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58" name="Google Shape;1618;p22">
              <a:extLst>
                <a:ext uri="{FF2B5EF4-FFF2-40B4-BE49-F238E27FC236}">
                  <a16:creationId xmlns:a16="http://schemas.microsoft.com/office/drawing/2014/main" id="{2508DFBF-860A-46A2-9D1C-F65D749F3B42}"/>
                </a:ext>
              </a:extLst>
            </p:cNvPr>
            <p:cNvSpPr/>
            <p:nvPr/>
          </p:nvSpPr>
          <p:spPr>
            <a:xfrm>
              <a:off x="8810253"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62" name="Google Shape;1618;p22">
              <a:extLst>
                <a:ext uri="{FF2B5EF4-FFF2-40B4-BE49-F238E27FC236}">
                  <a16:creationId xmlns:a16="http://schemas.microsoft.com/office/drawing/2014/main" id="{B8E0DC24-3997-4656-A493-AE51F327A134}"/>
                </a:ext>
              </a:extLst>
            </p:cNvPr>
            <p:cNvSpPr/>
            <p:nvPr/>
          </p:nvSpPr>
          <p:spPr>
            <a:xfrm>
              <a:off x="9691441"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255" name="Google Shape;1618;p22">
              <a:extLst>
                <a:ext uri="{FF2B5EF4-FFF2-40B4-BE49-F238E27FC236}">
                  <a16:creationId xmlns:a16="http://schemas.microsoft.com/office/drawing/2014/main" id="{74D6843B-726E-4E73-B2CB-1C536415AA5E}"/>
                </a:ext>
              </a:extLst>
            </p:cNvPr>
            <p:cNvSpPr/>
            <p:nvPr/>
          </p:nvSpPr>
          <p:spPr>
            <a:xfrm>
              <a:off x="10572629"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256" name="Google Shape;1618;p22">
              <a:extLst>
                <a:ext uri="{FF2B5EF4-FFF2-40B4-BE49-F238E27FC236}">
                  <a16:creationId xmlns:a16="http://schemas.microsoft.com/office/drawing/2014/main" id="{ABB1B11B-67EA-4AA1-9413-D693C0C94F26}"/>
                </a:ext>
              </a:extLst>
            </p:cNvPr>
            <p:cNvSpPr/>
            <p:nvPr/>
          </p:nvSpPr>
          <p:spPr>
            <a:xfrm>
              <a:off x="11013223"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173" name="Google Shape;1618;p22">
              <a:extLst>
                <a:ext uri="{FF2B5EF4-FFF2-40B4-BE49-F238E27FC236}">
                  <a16:creationId xmlns:a16="http://schemas.microsoft.com/office/drawing/2014/main" id="{0633B5CC-F92E-2525-ED5A-1B132B563BDE}"/>
                </a:ext>
              </a:extLst>
            </p:cNvPr>
            <p:cNvSpPr/>
            <p:nvPr/>
          </p:nvSpPr>
          <p:spPr>
            <a:xfrm>
              <a:off x="11453811"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189" name="Google Shape;1618;p22">
              <a:extLst>
                <a:ext uri="{FF2B5EF4-FFF2-40B4-BE49-F238E27FC236}">
                  <a16:creationId xmlns:a16="http://schemas.microsoft.com/office/drawing/2014/main" id="{AD67ED20-091B-30F9-8F33-CC430A94D038}"/>
                </a:ext>
              </a:extLst>
            </p:cNvPr>
            <p:cNvSpPr/>
            <p:nvPr/>
          </p:nvSpPr>
          <p:spPr>
            <a:xfrm>
              <a:off x="10132035"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232" name="Google Shape;1618;p22">
              <a:extLst>
                <a:ext uri="{FF2B5EF4-FFF2-40B4-BE49-F238E27FC236}">
                  <a16:creationId xmlns:a16="http://schemas.microsoft.com/office/drawing/2014/main" id="{31120B03-E6C0-0552-1226-F189E6D7F0F4}"/>
                </a:ext>
              </a:extLst>
            </p:cNvPr>
            <p:cNvSpPr/>
            <p:nvPr/>
          </p:nvSpPr>
          <p:spPr>
            <a:xfrm>
              <a:off x="9250847"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257" name="Google Shape;1618;p22">
              <a:extLst>
                <a:ext uri="{FF2B5EF4-FFF2-40B4-BE49-F238E27FC236}">
                  <a16:creationId xmlns:a16="http://schemas.microsoft.com/office/drawing/2014/main" id="{646151B5-608B-0F67-7E18-810385542371}"/>
                </a:ext>
              </a:extLst>
            </p:cNvPr>
            <p:cNvSpPr/>
            <p:nvPr/>
          </p:nvSpPr>
          <p:spPr>
            <a:xfrm>
              <a:off x="8369659"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lang="en-US" dirty="0"/>
            </a:p>
          </p:txBody>
        </p:sp>
        <p:sp>
          <p:nvSpPr>
            <p:cNvPr id="277" name="Google Shape;1618;p22">
              <a:extLst>
                <a:ext uri="{FF2B5EF4-FFF2-40B4-BE49-F238E27FC236}">
                  <a16:creationId xmlns:a16="http://schemas.microsoft.com/office/drawing/2014/main" id="{516CE47C-2271-FA54-6287-35FDE098E3C2}"/>
                </a:ext>
              </a:extLst>
            </p:cNvPr>
            <p:cNvSpPr/>
            <p:nvPr/>
          </p:nvSpPr>
          <p:spPr>
            <a:xfrm>
              <a:off x="7488471"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sp>
          <p:nvSpPr>
            <p:cNvPr id="299" name="Google Shape;1618;p22">
              <a:extLst>
                <a:ext uri="{FF2B5EF4-FFF2-40B4-BE49-F238E27FC236}">
                  <a16:creationId xmlns:a16="http://schemas.microsoft.com/office/drawing/2014/main" id="{80168962-A285-1217-BFBB-C01A4EC18847}"/>
                </a:ext>
              </a:extLst>
            </p:cNvPr>
            <p:cNvSpPr/>
            <p:nvPr/>
          </p:nvSpPr>
          <p:spPr>
            <a:xfrm>
              <a:off x="6607283" y="3489156"/>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898525" eaLnBrk="0" fontAlgn="base" hangingPunct="0"/>
              <a:endParaRPr dirty="0"/>
            </a:p>
          </p:txBody>
        </p:sp>
      </p:grpSp>
      <p:grpSp>
        <p:nvGrpSpPr>
          <p:cNvPr id="630" name="Group 629">
            <a:extLst>
              <a:ext uri="{FF2B5EF4-FFF2-40B4-BE49-F238E27FC236}">
                <a16:creationId xmlns:a16="http://schemas.microsoft.com/office/drawing/2014/main" id="{731D2D00-8C90-9AE0-98F5-977DCBF69A0C}"/>
              </a:ext>
            </a:extLst>
          </p:cNvPr>
          <p:cNvGrpSpPr/>
          <p:nvPr/>
        </p:nvGrpSpPr>
        <p:grpSpPr>
          <a:xfrm>
            <a:off x="811445" y="2371976"/>
            <a:ext cx="11081278" cy="312991"/>
            <a:chOff x="811445" y="2524159"/>
            <a:chExt cx="11081278" cy="312991"/>
          </a:xfrm>
        </p:grpSpPr>
        <p:sp>
          <p:nvSpPr>
            <p:cNvPr id="117" name="Google Shape;1620;p22">
              <a:extLst>
                <a:ext uri="{FF2B5EF4-FFF2-40B4-BE49-F238E27FC236}">
                  <a16:creationId xmlns:a16="http://schemas.microsoft.com/office/drawing/2014/main" id="{969C5F27-050E-400E-87EA-48B837D5C09B}"/>
                </a:ext>
              </a:extLst>
            </p:cNvPr>
            <p:cNvSpPr/>
            <p:nvPr/>
          </p:nvSpPr>
          <p:spPr>
            <a:xfrm>
              <a:off x="811445" y="2524159"/>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أنس أبو حويلي</a:t>
              </a:r>
            </a:p>
          </p:txBody>
        </p:sp>
        <p:sp>
          <p:nvSpPr>
            <p:cNvPr id="15" name="Google Shape;1620;p22">
              <a:extLst>
                <a:ext uri="{FF2B5EF4-FFF2-40B4-BE49-F238E27FC236}">
                  <a16:creationId xmlns:a16="http://schemas.microsoft.com/office/drawing/2014/main" id="{4EC77964-7EF9-43A1-BCB4-421AA5D2AA04}"/>
                </a:ext>
              </a:extLst>
            </p:cNvPr>
            <p:cNvSpPr/>
            <p:nvPr/>
          </p:nvSpPr>
          <p:spPr>
            <a:xfrm>
              <a:off x="3963719"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 name="Google Shape;1620;p22">
              <a:extLst>
                <a:ext uri="{FF2B5EF4-FFF2-40B4-BE49-F238E27FC236}">
                  <a16:creationId xmlns:a16="http://schemas.microsoft.com/office/drawing/2014/main" id="{424444CC-D098-4816-9311-CCD15479CB39}"/>
                </a:ext>
              </a:extLst>
            </p:cNvPr>
            <p:cNvSpPr/>
            <p:nvPr/>
          </p:nvSpPr>
          <p:spPr>
            <a:xfrm>
              <a:off x="4404313"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 name="Google Shape;1620;p22">
              <a:extLst>
                <a:ext uri="{FF2B5EF4-FFF2-40B4-BE49-F238E27FC236}">
                  <a16:creationId xmlns:a16="http://schemas.microsoft.com/office/drawing/2014/main" id="{A43A99A5-3D39-4809-9C92-EC30306E6025}"/>
                </a:ext>
              </a:extLst>
            </p:cNvPr>
            <p:cNvSpPr/>
            <p:nvPr/>
          </p:nvSpPr>
          <p:spPr>
            <a:xfrm>
              <a:off x="4844907"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 name="Google Shape;1620;p22">
              <a:extLst>
                <a:ext uri="{FF2B5EF4-FFF2-40B4-BE49-F238E27FC236}">
                  <a16:creationId xmlns:a16="http://schemas.microsoft.com/office/drawing/2014/main" id="{6222262D-B41C-41E9-8E77-B5050AD632FE}"/>
                </a:ext>
              </a:extLst>
            </p:cNvPr>
            <p:cNvSpPr/>
            <p:nvPr/>
          </p:nvSpPr>
          <p:spPr>
            <a:xfrm>
              <a:off x="5285501"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9" name="Google Shape;1620;p22">
              <a:extLst>
                <a:ext uri="{FF2B5EF4-FFF2-40B4-BE49-F238E27FC236}">
                  <a16:creationId xmlns:a16="http://schemas.microsoft.com/office/drawing/2014/main" id="{47CF6B06-9D5A-4077-B436-2821F3412543}"/>
                </a:ext>
              </a:extLst>
            </p:cNvPr>
            <p:cNvSpPr/>
            <p:nvPr/>
          </p:nvSpPr>
          <p:spPr>
            <a:xfrm>
              <a:off x="5726095"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5" name="Google Shape;1620;p22">
              <a:extLst>
                <a:ext uri="{FF2B5EF4-FFF2-40B4-BE49-F238E27FC236}">
                  <a16:creationId xmlns:a16="http://schemas.microsoft.com/office/drawing/2014/main" id="{4389162E-5EA6-4E1E-B94A-605C6E69008A}"/>
                </a:ext>
              </a:extLst>
            </p:cNvPr>
            <p:cNvSpPr/>
            <p:nvPr/>
          </p:nvSpPr>
          <p:spPr>
            <a:xfrm>
              <a:off x="6166689"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1" name="Google Shape;1620;p22">
              <a:extLst>
                <a:ext uri="{FF2B5EF4-FFF2-40B4-BE49-F238E27FC236}">
                  <a16:creationId xmlns:a16="http://schemas.microsoft.com/office/drawing/2014/main" id="{DB6D2767-83EB-4077-AD78-5D56C7EDB78F}"/>
                </a:ext>
              </a:extLst>
            </p:cNvPr>
            <p:cNvSpPr/>
            <p:nvPr/>
          </p:nvSpPr>
          <p:spPr>
            <a:xfrm>
              <a:off x="7047877"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5" name="Google Shape;1620;p22">
              <a:extLst>
                <a:ext uri="{FF2B5EF4-FFF2-40B4-BE49-F238E27FC236}">
                  <a16:creationId xmlns:a16="http://schemas.microsoft.com/office/drawing/2014/main" id="{394E3875-E815-4B66-93BF-3168ED6328DF}"/>
                </a:ext>
              </a:extLst>
            </p:cNvPr>
            <p:cNvSpPr/>
            <p:nvPr/>
          </p:nvSpPr>
          <p:spPr>
            <a:xfrm>
              <a:off x="7929065"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9" name="Google Shape;1620;p22">
              <a:extLst>
                <a:ext uri="{FF2B5EF4-FFF2-40B4-BE49-F238E27FC236}">
                  <a16:creationId xmlns:a16="http://schemas.microsoft.com/office/drawing/2014/main" id="{30C685B3-16E8-4B44-B828-2F5AAB24FAA3}"/>
                </a:ext>
              </a:extLst>
            </p:cNvPr>
            <p:cNvSpPr/>
            <p:nvPr/>
          </p:nvSpPr>
          <p:spPr>
            <a:xfrm>
              <a:off x="8810253"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3" name="Google Shape;1620;p22">
              <a:extLst>
                <a:ext uri="{FF2B5EF4-FFF2-40B4-BE49-F238E27FC236}">
                  <a16:creationId xmlns:a16="http://schemas.microsoft.com/office/drawing/2014/main" id="{D768C50A-D4AD-459B-9D3A-2A42B13AA9DA}"/>
                </a:ext>
              </a:extLst>
            </p:cNvPr>
            <p:cNvSpPr/>
            <p:nvPr/>
          </p:nvSpPr>
          <p:spPr>
            <a:xfrm>
              <a:off x="9691441"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3" name="Google Shape;1620;p22">
              <a:extLst>
                <a:ext uri="{FF2B5EF4-FFF2-40B4-BE49-F238E27FC236}">
                  <a16:creationId xmlns:a16="http://schemas.microsoft.com/office/drawing/2014/main" id="{E17E691F-D6C4-420E-9046-CC32F0053379}"/>
                </a:ext>
              </a:extLst>
            </p:cNvPr>
            <p:cNvSpPr/>
            <p:nvPr/>
          </p:nvSpPr>
          <p:spPr>
            <a:xfrm>
              <a:off x="10572629"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4" name="Google Shape;1620;p22">
              <a:extLst>
                <a:ext uri="{FF2B5EF4-FFF2-40B4-BE49-F238E27FC236}">
                  <a16:creationId xmlns:a16="http://schemas.microsoft.com/office/drawing/2014/main" id="{3A357F41-2CAE-48CD-9C42-FB0416EA1870}"/>
                </a:ext>
              </a:extLst>
            </p:cNvPr>
            <p:cNvSpPr/>
            <p:nvPr/>
          </p:nvSpPr>
          <p:spPr>
            <a:xfrm>
              <a:off x="11013223"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4" name="Google Shape;1620;p22">
              <a:extLst>
                <a:ext uri="{FF2B5EF4-FFF2-40B4-BE49-F238E27FC236}">
                  <a16:creationId xmlns:a16="http://schemas.microsoft.com/office/drawing/2014/main" id="{8DC87C94-02A7-DEA3-1EBA-3FB2D3D6B049}"/>
                </a:ext>
              </a:extLst>
            </p:cNvPr>
            <p:cNvSpPr/>
            <p:nvPr/>
          </p:nvSpPr>
          <p:spPr>
            <a:xfrm>
              <a:off x="11453811"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0" name="Google Shape;1620;p22">
              <a:extLst>
                <a:ext uri="{FF2B5EF4-FFF2-40B4-BE49-F238E27FC236}">
                  <a16:creationId xmlns:a16="http://schemas.microsoft.com/office/drawing/2014/main" id="{BFEA71C4-DEA3-D13F-F3EC-C7D9357A04A9}"/>
                </a:ext>
              </a:extLst>
            </p:cNvPr>
            <p:cNvSpPr/>
            <p:nvPr/>
          </p:nvSpPr>
          <p:spPr>
            <a:xfrm>
              <a:off x="10132035"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4" name="Google Shape;1620;p22">
              <a:extLst>
                <a:ext uri="{FF2B5EF4-FFF2-40B4-BE49-F238E27FC236}">
                  <a16:creationId xmlns:a16="http://schemas.microsoft.com/office/drawing/2014/main" id="{D9C2D3FD-16A3-CF00-EFDA-912E65C0EE41}"/>
                </a:ext>
              </a:extLst>
            </p:cNvPr>
            <p:cNvSpPr/>
            <p:nvPr/>
          </p:nvSpPr>
          <p:spPr>
            <a:xfrm>
              <a:off x="9250847"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58" name="Google Shape;1620;p22">
              <a:extLst>
                <a:ext uri="{FF2B5EF4-FFF2-40B4-BE49-F238E27FC236}">
                  <a16:creationId xmlns:a16="http://schemas.microsoft.com/office/drawing/2014/main" id="{281F89F0-6B16-5DA5-A0DC-F6364BBABCC5}"/>
                </a:ext>
              </a:extLst>
            </p:cNvPr>
            <p:cNvSpPr/>
            <p:nvPr/>
          </p:nvSpPr>
          <p:spPr>
            <a:xfrm>
              <a:off x="8369659"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8" name="Google Shape;1620;p22">
              <a:extLst>
                <a:ext uri="{FF2B5EF4-FFF2-40B4-BE49-F238E27FC236}">
                  <a16:creationId xmlns:a16="http://schemas.microsoft.com/office/drawing/2014/main" id="{789C6BF2-35BE-5492-1EBB-C53A3AD9CFB1}"/>
                </a:ext>
              </a:extLst>
            </p:cNvPr>
            <p:cNvSpPr/>
            <p:nvPr/>
          </p:nvSpPr>
          <p:spPr>
            <a:xfrm>
              <a:off x="7488471"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0" name="Google Shape;1620;p22">
              <a:extLst>
                <a:ext uri="{FF2B5EF4-FFF2-40B4-BE49-F238E27FC236}">
                  <a16:creationId xmlns:a16="http://schemas.microsoft.com/office/drawing/2014/main" id="{A7279237-B847-E9F9-A90A-2263A1DF090D}"/>
                </a:ext>
              </a:extLst>
            </p:cNvPr>
            <p:cNvSpPr/>
            <p:nvPr/>
          </p:nvSpPr>
          <p:spPr>
            <a:xfrm>
              <a:off x="6607283" y="2524159"/>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1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1" name="Group 630">
            <a:extLst>
              <a:ext uri="{FF2B5EF4-FFF2-40B4-BE49-F238E27FC236}">
                <a16:creationId xmlns:a16="http://schemas.microsoft.com/office/drawing/2014/main" id="{576F51D9-701A-0B3B-F39F-6D2A4C7D2F2B}"/>
              </a:ext>
            </a:extLst>
          </p:cNvPr>
          <p:cNvGrpSpPr/>
          <p:nvPr/>
        </p:nvGrpSpPr>
        <p:grpSpPr>
          <a:xfrm>
            <a:off x="811445" y="2692829"/>
            <a:ext cx="11081278" cy="312991"/>
            <a:chOff x="811445" y="2843217"/>
            <a:chExt cx="11081278" cy="312991"/>
          </a:xfrm>
        </p:grpSpPr>
        <p:sp>
          <p:nvSpPr>
            <p:cNvPr id="118" name="Google Shape;1621;p22">
              <a:extLst>
                <a:ext uri="{FF2B5EF4-FFF2-40B4-BE49-F238E27FC236}">
                  <a16:creationId xmlns:a16="http://schemas.microsoft.com/office/drawing/2014/main" id="{B4C3DE57-6DF1-4C32-B4EB-53F38648872A}"/>
                </a:ext>
              </a:extLst>
            </p:cNvPr>
            <p:cNvSpPr/>
            <p:nvPr/>
          </p:nvSpPr>
          <p:spPr>
            <a:xfrm>
              <a:off x="811445" y="2843217"/>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استشاري أول</a:t>
              </a:r>
            </a:p>
          </p:txBody>
        </p:sp>
        <p:sp>
          <p:nvSpPr>
            <p:cNvPr id="16" name="Google Shape;1621;p22">
              <a:extLst>
                <a:ext uri="{FF2B5EF4-FFF2-40B4-BE49-F238E27FC236}">
                  <a16:creationId xmlns:a16="http://schemas.microsoft.com/office/drawing/2014/main" id="{61B93386-19BC-4F21-8ECF-EE0B787B9797}"/>
                </a:ext>
              </a:extLst>
            </p:cNvPr>
            <p:cNvSpPr/>
            <p:nvPr/>
          </p:nvSpPr>
          <p:spPr>
            <a:xfrm>
              <a:off x="3963719"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 name="Google Shape;1621;p22">
              <a:extLst>
                <a:ext uri="{FF2B5EF4-FFF2-40B4-BE49-F238E27FC236}">
                  <a16:creationId xmlns:a16="http://schemas.microsoft.com/office/drawing/2014/main" id="{36DED4AF-7450-4D41-99BC-420482863BD2}"/>
                </a:ext>
              </a:extLst>
            </p:cNvPr>
            <p:cNvSpPr/>
            <p:nvPr/>
          </p:nvSpPr>
          <p:spPr>
            <a:xfrm>
              <a:off x="4404313"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 name="Google Shape;1621;p22">
              <a:extLst>
                <a:ext uri="{FF2B5EF4-FFF2-40B4-BE49-F238E27FC236}">
                  <a16:creationId xmlns:a16="http://schemas.microsoft.com/office/drawing/2014/main" id="{52F74A9D-E3E7-4331-9458-E5DE13D43539}"/>
                </a:ext>
              </a:extLst>
            </p:cNvPr>
            <p:cNvSpPr/>
            <p:nvPr/>
          </p:nvSpPr>
          <p:spPr>
            <a:xfrm>
              <a:off x="4844907"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4" name="Google Shape;1621;p22">
              <a:extLst>
                <a:ext uri="{FF2B5EF4-FFF2-40B4-BE49-F238E27FC236}">
                  <a16:creationId xmlns:a16="http://schemas.microsoft.com/office/drawing/2014/main" id="{6C1FE020-21A7-4413-8A17-59D7C8250980}"/>
                </a:ext>
              </a:extLst>
            </p:cNvPr>
            <p:cNvSpPr/>
            <p:nvPr/>
          </p:nvSpPr>
          <p:spPr>
            <a:xfrm>
              <a:off x="5285501"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0" name="Google Shape;1621;p22">
              <a:extLst>
                <a:ext uri="{FF2B5EF4-FFF2-40B4-BE49-F238E27FC236}">
                  <a16:creationId xmlns:a16="http://schemas.microsoft.com/office/drawing/2014/main" id="{DA6713D2-4592-4D65-9839-113644223617}"/>
                </a:ext>
              </a:extLst>
            </p:cNvPr>
            <p:cNvSpPr/>
            <p:nvPr/>
          </p:nvSpPr>
          <p:spPr>
            <a:xfrm>
              <a:off x="5726095"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6" name="Google Shape;1621;p22">
              <a:extLst>
                <a:ext uri="{FF2B5EF4-FFF2-40B4-BE49-F238E27FC236}">
                  <a16:creationId xmlns:a16="http://schemas.microsoft.com/office/drawing/2014/main" id="{C7943B6E-FE57-4152-9D47-5F8FECE77A78}"/>
                </a:ext>
              </a:extLst>
            </p:cNvPr>
            <p:cNvSpPr/>
            <p:nvPr/>
          </p:nvSpPr>
          <p:spPr>
            <a:xfrm>
              <a:off x="6166689"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8" name="Google Shape;1622;p22">
              <a:extLst>
                <a:ext uri="{FF2B5EF4-FFF2-40B4-BE49-F238E27FC236}">
                  <a16:creationId xmlns:a16="http://schemas.microsoft.com/office/drawing/2014/main" id="{18B858C9-36AD-4EE7-92B8-597AF12AA1FD}"/>
                </a:ext>
              </a:extLst>
            </p:cNvPr>
            <p:cNvSpPr/>
            <p:nvPr/>
          </p:nvSpPr>
          <p:spPr>
            <a:xfrm>
              <a:off x="7047877"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9" name="Google Shape;1622;p22">
              <a:extLst>
                <a:ext uri="{FF2B5EF4-FFF2-40B4-BE49-F238E27FC236}">
                  <a16:creationId xmlns:a16="http://schemas.microsoft.com/office/drawing/2014/main" id="{060B17F9-355F-480E-B53F-2FE887384A94}"/>
                </a:ext>
              </a:extLst>
            </p:cNvPr>
            <p:cNvSpPr/>
            <p:nvPr/>
          </p:nvSpPr>
          <p:spPr>
            <a:xfrm>
              <a:off x="7929065"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0" name="Google Shape;1622;p22">
              <a:extLst>
                <a:ext uri="{FF2B5EF4-FFF2-40B4-BE49-F238E27FC236}">
                  <a16:creationId xmlns:a16="http://schemas.microsoft.com/office/drawing/2014/main" id="{88F0A88B-C341-47E9-8361-EFEE4FB9EDB6}"/>
                </a:ext>
              </a:extLst>
            </p:cNvPr>
            <p:cNvSpPr/>
            <p:nvPr/>
          </p:nvSpPr>
          <p:spPr>
            <a:xfrm>
              <a:off x="8810253"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1" name="Google Shape;1623;p22">
              <a:extLst>
                <a:ext uri="{FF2B5EF4-FFF2-40B4-BE49-F238E27FC236}">
                  <a16:creationId xmlns:a16="http://schemas.microsoft.com/office/drawing/2014/main" id="{EE2EF129-2859-4B1B-95FA-C0CBC4ED47DA}"/>
                </a:ext>
              </a:extLst>
            </p:cNvPr>
            <p:cNvSpPr/>
            <p:nvPr/>
          </p:nvSpPr>
          <p:spPr>
            <a:xfrm>
              <a:off x="9691441"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9" name="Google Shape;1621;p22">
              <a:extLst>
                <a:ext uri="{FF2B5EF4-FFF2-40B4-BE49-F238E27FC236}">
                  <a16:creationId xmlns:a16="http://schemas.microsoft.com/office/drawing/2014/main" id="{BE2AD52C-5FDB-429F-ACC1-57EA92A5B34A}"/>
                </a:ext>
              </a:extLst>
            </p:cNvPr>
            <p:cNvSpPr/>
            <p:nvPr/>
          </p:nvSpPr>
          <p:spPr>
            <a:xfrm>
              <a:off x="10572629"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0" name="Google Shape;1621;p22">
              <a:extLst>
                <a:ext uri="{FF2B5EF4-FFF2-40B4-BE49-F238E27FC236}">
                  <a16:creationId xmlns:a16="http://schemas.microsoft.com/office/drawing/2014/main" id="{9B97A1D2-DEFB-464E-B27C-95695F2A40C3}"/>
                </a:ext>
              </a:extLst>
            </p:cNvPr>
            <p:cNvSpPr/>
            <p:nvPr/>
          </p:nvSpPr>
          <p:spPr>
            <a:xfrm>
              <a:off x="11013223"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6" name="Google Shape;1621;p22">
              <a:extLst>
                <a:ext uri="{FF2B5EF4-FFF2-40B4-BE49-F238E27FC236}">
                  <a16:creationId xmlns:a16="http://schemas.microsoft.com/office/drawing/2014/main" id="{EBBBCA45-0E8C-1F50-A54A-E2CA837999E4}"/>
                </a:ext>
              </a:extLst>
            </p:cNvPr>
            <p:cNvSpPr/>
            <p:nvPr/>
          </p:nvSpPr>
          <p:spPr>
            <a:xfrm>
              <a:off x="11453811"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2" name="Google Shape;1621;p22">
              <a:extLst>
                <a:ext uri="{FF2B5EF4-FFF2-40B4-BE49-F238E27FC236}">
                  <a16:creationId xmlns:a16="http://schemas.microsoft.com/office/drawing/2014/main" id="{5F40DA7F-7EFC-B13E-5183-BABF1580F765}"/>
                </a:ext>
              </a:extLst>
            </p:cNvPr>
            <p:cNvSpPr/>
            <p:nvPr/>
          </p:nvSpPr>
          <p:spPr>
            <a:xfrm>
              <a:off x="10132035"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7" name="Google Shape;1621;p22">
              <a:extLst>
                <a:ext uri="{FF2B5EF4-FFF2-40B4-BE49-F238E27FC236}">
                  <a16:creationId xmlns:a16="http://schemas.microsoft.com/office/drawing/2014/main" id="{F9856485-E6CC-00FD-C36A-C70D4CD5A79A}"/>
                </a:ext>
              </a:extLst>
            </p:cNvPr>
            <p:cNvSpPr/>
            <p:nvPr/>
          </p:nvSpPr>
          <p:spPr>
            <a:xfrm>
              <a:off x="9250847"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0" name="Google Shape;1621;p22">
              <a:extLst>
                <a:ext uri="{FF2B5EF4-FFF2-40B4-BE49-F238E27FC236}">
                  <a16:creationId xmlns:a16="http://schemas.microsoft.com/office/drawing/2014/main" id="{C56876DD-31CB-B10F-BCB6-8A977A38888F}"/>
                </a:ext>
              </a:extLst>
            </p:cNvPr>
            <p:cNvSpPr/>
            <p:nvPr/>
          </p:nvSpPr>
          <p:spPr>
            <a:xfrm>
              <a:off x="8369659"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2" name="Google Shape;1621;p22">
              <a:extLst>
                <a:ext uri="{FF2B5EF4-FFF2-40B4-BE49-F238E27FC236}">
                  <a16:creationId xmlns:a16="http://schemas.microsoft.com/office/drawing/2014/main" id="{BF927093-EB87-9F9C-6882-AC5CAE20AA89}"/>
                </a:ext>
              </a:extLst>
            </p:cNvPr>
            <p:cNvSpPr/>
            <p:nvPr/>
          </p:nvSpPr>
          <p:spPr>
            <a:xfrm>
              <a:off x="7488471"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2" name="Google Shape;1621;p22">
              <a:extLst>
                <a:ext uri="{FF2B5EF4-FFF2-40B4-BE49-F238E27FC236}">
                  <a16:creationId xmlns:a16="http://schemas.microsoft.com/office/drawing/2014/main" id="{1C3611C1-D22A-C5D5-0575-D34CE679062E}"/>
                </a:ext>
              </a:extLst>
            </p:cNvPr>
            <p:cNvSpPr/>
            <p:nvPr/>
          </p:nvSpPr>
          <p:spPr>
            <a:xfrm>
              <a:off x="6607283" y="2843217"/>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5" name="Group 634">
            <a:extLst>
              <a:ext uri="{FF2B5EF4-FFF2-40B4-BE49-F238E27FC236}">
                <a16:creationId xmlns:a16="http://schemas.microsoft.com/office/drawing/2014/main" id="{166D76E5-2B4E-B9A2-BDA5-2B2B191FC177}"/>
              </a:ext>
            </a:extLst>
          </p:cNvPr>
          <p:cNvGrpSpPr/>
          <p:nvPr/>
        </p:nvGrpSpPr>
        <p:grpSpPr>
          <a:xfrm>
            <a:off x="811445" y="1730269"/>
            <a:ext cx="11081278" cy="312992"/>
            <a:chOff x="811445" y="1566983"/>
            <a:chExt cx="11081278" cy="312992"/>
          </a:xfrm>
        </p:grpSpPr>
        <p:sp>
          <p:nvSpPr>
            <p:cNvPr id="114" name="Google Shape;1616;p22">
              <a:extLst>
                <a:ext uri="{FF2B5EF4-FFF2-40B4-BE49-F238E27FC236}">
                  <a16:creationId xmlns:a16="http://schemas.microsoft.com/office/drawing/2014/main" id="{F1B3D998-F006-4B81-9151-4A4115E67A2F}"/>
                </a:ext>
              </a:extLst>
            </p:cNvPr>
            <p:cNvSpPr/>
            <p:nvPr/>
          </p:nvSpPr>
          <p:spPr>
            <a:xfrm>
              <a:off x="811445" y="1566983"/>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د. شهاب البرعي</a:t>
              </a:r>
            </a:p>
          </p:txBody>
        </p:sp>
        <p:sp>
          <p:nvSpPr>
            <p:cNvPr id="12" name="Google Shape;1616;p22">
              <a:extLst>
                <a:ext uri="{FF2B5EF4-FFF2-40B4-BE49-F238E27FC236}">
                  <a16:creationId xmlns:a16="http://schemas.microsoft.com/office/drawing/2014/main" id="{E2B3DE8B-DCEB-497E-AA94-B478A7486D22}"/>
                </a:ext>
              </a:extLst>
            </p:cNvPr>
            <p:cNvSpPr/>
            <p:nvPr/>
          </p:nvSpPr>
          <p:spPr>
            <a:xfrm>
              <a:off x="3963719"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 name="Google Shape;1616;p22">
              <a:extLst>
                <a:ext uri="{FF2B5EF4-FFF2-40B4-BE49-F238E27FC236}">
                  <a16:creationId xmlns:a16="http://schemas.microsoft.com/office/drawing/2014/main" id="{88EA82E6-9EBC-470A-9D31-47F97547D281}"/>
                </a:ext>
              </a:extLst>
            </p:cNvPr>
            <p:cNvSpPr/>
            <p:nvPr/>
          </p:nvSpPr>
          <p:spPr>
            <a:xfrm>
              <a:off x="4404313"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 name="Google Shape;1616;p22">
              <a:extLst>
                <a:ext uri="{FF2B5EF4-FFF2-40B4-BE49-F238E27FC236}">
                  <a16:creationId xmlns:a16="http://schemas.microsoft.com/office/drawing/2014/main" id="{0968E9B2-9F38-41B2-B72D-F4149614C2E3}"/>
                </a:ext>
              </a:extLst>
            </p:cNvPr>
            <p:cNvSpPr/>
            <p:nvPr/>
          </p:nvSpPr>
          <p:spPr>
            <a:xfrm>
              <a:off x="4844907"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 name="Google Shape;1616;p22">
              <a:extLst>
                <a:ext uri="{FF2B5EF4-FFF2-40B4-BE49-F238E27FC236}">
                  <a16:creationId xmlns:a16="http://schemas.microsoft.com/office/drawing/2014/main" id="{9088E3F8-1EEB-46E3-BCBB-3EA14C50BA47}"/>
                </a:ext>
              </a:extLst>
            </p:cNvPr>
            <p:cNvSpPr/>
            <p:nvPr/>
          </p:nvSpPr>
          <p:spPr>
            <a:xfrm>
              <a:off x="5285501"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6" name="Google Shape;1616;p22">
              <a:extLst>
                <a:ext uri="{FF2B5EF4-FFF2-40B4-BE49-F238E27FC236}">
                  <a16:creationId xmlns:a16="http://schemas.microsoft.com/office/drawing/2014/main" id="{AC7BABC1-9AF7-4ED8-B589-B205A77E95A4}"/>
                </a:ext>
              </a:extLst>
            </p:cNvPr>
            <p:cNvSpPr/>
            <p:nvPr/>
          </p:nvSpPr>
          <p:spPr>
            <a:xfrm>
              <a:off x="5726095"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2" name="Google Shape;1616;p22">
              <a:extLst>
                <a:ext uri="{FF2B5EF4-FFF2-40B4-BE49-F238E27FC236}">
                  <a16:creationId xmlns:a16="http://schemas.microsoft.com/office/drawing/2014/main" id="{C07AF8D5-5E36-4CAD-96F7-B1DEE19E6B51}"/>
                </a:ext>
              </a:extLst>
            </p:cNvPr>
            <p:cNvSpPr/>
            <p:nvPr/>
          </p:nvSpPr>
          <p:spPr>
            <a:xfrm>
              <a:off x="6166689"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8" name="Google Shape;1616;p22">
              <a:extLst>
                <a:ext uri="{FF2B5EF4-FFF2-40B4-BE49-F238E27FC236}">
                  <a16:creationId xmlns:a16="http://schemas.microsoft.com/office/drawing/2014/main" id="{6A26AC32-3ED0-46A1-8482-C9BD409A6317}"/>
                </a:ext>
              </a:extLst>
            </p:cNvPr>
            <p:cNvSpPr/>
            <p:nvPr/>
          </p:nvSpPr>
          <p:spPr>
            <a:xfrm>
              <a:off x="7047877"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2" name="Google Shape;1616;p22">
              <a:extLst>
                <a:ext uri="{FF2B5EF4-FFF2-40B4-BE49-F238E27FC236}">
                  <a16:creationId xmlns:a16="http://schemas.microsoft.com/office/drawing/2014/main" id="{A079FAD8-69E3-4E09-A7B3-441B04941497}"/>
                </a:ext>
              </a:extLst>
            </p:cNvPr>
            <p:cNvSpPr/>
            <p:nvPr/>
          </p:nvSpPr>
          <p:spPr>
            <a:xfrm>
              <a:off x="7929065"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56" name="Google Shape;1616;p22">
              <a:extLst>
                <a:ext uri="{FF2B5EF4-FFF2-40B4-BE49-F238E27FC236}">
                  <a16:creationId xmlns:a16="http://schemas.microsoft.com/office/drawing/2014/main" id="{29576C01-AF4A-42D8-BC89-623C1211FD82}"/>
                </a:ext>
              </a:extLst>
            </p:cNvPr>
            <p:cNvSpPr/>
            <p:nvPr/>
          </p:nvSpPr>
          <p:spPr>
            <a:xfrm>
              <a:off x="8810253"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0" name="Google Shape;1616;p22">
              <a:extLst>
                <a:ext uri="{FF2B5EF4-FFF2-40B4-BE49-F238E27FC236}">
                  <a16:creationId xmlns:a16="http://schemas.microsoft.com/office/drawing/2014/main" id="{5B09BBB9-6CB4-448A-8B3C-0C8BF4944652}"/>
                </a:ext>
              </a:extLst>
            </p:cNvPr>
            <p:cNvSpPr/>
            <p:nvPr/>
          </p:nvSpPr>
          <p:spPr>
            <a:xfrm>
              <a:off x="9691441"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1" name="Google Shape;1616;p22">
              <a:extLst>
                <a:ext uri="{FF2B5EF4-FFF2-40B4-BE49-F238E27FC236}">
                  <a16:creationId xmlns:a16="http://schemas.microsoft.com/office/drawing/2014/main" id="{8FA01699-4546-4181-8484-E7755170086D}"/>
                </a:ext>
              </a:extLst>
            </p:cNvPr>
            <p:cNvSpPr/>
            <p:nvPr/>
          </p:nvSpPr>
          <p:spPr>
            <a:xfrm>
              <a:off x="10572629"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2" name="Google Shape;1616;p22">
              <a:extLst>
                <a:ext uri="{FF2B5EF4-FFF2-40B4-BE49-F238E27FC236}">
                  <a16:creationId xmlns:a16="http://schemas.microsoft.com/office/drawing/2014/main" id="{9B78446F-76DC-44AF-8D0A-600843CFBD84}"/>
                </a:ext>
              </a:extLst>
            </p:cNvPr>
            <p:cNvSpPr/>
            <p:nvPr/>
          </p:nvSpPr>
          <p:spPr>
            <a:xfrm>
              <a:off x="11013223"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9" name="Google Shape;1616;p22">
              <a:extLst>
                <a:ext uri="{FF2B5EF4-FFF2-40B4-BE49-F238E27FC236}">
                  <a16:creationId xmlns:a16="http://schemas.microsoft.com/office/drawing/2014/main" id="{7E65AC12-3230-09CC-90D5-EF59BB3BD44D}"/>
                </a:ext>
              </a:extLst>
            </p:cNvPr>
            <p:cNvSpPr/>
            <p:nvPr/>
          </p:nvSpPr>
          <p:spPr>
            <a:xfrm>
              <a:off x="11453811"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5" name="Google Shape;1616;p22">
              <a:extLst>
                <a:ext uri="{FF2B5EF4-FFF2-40B4-BE49-F238E27FC236}">
                  <a16:creationId xmlns:a16="http://schemas.microsoft.com/office/drawing/2014/main" id="{EA63F373-4B46-90DE-E507-89CE58184384}"/>
                </a:ext>
              </a:extLst>
            </p:cNvPr>
            <p:cNvSpPr/>
            <p:nvPr/>
          </p:nvSpPr>
          <p:spPr>
            <a:xfrm>
              <a:off x="10132035"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2" name="Google Shape;1616;p22">
              <a:extLst>
                <a:ext uri="{FF2B5EF4-FFF2-40B4-BE49-F238E27FC236}">
                  <a16:creationId xmlns:a16="http://schemas.microsoft.com/office/drawing/2014/main" id="{32F29A3A-2E9E-00D7-D0DB-7AE9C819EECE}"/>
                </a:ext>
              </a:extLst>
            </p:cNvPr>
            <p:cNvSpPr/>
            <p:nvPr/>
          </p:nvSpPr>
          <p:spPr>
            <a:xfrm>
              <a:off x="9250847"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5" name="Google Shape;1616;p22">
              <a:extLst>
                <a:ext uri="{FF2B5EF4-FFF2-40B4-BE49-F238E27FC236}">
                  <a16:creationId xmlns:a16="http://schemas.microsoft.com/office/drawing/2014/main" id="{15476FEF-84C5-5345-F467-A8F4D0B486EF}"/>
                </a:ext>
              </a:extLst>
            </p:cNvPr>
            <p:cNvSpPr/>
            <p:nvPr/>
          </p:nvSpPr>
          <p:spPr>
            <a:xfrm>
              <a:off x="8369659"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5" name="Google Shape;1616;p22">
              <a:extLst>
                <a:ext uri="{FF2B5EF4-FFF2-40B4-BE49-F238E27FC236}">
                  <a16:creationId xmlns:a16="http://schemas.microsoft.com/office/drawing/2014/main" id="{D9032A0E-D153-09BB-A97F-F870A9222179}"/>
                </a:ext>
              </a:extLst>
            </p:cNvPr>
            <p:cNvSpPr/>
            <p:nvPr/>
          </p:nvSpPr>
          <p:spPr>
            <a:xfrm>
              <a:off x="7488471"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7" name="Google Shape;1616;p22">
              <a:extLst>
                <a:ext uri="{FF2B5EF4-FFF2-40B4-BE49-F238E27FC236}">
                  <a16:creationId xmlns:a16="http://schemas.microsoft.com/office/drawing/2014/main" id="{BFAFC834-18FF-E2BD-8190-31EF3E5EA6A7}"/>
                </a:ext>
              </a:extLst>
            </p:cNvPr>
            <p:cNvSpPr/>
            <p:nvPr/>
          </p:nvSpPr>
          <p:spPr>
            <a:xfrm>
              <a:off x="6607283" y="1566984"/>
              <a:ext cx="438912" cy="312991"/>
            </a:xfrm>
            <a:prstGeom prst="rect">
              <a:avLst/>
            </a:prstGeom>
            <a:pattFill prst="dkUpDiag">
              <a:fgClr>
                <a:schemeClr val="tx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sz="1400" b="0" i="0" u="none" strike="noStrike" kern="1200" cap="none" spc="0" normalizeH="0" baseline="0" noProof="0" dirty="0">
                <a:ln>
                  <a:noFill/>
                </a:ln>
                <a:solidFill>
                  <a:srgbClr val="000000"/>
                </a:solidFill>
                <a:effectLst/>
                <a:uLnTx/>
                <a:uFillTx/>
                <a:latin typeface="Arial"/>
                <a:cs typeface="Arial"/>
                <a:sym typeface="Arial"/>
              </a:endParaRPr>
            </a:p>
          </p:txBody>
        </p:sp>
      </p:grpSp>
      <p:sp>
        <p:nvSpPr>
          <p:cNvPr id="120" name="Google Shape;1890;p22">
            <a:extLst>
              <a:ext uri="{FF2B5EF4-FFF2-40B4-BE49-F238E27FC236}">
                <a16:creationId xmlns:a16="http://schemas.microsoft.com/office/drawing/2014/main" id="{F6E366CB-009A-4464-8FF6-B075045E7630}"/>
              </a:ext>
            </a:extLst>
          </p:cNvPr>
          <p:cNvSpPr txBox="1"/>
          <p:nvPr/>
        </p:nvSpPr>
        <p:spPr>
          <a:xfrm rot="16200000">
            <a:off x="-320997" y="5078598"/>
            <a:ext cx="1608281" cy="369332"/>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200" b="1" strike="noStrike" kern="1200" cap="none" spc="0" normalizeH="0" noProof="0" dirty="0">
                <a:ln>
                  <a:noFill/>
                </a:ln>
                <a:solidFill>
                  <a:srgbClr val="A32020"/>
                </a:solidFill>
                <a:effectLst/>
                <a:uLnTx/>
                <a:uFillTx/>
                <a:latin typeface="Arial"/>
                <a:ea typeface="Arial"/>
                <a:cs typeface="Arial"/>
                <a:sym typeface="Arial"/>
              </a:rPr>
              <a:t>فريق الخبراء</a:t>
            </a:r>
            <a:r>
              <a:rPr lang="ar-SA" dirty="0">
                <a:cs typeface="Arial" charset="0"/>
              </a:rPr>
              <a:t> </a:t>
            </a:r>
            <a:br>
              <a:rPr kumimoji="0" lang="en-GB" sz="1200" b="1" i="1" u="none" strike="noStrike" kern="1200" cap="none" spc="0" normalizeH="0" baseline="0" noProof="0" dirty="0">
                <a:ln>
                  <a:noFill/>
                </a:ln>
                <a:solidFill>
                  <a:srgbClr val="A32020"/>
                </a:solidFill>
                <a:effectLst/>
                <a:uLnTx/>
                <a:uFillTx/>
                <a:latin typeface="Arial"/>
                <a:ea typeface="Arial"/>
                <a:cs typeface="Arial"/>
                <a:sym typeface="Arial"/>
              </a:rPr>
            </a:br>
            <a:endParaRPr kumimoji="0" lang="en-GB" sz="1200" b="1" i="1" u="none" strike="noStrike" kern="1200" cap="none" spc="0" normalizeH="0" baseline="0" noProof="0" dirty="0">
              <a:ln>
                <a:noFill/>
              </a:ln>
              <a:solidFill>
                <a:srgbClr val="A32020"/>
              </a:solidFill>
              <a:effectLst/>
              <a:uLnTx/>
              <a:uFillTx/>
              <a:latin typeface="Arial"/>
              <a:ea typeface="Arial"/>
              <a:cs typeface="Arial"/>
              <a:sym typeface="Arial"/>
            </a:endParaRPr>
          </a:p>
        </p:txBody>
      </p:sp>
      <p:grpSp>
        <p:nvGrpSpPr>
          <p:cNvPr id="639" name="Group 638">
            <a:extLst>
              <a:ext uri="{FF2B5EF4-FFF2-40B4-BE49-F238E27FC236}">
                <a16:creationId xmlns:a16="http://schemas.microsoft.com/office/drawing/2014/main" id="{3DBB1FA8-62AB-22CB-F8EA-2EC254815545}"/>
              </a:ext>
            </a:extLst>
          </p:cNvPr>
          <p:cNvGrpSpPr/>
          <p:nvPr/>
        </p:nvGrpSpPr>
        <p:grpSpPr>
          <a:xfrm>
            <a:off x="811445" y="4617951"/>
            <a:ext cx="11081278" cy="312991"/>
            <a:chOff x="811445" y="4466147"/>
            <a:chExt cx="11081278" cy="312991"/>
          </a:xfrm>
        </p:grpSpPr>
        <p:sp>
          <p:nvSpPr>
            <p:cNvPr id="129" name="Google Shape;1625;p22">
              <a:extLst>
                <a:ext uri="{FF2B5EF4-FFF2-40B4-BE49-F238E27FC236}">
                  <a16:creationId xmlns:a16="http://schemas.microsoft.com/office/drawing/2014/main" id="{19366534-FA93-49FF-80E1-D7EA47214CB9}"/>
                </a:ext>
              </a:extLst>
            </p:cNvPr>
            <p:cNvSpPr/>
            <p:nvPr/>
          </p:nvSpPr>
          <p:spPr>
            <a:xfrm>
              <a:off x="811445" y="4466147"/>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بيرت جيفارا</a:t>
              </a:r>
            </a:p>
          </p:txBody>
        </p:sp>
        <p:sp>
          <p:nvSpPr>
            <p:cNvPr id="72" name="Google Shape;1624;p22">
              <a:extLst>
                <a:ext uri="{FF2B5EF4-FFF2-40B4-BE49-F238E27FC236}">
                  <a16:creationId xmlns:a16="http://schemas.microsoft.com/office/drawing/2014/main" id="{F214943B-8503-4140-91DA-69C1814DB3E9}"/>
                </a:ext>
              </a:extLst>
            </p:cNvPr>
            <p:cNvSpPr/>
            <p:nvPr/>
          </p:nvSpPr>
          <p:spPr>
            <a:xfrm>
              <a:off x="3963719"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5" name="Google Shape;1624;p22">
              <a:extLst>
                <a:ext uri="{FF2B5EF4-FFF2-40B4-BE49-F238E27FC236}">
                  <a16:creationId xmlns:a16="http://schemas.microsoft.com/office/drawing/2014/main" id="{16AFC2E0-F092-43B5-BA60-573A39D36498}"/>
                </a:ext>
              </a:extLst>
            </p:cNvPr>
            <p:cNvSpPr/>
            <p:nvPr/>
          </p:nvSpPr>
          <p:spPr>
            <a:xfrm>
              <a:off x="4404313"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8" name="Google Shape;1624;p22">
              <a:extLst>
                <a:ext uri="{FF2B5EF4-FFF2-40B4-BE49-F238E27FC236}">
                  <a16:creationId xmlns:a16="http://schemas.microsoft.com/office/drawing/2014/main" id="{0CF9A607-8B35-4172-A097-10BC7629645F}"/>
                </a:ext>
              </a:extLst>
            </p:cNvPr>
            <p:cNvSpPr/>
            <p:nvPr/>
          </p:nvSpPr>
          <p:spPr>
            <a:xfrm>
              <a:off x="4844907"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1" name="Google Shape;1624;p22">
              <a:extLst>
                <a:ext uri="{FF2B5EF4-FFF2-40B4-BE49-F238E27FC236}">
                  <a16:creationId xmlns:a16="http://schemas.microsoft.com/office/drawing/2014/main" id="{BD9F962D-7B5E-40FE-8283-8777630739A6}"/>
                </a:ext>
              </a:extLst>
            </p:cNvPr>
            <p:cNvSpPr/>
            <p:nvPr/>
          </p:nvSpPr>
          <p:spPr>
            <a:xfrm>
              <a:off x="5285501"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4" name="Google Shape;1624;p22">
              <a:extLst>
                <a:ext uri="{FF2B5EF4-FFF2-40B4-BE49-F238E27FC236}">
                  <a16:creationId xmlns:a16="http://schemas.microsoft.com/office/drawing/2014/main" id="{70A515D7-FF23-4BED-A353-2F802AC645FF}"/>
                </a:ext>
              </a:extLst>
            </p:cNvPr>
            <p:cNvSpPr/>
            <p:nvPr/>
          </p:nvSpPr>
          <p:spPr>
            <a:xfrm>
              <a:off x="5726095"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7" name="Google Shape;1624;p22">
              <a:extLst>
                <a:ext uri="{FF2B5EF4-FFF2-40B4-BE49-F238E27FC236}">
                  <a16:creationId xmlns:a16="http://schemas.microsoft.com/office/drawing/2014/main" id="{45987BCF-4272-45B8-91D8-D0BC8C8E4733}"/>
                </a:ext>
              </a:extLst>
            </p:cNvPr>
            <p:cNvSpPr/>
            <p:nvPr/>
          </p:nvSpPr>
          <p:spPr>
            <a:xfrm>
              <a:off x="6166689"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0" name="Google Shape;1624;p22">
              <a:extLst>
                <a:ext uri="{FF2B5EF4-FFF2-40B4-BE49-F238E27FC236}">
                  <a16:creationId xmlns:a16="http://schemas.microsoft.com/office/drawing/2014/main" id="{4FB724D7-C512-41B8-A4A4-F2DE16BAAE19}"/>
                </a:ext>
              </a:extLst>
            </p:cNvPr>
            <p:cNvSpPr/>
            <p:nvPr/>
          </p:nvSpPr>
          <p:spPr>
            <a:xfrm>
              <a:off x="7047877"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3" name="Google Shape;1624;p22">
              <a:extLst>
                <a:ext uri="{FF2B5EF4-FFF2-40B4-BE49-F238E27FC236}">
                  <a16:creationId xmlns:a16="http://schemas.microsoft.com/office/drawing/2014/main" id="{11008040-4948-4638-AC57-99E83695509B}"/>
                </a:ext>
              </a:extLst>
            </p:cNvPr>
            <p:cNvSpPr/>
            <p:nvPr/>
          </p:nvSpPr>
          <p:spPr>
            <a:xfrm>
              <a:off x="7929065"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6" name="Google Shape;1624;p22">
              <a:extLst>
                <a:ext uri="{FF2B5EF4-FFF2-40B4-BE49-F238E27FC236}">
                  <a16:creationId xmlns:a16="http://schemas.microsoft.com/office/drawing/2014/main" id="{CC49DAB1-CF84-400B-B056-7D664B381E08}"/>
                </a:ext>
              </a:extLst>
            </p:cNvPr>
            <p:cNvSpPr/>
            <p:nvPr/>
          </p:nvSpPr>
          <p:spPr>
            <a:xfrm>
              <a:off x="8810253"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9" name="Google Shape;1624;p22">
              <a:extLst>
                <a:ext uri="{FF2B5EF4-FFF2-40B4-BE49-F238E27FC236}">
                  <a16:creationId xmlns:a16="http://schemas.microsoft.com/office/drawing/2014/main" id="{202BBC8B-B2B5-412C-A168-DF68EFBF32E0}"/>
                </a:ext>
              </a:extLst>
            </p:cNvPr>
            <p:cNvSpPr/>
            <p:nvPr/>
          </p:nvSpPr>
          <p:spPr>
            <a:xfrm>
              <a:off x="9691441"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7" name="Google Shape;1624;p22">
              <a:extLst>
                <a:ext uri="{FF2B5EF4-FFF2-40B4-BE49-F238E27FC236}">
                  <a16:creationId xmlns:a16="http://schemas.microsoft.com/office/drawing/2014/main" id="{53A75565-E2B2-4707-A6EE-8E49C4502117}"/>
                </a:ext>
              </a:extLst>
            </p:cNvPr>
            <p:cNvSpPr/>
            <p:nvPr/>
          </p:nvSpPr>
          <p:spPr>
            <a:xfrm>
              <a:off x="10572629"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8" name="Google Shape;1624;p22">
              <a:extLst>
                <a:ext uri="{FF2B5EF4-FFF2-40B4-BE49-F238E27FC236}">
                  <a16:creationId xmlns:a16="http://schemas.microsoft.com/office/drawing/2014/main" id="{0DD21E72-2BC5-4B70-B604-AFF94941BC7C}"/>
                </a:ext>
              </a:extLst>
            </p:cNvPr>
            <p:cNvSpPr/>
            <p:nvPr/>
          </p:nvSpPr>
          <p:spPr>
            <a:xfrm>
              <a:off x="11013223"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7" name="Google Shape;1624;p22">
              <a:extLst>
                <a:ext uri="{FF2B5EF4-FFF2-40B4-BE49-F238E27FC236}">
                  <a16:creationId xmlns:a16="http://schemas.microsoft.com/office/drawing/2014/main" id="{6C83965D-A326-558B-A398-AEBE48B26E15}"/>
                </a:ext>
              </a:extLst>
            </p:cNvPr>
            <p:cNvSpPr/>
            <p:nvPr/>
          </p:nvSpPr>
          <p:spPr>
            <a:xfrm>
              <a:off x="11453811"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3" name="Google Shape;1624;p22">
              <a:extLst>
                <a:ext uri="{FF2B5EF4-FFF2-40B4-BE49-F238E27FC236}">
                  <a16:creationId xmlns:a16="http://schemas.microsoft.com/office/drawing/2014/main" id="{558B50D2-73EC-577B-4B18-4160058784F8}"/>
                </a:ext>
              </a:extLst>
            </p:cNvPr>
            <p:cNvSpPr/>
            <p:nvPr/>
          </p:nvSpPr>
          <p:spPr>
            <a:xfrm>
              <a:off x="10132035"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0" name="Google Shape;1624;p22">
              <a:extLst>
                <a:ext uri="{FF2B5EF4-FFF2-40B4-BE49-F238E27FC236}">
                  <a16:creationId xmlns:a16="http://schemas.microsoft.com/office/drawing/2014/main" id="{F0DE7629-DE0F-DEB1-57C0-4F16DBF75B34}"/>
                </a:ext>
              </a:extLst>
            </p:cNvPr>
            <p:cNvSpPr/>
            <p:nvPr/>
          </p:nvSpPr>
          <p:spPr>
            <a:xfrm>
              <a:off x="9250847"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1" name="Google Shape;1624;p22">
              <a:extLst>
                <a:ext uri="{FF2B5EF4-FFF2-40B4-BE49-F238E27FC236}">
                  <a16:creationId xmlns:a16="http://schemas.microsoft.com/office/drawing/2014/main" id="{2BE28166-CC39-AA1A-8355-63756CD631D1}"/>
                </a:ext>
              </a:extLst>
            </p:cNvPr>
            <p:cNvSpPr/>
            <p:nvPr/>
          </p:nvSpPr>
          <p:spPr>
            <a:xfrm>
              <a:off x="8369659"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3" name="Google Shape;1624;p22">
              <a:extLst>
                <a:ext uri="{FF2B5EF4-FFF2-40B4-BE49-F238E27FC236}">
                  <a16:creationId xmlns:a16="http://schemas.microsoft.com/office/drawing/2014/main" id="{A1B94F1F-4E3E-2DC3-14BF-3F4CB3C2302E}"/>
                </a:ext>
              </a:extLst>
            </p:cNvPr>
            <p:cNvSpPr/>
            <p:nvPr/>
          </p:nvSpPr>
          <p:spPr>
            <a:xfrm>
              <a:off x="7488471"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5" name="Google Shape;1624;p22">
              <a:extLst>
                <a:ext uri="{FF2B5EF4-FFF2-40B4-BE49-F238E27FC236}">
                  <a16:creationId xmlns:a16="http://schemas.microsoft.com/office/drawing/2014/main" id="{628B96DF-92E0-FB6C-6493-977A6CEDFCC9}"/>
                </a:ext>
              </a:extLst>
            </p:cNvPr>
            <p:cNvSpPr/>
            <p:nvPr/>
          </p:nvSpPr>
          <p:spPr>
            <a:xfrm>
              <a:off x="6607283" y="4466147"/>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40" name="Group 639">
            <a:extLst>
              <a:ext uri="{FF2B5EF4-FFF2-40B4-BE49-F238E27FC236}">
                <a16:creationId xmlns:a16="http://schemas.microsoft.com/office/drawing/2014/main" id="{18920276-23E3-FA5D-FC16-6F233541F2BF}"/>
              </a:ext>
            </a:extLst>
          </p:cNvPr>
          <p:cNvGrpSpPr/>
          <p:nvPr/>
        </p:nvGrpSpPr>
        <p:grpSpPr>
          <a:xfrm>
            <a:off x="811445" y="4938804"/>
            <a:ext cx="11081278" cy="312991"/>
            <a:chOff x="811445" y="4785205"/>
            <a:chExt cx="11081278" cy="312991"/>
          </a:xfrm>
        </p:grpSpPr>
        <p:sp>
          <p:nvSpPr>
            <p:cNvPr id="121" name="Google Shape;1624;p22">
              <a:extLst>
                <a:ext uri="{FF2B5EF4-FFF2-40B4-BE49-F238E27FC236}">
                  <a16:creationId xmlns:a16="http://schemas.microsoft.com/office/drawing/2014/main" id="{B2464FF3-29D8-4E50-B509-2E553C044112}"/>
                </a:ext>
              </a:extLst>
            </p:cNvPr>
            <p:cNvSpPr/>
            <p:nvPr/>
          </p:nvSpPr>
          <p:spPr>
            <a:xfrm>
              <a:off x="811445" y="4785205"/>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مارتين كلافر</a:t>
              </a:r>
            </a:p>
          </p:txBody>
        </p:sp>
        <p:sp>
          <p:nvSpPr>
            <p:cNvPr id="73" name="Google Shape;1625;p22">
              <a:extLst>
                <a:ext uri="{FF2B5EF4-FFF2-40B4-BE49-F238E27FC236}">
                  <a16:creationId xmlns:a16="http://schemas.microsoft.com/office/drawing/2014/main" id="{C3B24A05-DAC2-4C3F-A046-B5B2706F9BC4}"/>
                </a:ext>
              </a:extLst>
            </p:cNvPr>
            <p:cNvSpPr/>
            <p:nvPr/>
          </p:nvSpPr>
          <p:spPr>
            <a:xfrm>
              <a:off x="3963719"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6" name="Google Shape;1625;p22">
              <a:extLst>
                <a:ext uri="{FF2B5EF4-FFF2-40B4-BE49-F238E27FC236}">
                  <a16:creationId xmlns:a16="http://schemas.microsoft.com/office/drawing/2014/main" id="{322B9F17-A0D1-489E-B620-A4C9AAC142B5}"/>
                </a:ext>
              </a:extLst>
            </p:cNvPr>
            <p:cNvSpPr/>
            <p:nvPr/>
          </p:nvSpPr>
          <p:spPr>
            <a:xfrm>
              <a:off x="4404313"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9" name="Google Shape;1625;p22">
              <a:extLst>
                <a:ext uri="{FF2B5EF4-FFF2-40B4-BE49-F238E27FC236}">
                  <a16:creationId xmlns:a16="http://schemas.microsoft.com/office/drawing/2014/main" id="{88A6A881-F918-4C91-BEB5-401DE45DE6D6}"/>
                </a:ext>
              </a:extLst>
            </p:cNvPr>
            <p:cNvSpPr/>
            <p:nvPr/>
          </p:nvSpPr>
          <p:spPr>
            <a:xfrm>
              <a:off x="4844907"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2" name="Google Shape;1625;p22">
              <a:extLst>
                <a:ext uri="{FF2B5EF4-FFF2-40B4-BE49-F238E27FC236}">
                  <a16:creationId xmlns:a16="http://schemas.microsoft.com/office/drawing/2014/main" id="{ADEADA76-00FD-4356-A8D9-131A1CCE5BE5}"/>
                </a:ext>
              </a:extLst>
            </p:cNvPr>
            <p:cNvSpPr/>
            <p:nvPr/>
          </p:nvSpPr>
          <p:spPr>
            <a:xfrm>
              <a:off x="5285501"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5" name="Google Shape;1625;p22">
              <a:extLst>
                <a:ext uri="{FF2B5EF4-FFF2-40B4-BE49-F238E27FC236}">
                  <a16:creationId xmlns:a16="http://schemas.microsoft.com/office/drawing/2014/main" id="{3E8B2E1C-08E0-4C7B-AE51-9CB480477E13}"/>
                </a:ext>
              </a:extLst>
            </p:cNvPr>
            <p:cNvSpPr/>
            <p:nvPr/>
          </p:nvSpPr>
          <p:spPr>
            <a:xfrm>
              <a:off x="5726095"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8" name="Google Shape;1625;p22">
              <a:extLst>
                <a:ext uri="{FF2B5EF4-FFF2-40B4-BE49-F238E27FC236}">
                  <a16:creationId xmlns:a16="http://schemas.microsoft.com/office/drawing/2014/main" id="{00F02A4A-574B-42DD-B3FE-33015A59CCFD}"/>
                </a:ext>
              </a:extLst>
            </p:cNvPr>
            <p:cNvSpPr/>
            <p:nvPr/>
          </p:nvSpPr>
          <p:spPr>
            <a:xfrm>
              <a:off x="6166689"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1" name="Google Shape;1625;p22">
              <a:extLst>
                <a:ext uri="{FF2B5EF4-FFF2-40B4-BE49-F238E27FC236}">
                  <a16:creationId xmlns:a16="http://schemas.microsoft.com/office/drawing/2014/main" id="{D3A8A44C-6ACF-4BEF-8667-AF5E4F28E262}"/>
                </a:ext>
              </a:extLst>
            </p:cNvPr>
            <p:cNvSpPr/>
            <p:nvPr/>
          </p:nvSpPr>
          <p:spPr>
            <a:xfrm>
              <a:off x="7047877"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4" name="Google Shape;1625;p22">
              <a:extLst>
                <a:ext uri="{FF2B5EF4-FFF2-40B4-BE49-F238E27FC236}">
                  <a16:creationId xmlns:a16="http://schemas.microsoft.com/office/drawing/2014/main" id="{A38498EF-EC6B-4817-A554-C60B3FA03FEE}"/>
                </a:ext>
              </a:extLst>
            </p:cNvPr>
            <p:cNvSpPr/>
            <p:nvPr/>
          </p:nvSpPr>
          <p:spPr>
            <a:xfrm>
              <a:off x="7929065"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7" name="Google Shape;1625;p22">
              <a:extLst>
                <a:ext uri="{FF2B5EF4-FFF2-40B4-BE49-F238E27FC236}">
                  <a16:creationId xmlns:a16="http://schemas.microsoft.com/office/drawing/2014/main" id="{E5C9EF0B-705C-48AF-ADDE-653632C51F0D}"/>
                </a:ext>
              </a:extLst>
            </p:cNvPr>
            <p:cNvSpPr/>
            <p:nvPr/>
          </p:nvSpPr>
          <p:spPr>
            <a:xfrm>
              <a:off x="8810253"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00" name="Google Shape;1625;p22">
              <a:extLst>
                <a:ext uri="{FF2B5EF4-FFF2-40B4-BE49-F238E27FC236}">
                  <a16:creationId xmlns:a16="http://schemas.microsoft.com/office/drawing/2014/main" id="{A406935E-678D-494C-9344-ACA6519B3DB0}"/>
                </a:ext>
              </a:extLst>
            </p:cNvPr>
            <p:cNvSpPr/>
            <p:nvPr/>
          </p:nvSpPr>
          <p:spPr>
            <a:xfrm>
              <a:off x="9691441"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5" name="Google Shape;1625;p22">
              <a:extLst>
                <a:ext uri="{FF2B5EF4-FFF2-40B4-BE49-F238E27FC236}">
                  <a16:creationId xmlns:a16="http://schemas.microsoft.com/office/drawing/2014/main" id="{038B4FA6-2D97-4F96-A6E0-51BC1ED522BD}"/>
                </a:ext>
              </a:extLst>
            </p:cNvPr>
            <p:cNvSpPr/>
            <p:nvPr/>
          </p:nvSpPr>
          <p:spPr>
            <a:xfrm>
              <a:off x="10572629"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6" name="Google Shape;1625;p22">
              <a:extLst>
                <a:ext uri="{FF2B5EF4-FFF2-40B4-BE49-F238E27FC236}">
                  <a16:creationId xmlns:a16="http://schemas.microsoft.com/office/drawing/2014/main" id="{D6253156-8602-4944-8148-C47B34A1E331}"/>
                </a:ext>
              </a:extLst>
            </p:cNvPr>
            <p:cNvSpPr/>
            <p:nvPr/>
          </p:nvSpPr>
          <p:spPr>
            <a:xfrm>
              <a:off x="11013223"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8" name="Google Shape;1625;p22">
              <a:extLst>
                <a:ext uri="{FF2B5EF4-FFF2-40B4-BE49-F238E27FC236}">
                  <a16:creationId xmlns:a16="http://schemas.microsoft.com/office/drawing/2014/main" id="{C6F144AD-3484-8C4E-7E0B-479C9DEBB938}"/>
                </a:ext>
              </a:extLst>
            </p:cNvPr>
            <p:cNvSpPr/>
            <p:nvPr/>
          </p:nvSpPr>
          <p:spPr>
            <a:xfrm>
              <a:off x="11453811"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4" name="Google Shape;1625;p22">
              <a:extLst>
                <a:ext uri="{FF2B5EF4-FFF2-40B4-BE49-F238E27FC236}">
                  <a16:creationId xmlns:a16="http://schemas.microsoft.com/office/drawing/2014/main" id="{CD4692B6-6697-E357-23B5-A5F1560513DD}"/>
                </a:ext>
              </a:extLst>
            </p:cNvPr>
            <p:cNvSpPr/>
            <p:nvPr/>
          </p:nvSpPr>
          <p:spPr>
            <a:xfrm>
              <a:off x="10132035"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1" name="Google Shape;1625;p22">
              <a:extLst>
                <a:ext uri="{FF2B5EF4-FFF2-40B4-BE49-F238E27FC236}">
                  <a16:creationId xmlns:a16="http://schemas.microsoft.com/office/drawing/2014/main" id="{69B9E330-F74D-E530-2D73-CC7DD7B0C4D0}"/>
                </a:ext>
              </a:extLst>
            </p:cNvPr>
            <p:cNvSpPr/>
            <p:nvPr/>
          </p:nvSpPr>
          <p:spPr>
            <a:xfrm>
              <a:off x="9250847"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2" name="Google Shape;1625;p22">
              <a:extLst>
                <a:ext uri="{FF2B5EF4-FFF2-40B4-BE49-F238E27FC236}">
                  <a16:creationId xmlns:a16="http://schemas.microsoft.com/office/drawing/2014/main" id="{719085F6-04C8-C8C9-FC18-96F2EBF6AE8C}"/>
                </a:ext>
              </a:extLst>
            </p:cNvPr>
            <p:cNvSpPr/>
            <p:nvPr/>
          </p:nvSpPr>
          <p:spPr>
            <a:xfrm>
              <a:off x="8369659"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4" name="Google Shape;1625;p22">
              <a:extLst>
                <a:ext uri="{FF2B5EF4-FFF2-40B4-BE49-F238E27FC236}">
                  <a16:creationId xmlns:a16="http://schemas.microsoft.com/office/drawing/2014/main" id="{4A5ECC53-E1FE-7F55-D9FE-9B75C2A558D0}"/>
                </a:ext>
              </a:extLst>
            </p:cNvPr>
            <p:cNvSpPr/>
            <p:nvPr/>
          </p:nvSpPr>
          <p:spPr>
            <a:xfrm>
              <a:off x="7488471"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6" name="Google Shape;1625;p22">
              <a:extLst>
                <a:ext uri="{FF2B5EF4-FFF2-40B4-BE49-F238E27FC236}">
                  <a16:creationId xmlns:a16="http://schemas.microsoft.com/office/drawing/2014/main" id="{2CD08BEA-EBCA-41D1-3E82-309395601CB6}"/>
                </a:ext>
              </a:extLst>
            </p:cNvPr>
            <p:cNvSpPr/>
            <p:nvPr/>
          </p:nvSpPr>
          <p:spPr>
            <a:xfrm>
              <a:off x="6607283" y="4785205"/>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7" name="Group 636">
            <a:extLst>
              <a:ext uri="{FF2B5EF4-FFF2-40B4-BE49-F238E27FC236}">
                <a16:creationId xmlns:a16="http://schemas.microsoft.com/office/drawing/2014/main" id="{71A7A570-6FBE-4520-92C5-944D09D6BD58}"/>
              </a:ext>
            </a:extLst>
          </p:cNvPr>
          <p:cNvGrpSpPr/>
          <p:nvPr/>
        </p:nvGrpSpPr>
        <p:grpSpPr>
          <a:xfrm>
            <a:off x="811445" y="3976244"/>
            <a:ext cx="11081278" cy="312991"/>
            <a:chOff x="811445" y="3828030"/>
            <a:chExt cx="11081278" cy="312991"/>
          </a:xfrm>
        </p:grpSpPr>
        <p:sp>
          <p:nvSpPr>
            <p:cNvPr id="128" name="Google Shape;1624;p22">
              <a:extLst>
                <a:ext uri="{FF2B5EF4-FFF2-40B4-BE49-F238E27FC236}">
                  <a16:creationId xmlns:a16="http://schemas.microsoft.com/office/drawing/2014/main" id="{D3E70A73-6703-480C-8A37-67F28A889E15}"/>
                </a:ext>
              </a:extLst>
            </p:cNvPr>
            <p:cNvSpPr/>
            <p:nvPr/>
          </p:nvSpPr>
          <p:spPr>
            <a:xfrm>
              <a:off x="811445" y="3828030"/>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شادي زين</a:t>
              </a:r>
            </a:p>
          </p:txBody>
        </p:sp>
        <p:sp>
          <p:nvSpPr>
            <p:cNvPr id="130" name="Google Shape;1624;p22">
              <a:extLst>
                <a:ext uri="{FF2B5EF4-FFF2-40B4-BE49-F238E27FC236}">
                  <a16:creationId xmlns:a16="http://schemas.microsoft.com/office/drawing/2014/main" id="{7CF9CE77-C17C-42F5-9BA0-CCCE2917CFC5}"/>
                </a:ext>
              </a:extLst>
            </p:cNvPr>
            <p:cNvSpPr/>
            <p:nvPr/>
          </p:nvSpPr>
          <p:spPr>
            <a:xfrm>
              <a:off x="3963719"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2" name="Google Shape;1624;p22">
              <a:extLst>
                <a:ext uri="{FF2B5EF4-FFF2-40B4-BE49-F238E27FC236}">
                  <a16:creationId xmlns:a16="http://schemas.microsoft.com/office/drawing/2014/main" id="{F0AF98D6-6487-4AEC-95B2-8C1527CD0848}"/>
                </a:ext>
              </a:extLst>
            </p:cNvPr>
            <p:cNvSpPr/>
            <p:nvPr/>
          </p:nvSpPr>
          <p:spPr>
            <a:xfrm>
              <a:off x="4404313"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4" name="Google Shape;1624;p22">
              <a:extLst>
                <a:ext uri="{FF2B5EF4-FFF2-40B4-BE49-F238E27FC236}">
                  <a16:creationId xmlns:a16="http://schemas.microsoft.com/office/drawing/2014/main" id="{51E41945-25D3-4BE4-813D-5A771B117554}"/>
                </a:ext>
              </a:extLst>
            </p:cNvPr>
            <p:cNvSpPr/>
            <p:nvPr/>
          </p:nvSpPr>
          <p:spPr>
            <a:xfrm>
              <a:off x="4844907"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6" name="Google Shape;1624;p22">
              <a:extLst>
                <a:ext uri="{FF2B5EF4-FFF2-40B4-BE49-F238E27FC236}">
                  <a16:creationId xmlns:a16="http://schemas.microsoft.com/office/drawing/2014/main" id="{F0DCE8A7-D054-4764-94B1-7DBA63426EFE}"/>
                </a:ext>
              </a:extLst>
            </p:cNvPr>
            <p:cNvSpPr/>
            <p:nvPr/>
          </p:nvSpPr>
          <p:spPr>
            <a:xfrm>
              <a:off x="5285501"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8" name="Google Shape;1624;p22">
              <a:extLst>
                <a:ext uri="{FF2B5EF4-FFF2-40B4-BE49-F238E27FC236}">
                  <a16:creationId xmlns:a16="http://schemas.microsoft.com/office/drawing/2014/main" id="{80F4CDF2-837C-4519-BF56-1462AFEC48EA}"/>
                </a:ext>
              </a:extLst>
            </p:cNvPr>
            <p:cNvSpPr/>
            <p:nvPr/>
          </p:nvSpPr>
          <p:spPr>
            <a:xfrm>
              <a:off x="5726095"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0" name="Google Shape;1624;p22">
              <a:extLst>
                <a:ext uri="{FF2B5EF4-FFF2-40B4-BE49-F238E27FC236}">
                  <a16:creationId xmlns:a16="http://schemas.microsoft.com/office/drawing/2014/main" id="{B329F0E4-DA8D-4EC2-9495-DBBFB8880410}"/>
                </a:ext>
              </a:extLst>
            </p:cNvPr>
            <p:cNvSpPr/>
            <p:nvPr/>
          </p:nvSpPr>
          <p:spPr>
            <a:xfrm>
              <a:off x="6166689"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2" name="Google Shape;1624;p22">
              <a:extLst>
                <a:ext uri="{FF2B5EF4-FFF2-40B4-BE49-F238E27FC236}">
                  <a16:creationId xmlns:a16="http://schemas.microsoft.com/office/drawing/2014/main" id="{DE313C19-9A6A-4718-9D50-DA9AEA889091}"/>
                </a:ext>
              </a:extLst>
            </p:cNvPr>
            <p:cNvSpPr/>
            <p:nvPr/>
          </p:nvSpPr>
          <p:spPr>
            <a:xfrm>
              <a:off x="7047877"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4" name="Google Shape;1624;p22">
              <a:extLst>
                <a:ext uri="{FF2B5EF4-FFF2-40B4-BE49-F238E27FC236}">
                  <a16:creationId xmlns:a16="http://schemas.microsoft.com/office/drawing/2014/main" id="{D6D9798C-F7BE-49DF-AB48-BF51DD0A064E}"/>
                </a:ext>
              </a:extLst>
            </p:cNvPr>
            <p:cNvSpPr/>
            <p:nvPr/>
          </p:nvSpPr>
          <p:spPr>
            <a:xfrm>
              <a:off x="7929065"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6" name="Google Shape;1624;p22">
              <a:extLst>
                <a:ext uri="{FF2B5EF4-FFF2-40B4-BE49-F238E27FC236}">
                  <a16:creationId xmlns:a16="http://schemas.microsoft.com/office/drawing/2014/main" id="{E0D3D18D-79EF-4BAC-839A-72209F71324B}"/>
                </a:ext>
              </a:extLst>
            </p:cNvPr>
            <p:cNvSpPr/>
            <p:nvPr/>
          </p:nvSpPr>
          <p:spPr>
            <a:xfrm>
              <a:off x="8810253"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8" name="Google Shape;1624;p22">
              <a:extLst>
                <a:ext uri="{FF2B5EF4-FFF2-40B4-BE49-F238E27FC236}">
                  <a16:creationId xmlns:a16="http://schemas.microsoft.com/office/drawing/2014/main" id="{034ACB16-90FA-4373-BB01-B70042B29AF2}"/>
                </a:ext>
              </a:extLst>
            </p:cNvPr>
            <p:cNvSpPr/>
            <p:nvPr/>
          </p:nvSpPr>
          <p:spPr>
            <a:xfrm>
              <a:off x="9691441"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9" name="Google Shape;1624;p22">
              <a:extLst>
                <a:ext uri="{FF2B5EF4-FFF2-40B4-BE49-F238E27FC236}">
                  <a16:creationId xmlns:a16="http://schemas.microsoft.com/office/drawing/2014/main" id="{78C0C05A-6876-4A5E-B79C-1613E4AA5C32}"/>
                </a:ext>
              </a:extLst>
            </p:cNvPr>
            <p:cNvSpPr/>
            <p:nvPr/>
          </p:nvSpPr>
          <p:spPr>
            <a:xfrm>
              <a:off x="10572629"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0" name="Google Shape;1624;p22">
              <a:extLst>
                <a:ext uri="{FF2B5EF4-FFF2-40B4-BE49-F238E27FC236}">
                  <a16:creationId xmlns:a16="http://schemas.microsoft.com/office/drawing/2014/main" id="{CB7623DC-EF86-4018-8F2A-8F4C013B1FA8}"/>
                </a:ext>
              </a:extLst>
            </p:cNvPr>
            <p:cNvSpPr/>
            <p:nvPr/>
          </p:nvSpPr>
          <p:spPr>
            <a:xfrm>
              <a:off x="11013223"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0" name="Google Shape;1624;p22">
              <a:extLst>
                <a:ext uri="{FF2B5EF4-FFF2-40B4-BE49-F238E27FC236}">
                  <a16:creationId xmlns:a16="http://schemas.microsoft.com/office/drawing/2014/main" id="{2BE25CC5-BE30-2A98-F619-590A4C75F8B8}"/>
                </a:ext>
              </a:extLst>
            </p:cNvPr>
            <p:cNvSpPr/>
            <p:nvPr/>
          </p:nvSpPr>
          <p:spPr>
            <a:xfrm>
              <a:off x="11453811"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6" name="Google Shape;1624;p22">
              <a:extLst>
                <a:ext uri="{FF2B5EF4-FFF2-40B4-BE49-F238E27FC236}">
                  <a16:creationId xmlns:a16="http://schemas.microsoft.com/office/drawing/2014/main" id="{82CB911B-BC41-BCAD-0611-AE406BD1C145}"/>
                </a:ext>
              </a:extLst>
            </p:cNvPr>
            <p:cNvSpPr/>
            <p:nvPr/>
          </p:nvSpPr>
          <p:spPr>
            <a:xfrm>
              <a:off x="10132035"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3" name="Google Shape;1624;p22">
              <a:extLst>
                <a:ext uri="{FF2B5EF4-FFF2-40B4-BE49-F238E27FC236}">
                  <a16:creationId xmlns:a16="http://schemas.microsoft.com/office/drawing/2014/main" id="{909673CD-9844-631E-45E3-95ECAEA26BC1}"/>
                </a:ext>
              </a:extLst>
            </p:cNvPr>
            <p:cNvSpPr/>
            <p:nvPr/>
          </p:nvSpPr>
          <p:spPr>
            <a:xfrm>
              <a:off x="9250847"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6" name="Google Shape;1624;p22">
              <a:extLst>
                <a:ext uri="{FF2B5EF4-FFF2-40B4-BE49-F238E27FC236}">
                  <a16:creationId xmlns:a16="http://schemas.microsoft.com/office/drawing/2014/main" id="{2E219D4A-38E0-8067-4902-4C26470002D8}"/>
                </a:ext>
              </a:extLst>
            </p:cNvPr>
            <p:cNvSpPr/>
            <p:nvPr/>
          </p:nvSpPr>
          <p:spPr>
            <a:xfrm>
              <a:off x="8369659"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6" name="Google Shape;1624;p22">
              <a:extLst>
                <a:ext uri="{FF2B5EF4-FFF2-40B4-BE49-F238E27FC236}">
                  <a16:creationId xmlns:a16="http://schemas.microsoft.com/office/drawing/2014/main" id="{21335695-F6CA-6416-A36B-A748098C8D85}"/>
                </a:ext>
              </a:extLst>
            </p:cNvPr>
            <p:cNvSpPr/>
            <p:nvPr/>
          </p:nvSpPr>
          <p:spPr>
            <a:xfrm>
              <a:off x="7488471"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8" name="Google Shape;1624;p22">
              <a:extLst>
                <a:ext uri="{FF2B5EF4-FFF2-40B4-BE49-F238E27FC236}">
                  <a16:creationId xmlns:a16="http://schemas.microsoft.com/office/drawing/2014/main" id="{D87D991C-4751-505D-0C45-80156BF819DD}"/>
                </a:ext>
              </a:extLst>
            </p:cNvPr>
            <p:cNvSpPr/>
            <p:nvPr/>
          </p:nvSpPr>
          <p:spPr>
            <a:xfrm>
              <a:off x="6607283" y="3828030"/>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8" name="Group 637">
            <a:extLst>
              <a:ext uri="{FF2B5EF4-FFF2-40B4-BE49-F238E27FC236}">
                <a16:creationId xmlns:a16="http://schemas.microsoft.com/office/drawing/2014/main" id="{A74CC451-F352-26F4-2D12-78D73764FB48}"/>
              </a:ext>
            </a:extLst>
          </p:cNvPr>
          <p:cNvGrpSpPr/>
          <p:nvPr/>
        </p:nvGrpSpPr>
        <p:grpSpPr>
          <a:xfrm>
            <a:off x="811445" y="4297097"/>
            <a:ext cx="11081278" cy="312992"/>
            <a:chOff x="811445" y="4147088"/>
            <a:chExt cx="11081278" cy="312992"/>
          </a:xfrm>
        </p:grpSpPr>
        <p:sp>
          <p:nvSpPr>
            <p:cNvPr id="115" name="Google Shape;1617;p22">
              <a:extLst>
                <a:ext uri="{FF2B5EF4-FFF2-40B4-BE49-F238E27FC236}">
                  <a16:creationId xmlns:a16="http://schemas.microsoft.com/office/drawing/2014/main" id="{78F1FA40-A5D4-4BAF-92C2-BE65E1ABC9DF}"/>
                </a:ext>
              </a:extLst>
            </p:cNvPr>
            <p:cNvSpPr/>
            <p:nvPr/>
          </p:nvSpPr>
          <p:spPr>
            <a:xfrm>
              <a:off x="811445" y="4147088"/>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ليلجانا روديك</a:t>
              </a:r>
            </a:p>
          </p:txBody>
        </p:sp>
        <p:sp>
          <p:nvSpPr>
            <p:cNvPr id="131" name="Google Shape;1625;p22">
              <a:extLst>
                <a:ext uri="{FF2B5EF4-FFF2-40B4-BE49-F238E27FC236}">
                  <a16:creationId xmlns:a16="http://schemas.microsoft.com/office/drawing/2014/main" id="{7B990BF2-E7AB-44A4-835E-65F8CBCB73FA}"/>
                </a:ext>
              </a:extLst>
            </p:cNvPr>
            <p:cNvSpPr/>
            <p:nvPr/>
          </p:nvSpPr>
          <p:spPr>
            <a:xfrm>
              <a:off x="3963719"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3" name="Google Shape;1625;p22">
              <a:extLst>
                <a:ext uri="{FF2B5EF4-FFF2-40B4-BE49-F238E27FC236}">
                  <a16:creationId xmlns:a16="http://schemas.microsoft.com/office/drawing/2014/main" id="{16C2FD91-D44D-4A54-A7BD-F16DC1C68435}"/>
                </a:ext>
              </a:extLst>
            </p:cNvPr>
            <p:cNvSpPr/>
            <p:nvPr/>
          </p:nvSpPr>
          <p:spPr>
            <a:xfrm>
              <a:off x="4404313"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5" name="Google Shape;1625;p22">
              <a:extLst>
                <a:ext uri="{FF2B5EF4-FFF2-40B4-BE49-F238E27FC236}">
                  <a16:creationId xmlns:a16="http://schemas.microsoft.com/office/drawing/2014/main" id="{804BD73F-06C2-4832-9628-4623C408F39A}"/>
                </a:ext>
              </a:extLst>
            </p:cNvPr>
            <p:cNvSpPr/>
            <p:nvPr/>
          </p:nvSpPr>
          <p:spPr>
            <a:xfrm>
              <a:off x="4844907"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7" name="Google Shape;1625;p22">
              <a:extLst>
                <a:ext uri="{FF2B5EF4-FFF2-40B4-BE49-F238E27FC236}">
                  <a16:creationId xmlns:a16="http://schemas.microsoft.com/office/drawing/2014/main" id="{9DDB5C31-F027-4457-A18D-D5BC778ECC85}"/>
                </a:ext>
              </a:extLst>
            </p:cNvPr>
            <p:cNvSpPr/>
            <p:nvPr/>
          </p:nvSpPr>
          <p:spPr>
            <a:xfrm>
              <a:off x="5285501"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39" name="Google Shape;1625;p22">
              <a:extLst>
                <a:ext uri="{FF2B5EF4-FFF2-40B4-BE49-F238E27FC236}">
                  <a16:creationId xmlns:a16="http://schemas.microsoft.com/office/drawing/2014/main" id="{0856557D-D490-4EBB-AA51-4C44919B2077}"/>
                </a:ext>
              </a:extLst>
            </p:cNvPr>
            <p:cNvSpPr/>
            <p:nvPr/>
          </p:nvSpPr>
          <p:spPr>
            <a:xfrm>
              <a:off x="5726095"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1" name="Google Shape;1625;p22">
              <a:extLst>
                <a:ext uri="{FF2B5EF4-FFF2-40B4-BE49-F238E27FC236}">
                  <a16:creationId xmlns:a16="http://schemas.microsoft.com/office/drawing/2014/main" id="{10C99B5C-BF22-4B96-A635-7D904A2427E7}"/>
                </a:ext>
              </a:extLst>
            </p:cNvPr>
            <p:cNvSpPr/>
            <p:nvPr/>
          </p:nvSpPr>
          <p:spPr>
            <a:xfrm>
              <a:off x="6166689"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3" name="Google Shape;1625;p22">
              <a:extLst>
                <a:ext uri="{FF2B5EF4-FFF2-40B4-BE49-F238E27FC236}">
                  <a16:creationId xmlns:a16="http://schemas.microsoft.com/office/drawing/2014/main" id="{1CBA7F66-8D66-4A48-9F36-4C967B14AB79}"/>
                </a:ext>
              </a:extLst>
            </p:cNvPr>
            <p:cNvSpPr/>
            <p:nvPr/>
          </p:nvSpPr>
          <p:spPr>
            <a:xfrm>
              <a:off x="7047877"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5" name="Google Shape;1625;p22">
              <a:extLst>
                <a:ext uri="{FF2B5EF4-FFF2-40B4-BE49-F238E27FC236}">
                  <a16:creationId xmlns:a16="http://schemas.microsoft.com/office/drawing/2014/main" id="{CB9C8D7C-FE96-425B-97F5-A3E8777CE1E3}"/>
                </a:ext>
              </a:extLst>
            </p:cNvPr>
            <p:cNvSpPr/>
            <p:nvPr/>
          </p:nvSpPr>
          <p:spPr>
            <a:xfrm>
              <a:off x="7929065"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7" name="Google Shape;1625;p22">
              <a:extLst>
                <a:ext uri="{FF2B5EF4-FFF2-40B4-BE49-F238E27FC236}">
                  <a16:creationId xmlns:a16="http://schemas.microsoft.com/office/drawing/2014/main" id="{DBD76CAB-8E5A-4271-8DBD-6D6BD5600100}"/>
                </a:ext>
              </a:extLst>
            </p:cNvPr>
            <p:cNvSpPr/>
            <p:nvPr/>
          </p:nvSpPr>
          <p:spPr>
            <a:xfrm>
              <a:off x="8810253"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49" name="Google Shape;1625;p22">
              <a:extLst>
                <a:ext uri="{FF2B5EF4-FFF2-40B4-BE49-F238E27FC236}">
                  <a16:creationId xmlns:a16="http://schemas.microsoft.com/office/drawing/2014/main" id="{1CA3EB92-DC32-4745-A05A-D41D29543DC4}"/>
                </a:ext>
              </a:extLst>
            </p:cNvPr>
            <p:cNvSpPr/>
            <p:nvPr/>
          </p:nvSpPr>
          <p:spPr>
            <a:xfrm>
              <a:off x="9691441"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7" name="Google Shape;1625;p22">
              <a:extLst>
                <a:ext uri="{FF2B5EF4-FFF2-40B4-BE49-F238E27FC236}">
                  <a16:creationId xmlns:a16="http://schemas.microsoft.com/office/drawing/2014/main" id="{D8FF7780-A29C-419A-B503-0098AB311C5B}"/>
                </a:ext>
              </a:extLst>
            </p:cNvPr>
            <p:cNvSpPr/>
            <p:nvPr/>
          </p:nvSpPr>
          <p:spPr>
            <a:xfrm>
              <a:off x="10572629"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8" name="Google Shape;1625;p22">
              <a:extLst>
                <a:ext uri="{FF2B5EF4-FFF2-40B4-BE49-F238E27FC236}">
                  <a16:creationId xmlns:a16="http://schemas.microsoft.com/office/drawing/2014/main" id="{EE08D8E9-AE0A-405D-A078-AA748810AE16}"/>
                </a:ext>
              </a:extLst>
            </p:cNvPr>
            <p:cNvSpPr/>
            <p:nvPr/>
          </p:nvSpPr>
          <p:spPr>
            <a:xfrm>
              <a:off x="11013223"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1" name="Google Shape;1625;p22">
              <a:extLst>
                <a:ext uri="{FF2B5EF4-FFF2-40B4-BE49-F238E27FC236}">
                  <a16:creationId xmlns:a16="http://schemas.microsoft.com/office/drawing/2014/main" id="{34D3C9CD-1311-1857-385A-6B6323C654A9}"/>
                </a:ext>
              </a:extLst>
            </p:cNvPr>
            <p:cNvSpPr/>
            <p:nvPr/>
          </p:nvSpPr>
          <p:spPr>
            <a:xfrm>
              <a:off x="11453811"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7" name="Google Shape;1625;p22">
              <a:extLst>
                <a:ext uri="{FF2B5EF4-FFF2-40B4-BE49-F238E27FC236}">
                  <a16:creationId xmlns:a16="http://schemas.microsoft.com/office/drawing/2014/main" id="{DEC32444-3733-205E-0DC4-114AB38C9F4D}"/>
                </a:ext>
              </a:extLst>
            </p:cNvPr>
            <p:cNvSpPr/>
            <p:nvPr/>
          </p:nvSpPr>
          <p:spPr>
            <a:xfrm>
              <a:off x="10132035"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4" name="Google Shape;1625;p22">
              <a:extLst>
                <a:ext uri="{FF2B5EF4-FFF2-40B4-BE49-F238E27FC236}">
                  <a16:creationId xmlns:a16="http://schemas.microsoft.com/office/drawing/2014/main" id="{B55699B5-7DB4-57E1-8A9C-240E05859737}"/>
                </a:ext>
              </a:extLst>
            </p:cNvPr>
            <p:cNvSpPr/>
            <p:nvPr/>
          </p:nvSpPr>
          <p:spPr>
            <a:xfrm>
              <a:off x="9250847"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7" name="Google Shape;1625;p22">
              <a:extLst>
                <a:ext uri="{FF2B5EF4-FFF2-40B4-BE49-F238E27FC236}">
                  <a16:creationId xmlns:a16="http://schemas.microsoft.com/office/drawing/2014/main" id="{CEDD4CBF-9541-D4CD-6799-E6CDE2B1C42F}"/>
                </a:ext>
              </a:extLst>
            </p:cNvPr>
            <p:cNvSpPr/>
            <p:nvPr/>
          </p:nvSpPr>
          <p:spPr>
            <a:xfrm>
              <a:off x="8369659"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9" name="Google Shape;1625;p22">
              <a:extLst>
                <a:ext uri="{FF2B5EF4-FFF2-40B4-BE49-F238E27FC236}">
                  <a16:creationId xmlns:a16="http://schemas.microsoft.com/office/drawing/2014/main" id="{03A8CC8F-9C41-65FD-BD77-BA3A7DE99CF7}"/>
                </a:ext>
              </a:extLst>
            </p:cNvPr>
            <p:cNvSpPr/>
            <p:nvPr/>
          </p:nvSpPr>
          <p:spPr>
            <a:xfrm>
              <a:off x="7488471"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9" name="Google Shape;1625;p22">
              <a:extLst>
                <a:ext uri="{FF2B5EF4-FFF2-40B4-BE49-F238E27FC236}">
                  <a16:creationId xmlns:a16="http://schemas.microsoft.com/office/drawing/2014/main" id="{F4D172C7-E1DB-C904-4276-7299CA530E5F}"/>
                </a:ext>
              </a:extLst>
            </p:cNvPr>
            <p:cNvSpPr/>
            <p:nvPr/>
          </p:nvSpPr>
          <p:spPr>
            <a:xfrm>
              <a:off x="6607283" y="4147089"/>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42" name="Group 641">
            <a:extLst>
              <a:ext uri="{FF2B5EF4-FFF2-40B4-BE49-F238E27FC236}">
                <a16:creationId xmlns:a16="http://schemas.microsoft.com/office/drawing/2014/main" id="{58F82B61-8BC8-CA61-154D-C33A9A83ABAD}"/>
              </a:ext>
            </a:extLst>
          </p:cNvPr>
          <p:cNvGrpSpPr/>
          <p:nvPr/>
        </p:nvGrpSpPr>
        <p:grpSpPr>
          <a:xfrm>
            <a:off x="811445" y="5580511"/>
            <a:ext cx="11081278" cy="312991"/>
            <a:chOff x="811445" y="5423324"/>
            <a:chExt cx="11081278" cy="312991"/>
          </a:xfrm>
        </p:grpSpPr>
        <p:sp>
          <p:nvSpPr>
            <p:cNvPr id="123" name="Google Shape;1626;p22">
              <a:extLst>
                <a:ext uri="{FF2B5EF4-FFF2-40B4-BE49-F238E27FC236}">
                  <a16:creationId xmlns:a16="http://schemas.microsoft.com/office/drawing/2014/main" id="{46F8863D-2A6F-48F1-9AC8-AC37B05CB4C9}"/>
                </a:ext>
              </a:extLst>
            </p:cNvPr>
            <p:cNvSpPr/>
            <p:nvPr/>
          </p:nvSpPr>
          <p:spPr>
            <a:xfrm>
              <a:off x="811445" y="5423324"/>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بارات ناغار</a:t>
              </a:r>
            </a:p>
          </p:txBody>
        </p:sp>
        <p:sp>
          <p:nvSpPr>
            <p:cNvPr id="74" name="Google Shape;1626;p22">
              <a:extLst>
                <a:ext uri="{FF2B5EF4-FFF2-40B4-BE49-F238E27FC236}">
                  <a16:creationId xmlns:a16="http://schemas.microsoft.com/office/drawing/2014/main" id="{2913357F-F103-46EE-A336-7CFA5DA98D91}"/>
                </a:ext>
              </a:extLst>
            </p:cNvPr>
            <p:cNvSpPr/>
            <p:nvPr/>
          </p:nvSpPr>
          <p:spPr>
            <a:xfrm>
              <a:off x="3963719"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77" name="Google Shape;1626;p22">
              <a:extLst>
                <a:ext uri="{FF2B5EF4-FFF2-40B4-BE49-F238E27FC236}">
                  <a16:creationId xmlns:a16="http://schemas.microsoft.com/office/drawing/2014/main" id="{08B72C60-EA6A-4368-B478-29C202611DE2}"/>
                </a:ext>
              </a:extLst>
            </p:cNvPr>
            <p:cNvSpPr/>
            <p:nvPr/>
          </p:nvSpPr>
          <p:spPr>
            <a:xfrm>
              <a:off x="4404313"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0" name="Google Shape;1626;p22">
              <a:extLst>
                <a:ext uri="{FF2B5EF4-FFF2-40B4-BE49-F238E27FC236}">
                  <a16:creationId xmlns:a16="http://schemas.microsoft.com/office/drawing/2014/main" id="{809F8193-3345-45DE-B47C-D6B27DFB9BB7}"/>
                </a:ext>
              </a:extLst>
            </p:cNvPr>
            <p:cNvSpPr/>
            <p:nvPr/>
          </p:nvSpPr>
          <p:spPr>
            <a:xfrm>
              <a:off x="4844907"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3" name="Google Shape;1626;p22">
              <a:extLst>
                <a:ext uri="{FF2B5EF4-FFF2-40B4-BE49-F238E27FC236}">
                  <a16:creationId xmlns:a16="http://schemas.microsoft.com/office/drawing/2014/main" id="{BB1F320D-DD40-4C33-916F-F3350E0129B9}"/>
                </a:ext>
              </a:extLst>
            </p:cNvPr>
            <p:cNvSpPr/>
            <p:nvPr/>
          </p:nvSpPr>
          <p:spPr>
            <a:xfrm>
              <a:off x="5285501"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6" name="Google Shape;1626;p22">
              <a:extLst>
                <a:ext uri="{FF2B5EF4-FFF2-40B4-BE49-F238E27FC236}">
                  <a16:creationId xmlns:a16="http://schemas.microsoft.com/office/drawing/2014/main" id="{71BA7F84-1938-4F20-BCF6-8CA8EC0A256B}"/>
                </a:ext>
              </a:extLst>
            </p:cNvPr>
            <p:cNvSpPr/>
            <p:nvPr/>
          </p:nvSpPr>
          <p:spPr>
            <a:xfrm>
              <a:off x="5726095"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89" name="Google Shape;1626;p22">
              <a:extLst>
                <a:ext uri="{FF2B5EF4-FFF2-40B4-BE49-F238E27FC236}">
                  <a16:creationId xmlns:a16="http://schemas.microsoft.com/office/drawing/2014/main" id="{AB5571FE-3F6D-4940-9890-8BA0E65D4668}"/>
                </a:ext>
              </a:extLst>
            </p:cNvPr>
            <p:cNvSpPr/>
            <p:nvPr/>
          </p:nvSpPr>
          <p:spPr>
            <a:xfrm>
              <a:off x="6166689"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2" name="Google Shape;1626;p22">
              <a:extLst>
                <a:ext uri="{FF2B5EF4-FFF2-40B4-BE49-F238E27FC236}">
                  <a16:creationId xmlns:a16="http://schemas.microsoft.com/office/drawing/2014/main" id="{AD65F72A-A62F-4901-B89E-4F1391BED2EF}"/>
                </a:ext>
              </a:extLst>
            </p:cNvPr>
            <p:cNvSpPr/>
            <p:nvPr/>
          </p:nvSpPr>
          <p:spPr>
            <a:xfrm>
              <a:off x="7047877"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5" name="Google Shape;1626;p22">
              <a:extLst>
                <a:ext uri="{FF2B5EF4-FFF2-40B4-BE49-F238E27FC236}">
                  <a16:creationId xmlns:a16="http://schemas.microsoft.com/office/drawing/2014/main" id="{2E073F51-5677-42B5-B275-B3525F7CD94E}"/>
                </a:ext>
              </a:extLst>
            </p:cNvPr>
            <p:cNvSpPr/>
            <p:nvPr/>
          </p:nvSpPr>
          <p:spPr>
            <a:xfrm>
              <a:off x="7929065"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98" name="Google Shape;1626;p22">
              <a:extLst>
                <a:ext uri="{FF2B5EF4-FFF2-40B4-BE49-F238E27FC236}">
                  <a16:creationId xmlns:a16="http://schemas.microsoft.com/office/drawing/2014/main" id="{C2594138-D45B-436C-AC2E-3A264A1A72EC}"/>
                </a:ext>
              </a:extLst>
            </p:cNvPr>
            <p:cNvSpPr/>
            <p:nvPr/>
          </p:nvSpPr>
          <p:spPr>
            <a:xfrm>
              <a:off x="8810253"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01" name="Google Shape;1626;p22">
              <a:extLst>
                <a:ext uri="{FF2B5EF4-FFF2-40B4-BE49-F238E27FC236}">
                  <a16:creationId xmlns:a16="http://schemas.microsoft.com/office/drawing/2014/main" id="{7535BD85-A811-409A-86DD-7EC742BFC875}"/>
                </a:ext>
              </a:extLst>
            </p:cNvPr>
            <p:cNvSpPr/>
            <p:nvPr/>
          </p:nvSpPr>
          <p:spPr>
            <a:xfrm>
              <a:off x="9691441"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3" name="Google Shape;1626;p22">
              <a:extLst>
                <a:ext uri="{FF2B5EF4-FFF2-40B4-BE49-F238E27FC236}">
                  <a16:creationId xmlns:a16="http://schemas.microsoft.com/office/drawing/2014/main" id="{A179B266-4DFD-405A-ADC8-CB2CD73CC990}"/>
                </a:ext>
              </a:extLst>
            </p:cNvPr>
            <p:cNvSpPr/>
            <p:nvPr/>
          </p:nvSpPr>
          <p:spPr>
            <a:xfrm>
              <a:off x="10572629"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4" name="Google Shape;1626;p22">
              <a:extLst>
                <a:ext uri="{FF2B5EF4-FFF2-40B4-BE49-F238E27FC236}">
                  <a16:creationId xmlns:a16="http://schemas.microsoft.com/office/drawing/2014/main" id="{B2D35F7D-E01F-432F-A662-85D898AA7A03}"/>
                </a:ext>
              </a:extLst>
            </p:cNvPr>
            <p:cNvSpPr/>
            <p:nvPr/>
          </p:nvSpPr>
          <p:spPr>
            <a:xfrm>
              <a:off x="11013223"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2" name="Google Shape;1626;p22">
              <a:extLst>
                <a:ext uri="{FF2B5EF4-FFF2-40B4-BE49-F238E27FC236}">
                  <a16:creationId xmlns:a16="http://schemas.microsoft.com/office/drawing/2014/main" id="{48E6D318-9C87-3AE2-E395-C06B16FEF1F8}"/>
                </a:ext>
              </a:extLst>
            </p:cNvPr>
            <p:cNvSpPr/>
            <p:nvPr/>
          </p:nvSpPr>
          <p:spPr>
            <a:xfrm>
              <a:off x="11453811"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8" name="Google Shape;1626;p22">
              <a:extLst>
                <a:ext uri="{FF2B5EF4-FFF2-40B4-BE49-F238E27FC236}">
                  <a16:creationId xmlns:a16="http://schemas.microsoft.com/office/drawing/2014/main" id="{94F9227C-0350-54BF-DDFE-AFDAC9FFCA48}"/>
                </a:ext>
              </a:extLst>
            </p:cNvPr>
            <p:cNvSpPr/>
            <p:nvPr/>
          </p:nvSpPr>
          <p:spPr>
            <a:xfrm>
              <a:off x="10132035"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5" name="Google Shape;1626;p22">
              <a:extLst>
                <a:ext uri="{FF2B5EF4-FFF2-40B4-BE49-F238E27FC236}">
                  <a16:creationId xmlns:a16="http://schemas.microsoft.com/office/drawing/2014/main" id="{55DF16B4-134A-73B0-B9EB-776A90B93C4A}"/>
                </a:ext>
              </a:extLst>
            </p:cNvPr>
            <p:cNvSpPr/>
            <p:nvPr/>
          </p:nvSpPr>
          <p:spPr>
            <a:xfrm>
              <a:off x="9250847"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8" name="Google Shape;1626;p22">
              <a:extLst>
                <a:ext uri="{FF2B5EF4-FFF2-40B4-BE49-F238E27FC236}">
                  <a16:creationId xmlns:a16="http://schemas.microsoft.com/office/drawing/2014/main" id="{E45883B6-F8D2-2CED-23B5-6DB96AAD605F}"/>
                </a:ext>
              </a:extLst>
            </p:cNvPr>
            <p:cNvSpPr/>
            <p:nvPr/>
          </p:nvSpPr>
          <p:spPr>
            <a:xfrm>
              <a:off x="8369659"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0" name="Google Shape;1626;p22">
              <a:extLst>
                <a:ext uri="{FF2B5EF4-FFF2-40B4-BE49-F238E27FC236}">
                  <a16:creationId xmlns:a16="http://schemas.microsoft.com/office/drawing/2014/main" id="{8CDECD12-18AF-A71B-39F6-962C87CB32B6}"/>
                </a:ext>
              </a:extLst>
            </p:cNvPr>
            <p:cNvSpPr/>
            <p:nvPr/>
          </p:nvSpPr>
          <p:spPr>
            <a:xfrm>
              <a:off x="7488471"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0" name="Google Shape;1626;p22">
              <a:extLst>
                <a:ext uri="{FF2B5EF4-FFF2-40B4-BE49-F238E27FC236}">
                  <a16:creationId xmlns:a16="http://schemas.microsoft.com/office/drawing/2014/main" id="{F1974772-2D89-922A-72AD-C01EC35C80A5}"/>
                </a:ext>
              </a:extLst>
            </p:cNvPr>
            <p:cNvSpPr/>
            <p:nvPr/>
          </p:nvSpPr>
          <p:spPr>
            <a:xfrm>
              <a:off x="6607283" y="542332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41" name="Group 640">
            <a:extLst>
              <a:ext uri="{FF2B5EF4-FFF2-40B4-BE49-F238E27FC236}">
                <a16:creationId xmlns:a16="http://schemas.microsoft.com/office/drawing/2014/main" id="{6DF209F1-D523-29F4-B170-2EB1797F017A}"/>
              </a:ext>
            </a:extLst>
          </p:cNvPr>
          <p:cNvGrpSpPr/>
          <p:nvPr/>
        </p:nvGrpSpPr>
        <p:grpSpPr>
          <a:xfrm>
            <a:off x="811445" y="5259657"/>
            <a:ext cx="11081278" cy="312992"/>
            <a:chOff x="811445" y="5104263"/>
            <a:chExt cx="11081278" cy="312992"/>
          </a:xfrm>
        </p:grpSpPr>
        <p:sp>
          <p:nvSpPr>
            <p:cNvPr id="212" name="Google Shape;1626;p22">
              <a:extLst>
                <a:ext uri="{FF2B5EF4-FFF2-40B4-BE49-F238E27FC236}">
                  <a16:creationId xmlns:a16="http://schemas.microsoft.com/office/drawing/2014/main" id="{D479AFE8-D0B9-4549-B631-AACFDF27047E}"/>
                </a:ext>
              </a:extLst>
            </p:cNvPr>
            <p:cNvSpPr/>
            <p:nvPr/>
          </p:nvSpPr>
          <p:spPr>
            <a:xfrm>
              <a:off x="811445" y="5104263"/>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ماثيو كروكر</a:t>
              </a:r>
            </a:p>
          </p:txBody>
        </p:sp>
        <p:sp>
          <p:nvSpPr>
            <p:cNvPr id="213" name="Google Shape;1626;p22">
              <a:extLst>
                <a:ext uri="{FF2B5EF4-FFF2-40B4-BE49-F238E27FC236}">
                  <a16:creationId xmlns:a16="http://schemas.microsoft.com/office/drawing/2014/main" id="{24B60A9D-5425-4224-89E1-93EF9767EC22}"/>
                </a:ext>
              </a:extLst>
            </p:cNvPr>
            <p:cNvSpPr/>
            <p:nvPr/>
          </p:nvSpPr>
          <p:spPr>
            <a:xfrm>
              <a:off x="3963719"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4" name="Google Shape;1626;p22">
              <a:extLst>
                <a:ext uri="{FF2B5EF4-FFF2-40B4-BE49-F238E27FC236}">
                  <a16:creationId xmlns:a16="http://schemas.microsoft.com/office/drawing/2014/main" id="{A588D7FD-E923-4BF0-8BDE-CA07D91EE01A}"/>
                </a:ext>
              </a:extLst>
            </p:cNvPr>
            <p:cNvSpPr/>
            <p:nvPr/>
          </p:nvSpPr>
          <p:spPr>
            <a:xfrm>
              <a:off x="4404313"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5" name="Google Shape;1626;p22">
              <a:extLst>
                <a:ext uri="{FF2B5EF4-FFF2-40B4-BE49-F238E27FC236}">
                  <a16:creationId xmlns:a16="http://schemas.microsoft.com/office/drawing/2014/main" id="{73D5932C-6900-49C2-9ADD-E61B9613C85E}"/>
                </a:ext>
              </a:extLst>
            </p:cNvPr>
            <p:cNvSpPr/>
            <p:nvPr/>
          </p:nvSpPr>
          <p:spPr>
            <a:xfrm>
              <a:off x="4844907"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6" name="Google Shape;1626;p22">
              <a:extLst>
                <a:ext uri="{FF2B5EF4-FFF2-40B4-BE49-F238E27FC236}">
                  <a16:creationId xmlns:a16="http://schemas.microsoft.com/office/drawing/2014/main" id="{56D4EB4C-7915-4C81-8381-5CA0950B82DA}"/>
                </a:ext>
              </a:extLst>
            </p:cNvPr>
            <p:cNvSpPr/>
            <p:nvPr/>
          </p:nvSpPr>
          <p:spPr>
            <a:xfrm>
              <a:off x="5285501"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7" name="Google Shape;1626;p22">
              <a:extLst>
                <a:ext uri="{FF2B5EF4-FFF2-40B4-BE49-F238E27FC236}">
                  <a16:creationId xmlns:a16="http://schemas.microsoft.com/office/drawing/2014/main" id="{D33EC904-D760-4869-BE02-FA3513539862}"/>
                </a:ext>
              </a:extLst>
            </p:cNvPr>
            <p:cNvSpPr/>
            <p:nvPr/>
          </p:nvSpPr>
          <p:spPr>
            <a:xfrm>
              <a:off x="5726095"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8" name="Google Shape;1626;p22">
              <a:extLst>
                <a:ext uri="{FF2B5EF4-FFF2-40B4-BE49-F238E27FC236}">
                  <a16:creationId xmlns:a16="http://schemas.microsoft.com/office/drawing/2014/main" id="{8CD5FF55-91E7-4128-8A98-F3C3ED39B59D}"/>
                </a:ext>
              </a:extLst>
            </p:cNvPr>
            <p:cNvSpPr/>
            <p:nvPr/>
          </p:nvSpPr>
          <p:spPr>
            <a:xfrm>
              <a:off x="6166689"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9" name="Google Shape;1626;p22">
              <a:extLst>
                <a:ext uri="{FF2B5EF4-FFF2-40B4-BE49-F238E27FC236}">
                  <a16:creationId xmlns:a16="http://schemas.microsoft.com/office/drawing/2014/main" id="{907DF34F-8A74-4A78-B452-CF170FC2F8BF}"/>
                </a:ext>
              </a:extLst>
            </p:cNvPr>
            <p:cNvSpPr/>
            <p:nvPr/>
          </p:nvSpPr>
          <p:spPr>
            <a:xfrm>
              <a:off x="7047877"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0" name="Google Shape;1626;p22">
              <a:extLst>
                <a:ext uri="{FF2B5EF4-FFF2-40B4-BE49-F238E27FC236}">
                  <a16:creationId xmlns:a16="http://schemas.microsoft.com/office/drawing/2014/main" id="{F7CE2769-1290-4D67-A5FC-285C6ECC8659}"/>
                </a:ext>
              </a:extLst>
            </p:cNvPr>
            <p:cNvSpPr/>
            <p:nvPr/>
          </p:nvSpPr>
          <p:spPr>
            <a:xfrm>
              <a:off x="7929065"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1" name="Google Shape;1626;p22">
              <a:extLst>
                <a:ext uri="{FF2B5EF4-FFF2-40B4-BE49-F238E27FC236}">
                  <a16:creationId xmlns:a16="http://schemas.microsoft.com/office/drawing/2014/main" id="{2263EE53-C3A8-4B0E-9819-98F67591CDF1}"/>
                </a:ext>
              </a:extLst>
            </p:cNvPr>
            <p:cNvSpPr/>
            <p:nvPr/>
          </p:nvSpPr>
          <p:spPr>
            <a:xfrm>
              <a:off x="8810253"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2" name="Google Shape;1626;p22">
              <a:extLst>
                <a:ext uri="{FF2B5EF4-FFF2-40B4-BE49-F238E27FC236}">
                  <a16:creationId xmlns:a16="http://schemas.microsoft.com/office/drawing/2014/main" id="{EBF722D2-DCBA-4694-A88B-3E79D989022C}"/>
                </a:ext>
              </a:extLst>
            </p:cNvPr>
            <p:cNvSpPr/>
            <p:nvPr/>
          </p:nvSpPr>
          <p:spPr>
            <a:xfrm>
              <a:off x="9691441"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67" name="Google Shape;1626;p22">
              <a:extLst>
                <a:ext uri="{FF2B5EF4-FFF2-40B4-BE49-F238E27FC236}">
                  <a16:creationId xmlns:a16="http://schemas.microsoft.com/office/drawing/2014/main" id="{577F41F0-5D29-4FCF-848C-3E83130C3AE0}"/>
                </a:ext>
              </a:extLst>
            </p:cNvPr>
            <p:cNvSpPr/>
            <p:nvPr/>
          </p:nvSpPr>
          <p:spPr>
            <a:xfrm>
              <a:off x="10572629"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68" name="Google Shape;1626;p22">
              <a:extLst>
                <a:ext uri="{FF2B5EF4-FFF2-40B4-BE49-F238E27FC236}">
                  <a16:creationId xmlns:a16="http://schemas.microsoft.com/office/drawing/2014/main" id="{FAB4CFDE-78FD-4738-8D71-0C39A2A58338}"/>
                </a:ext>
              </a:extLst>
            </p:cNvPr>
            <p:cNvSpPr/>
            <p:nvPr/>
          </p:nvSpPr>
          <p:spPr>
            <a:xfrm>
              <a:off x="11013223"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3" name="Google Shape;1626;p22">
              <a:extLst>
                <a:ext uri="{FF2B5EF4-FFF2-40B4-BE49-F238E27FC236}">
                  <a16:creationId xmlns:a16="http://schemas.microsoft.com/office/drawing/2014/main" id="{D6B8436F-05F0-AC47-B22F-7D4A5984E8C6}"/>
                </a:ext>
              </a:extLst>
            </p:cNvPr>
            <p:cNvSpPr/>
            <p:nvPr/>
          </p:nvSpPr>
          <p:spPr>
            <a:xfrm>
              <a:off x="11453811"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9" name="Google Shape;1626;p22">
              <a:extLst>
                <a:ext uri="{FF2B5EF4-FFF2-40B4-BE49-F238E27FC236}">
                  <a16:creationId xmlns:a16="http://schemas.microsoft.com/office/drawing/2014/main" id="{25DF19DE-ABCF-CD58-DA9D-E77EE44041DE}"/>
                </a:ext>
              </a:extLst>
            </p:cNvPr>
            <p:cNvSpPr/>
            <p:nvPr/>
          </p:nvSpPr>
          <p:spPr>
            <a:xfrm>
              <a:off x="10132035"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49" name="Google Shape;1626;p22">
              <a:extLst>
                <a:ext uri="{FF2B5EF4-FFF2-40B4-BE49-F238E27FC236}">
                  <a16:creationId xmlns:a16="http://schemas.microsoft.com/office/drawing/2014/main" id="{9B37CF58-3D31-2CB7-3CEF-1C77DFF72F28}"/>
                </a:ext>
              </a:extLst>
            </p:cNvPr>
            <p:cNvSpPr/>
            <p:nvPr/>
          </p:nvSpPr>
          <p:spPr>
            <a:xfrm>
              <a:off x="9250847"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69" name="Google Shape;1626;p22">
              <a:extLst>
                <a:ext uri="{FF2B5EF4-FFF2-40B4-BE49-F238E27FC236}">
                  <a16:creationId xmlns:a16="http://schemas.microsoft.com/office/drawing/2014/main" id="{E87E81C6-0147-70AE-BD1F-61AD3C3468F7}"/>
                </a:ext>
              </a:extLst>
            </p:cNvPr>
            <p:cNvSpPr/>
            <p:nvPr/>
          </p:nvSpPr>
          <p:spPr>
            <a:xfrm>
              <a:off x="8369659"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1" name="Google Shape;1626;p22">
              <a:extLst>
                <a:ext uri="{FF2B5EF4-FFF2-40B4-BE49-F238E27FC236}">
                  <a16:creationId xmlns:a16="http://schemas.microsoft.com/office/drawing/2014/main" id="{C3D8EF05-3D40-6C82-683B-CF8B48A02200}"/>
                </a:ext>
              </a:extLst>
            </p:cNvPr>
            <p:cNvSpPr/>
            <p:nvPr/>
          </p:nvSpPr>
          <p:spPr>
            <a:xfrm>
              <a:off x="7488471"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3" name="Google Shape;1626;p22">
              <a:extLst>
                <a:ext uri="{FF2B5EF4-FFF2-40B4-BE49-F238E27FC236}">
                  <a16:creationId xmlns:a16="http://schemas.microsoft.com/office/drawing/2014/main" id="{7362B24C-6D0B-436F-134A-4D4B42C30608}"/>
                </a:ext>
              </a:extLst>
            </p:cNvPr>
            <p:cNvSpPr/>
            <p:nvPr/>
          </p:nvSpPr>
          <p:spPr>
            <a:xfrm>
              <a:off x="6607283" y="510426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43" name="Group 642">
            <a:extLst>
              <a:ext uri="{FF2B5EF4-FFF2-40B4-BE49-F238E27FC236}">
                <a16:creationId xmlns:a16="http://schemas.microsoft.com/office/drawing/2014/main" id="{053E7791-7C8D-B8F7-2534-C3026E221DD3}"/>
              </a:ext>
            </a:extLst>
          </p:cNvPr>
          <p:cNvGrpSpPr/>
          <p:nvPr/>
        </p:nvGrpSpPr>
        <p:grpSpPr>
          <a:xfrm>
            <a:off x="811445" y="5903159"/>
            <a:ext cx="11081278" cy="312992"/>
            <a:chOff x="811445" y="5739873"/>
            <a:chExt cx="11081278" cy="312992"/>
          </a:xfrm>
        </p:grpSpPr>
        <p:sp>
          <p:nvSpPr>
            <p:cNvPr id="150" name="Google Shape;1626;p22">
              <a:extLst>
                <a:ext uri="{FF2B5EF4-FFF2-40B4-BE49-F238E27FC236}">
                  <a16:creationId xmlns:a16="http://schemas.microsoft.com/office/drawing/2014/main" id="{BB712583-4AA8-7673-9AEF-6D2B9079D7E7}"/>
                </a:ext>
              </a:extLst>
            </p:cNvPr>
            <p:cNvSpPr/>
            <p:nvPr/>
          </p:nvSpPr>
          <p:spPr>
            <a:xfrm>
              <a:off x="811445" y="5739873"/>
              <a:ext cx="3152270" cy="312991"/>
            </a:xfrm>
            <a:prstGeom prst="rect">
              <a:avLst/>
            </a:prstGeom>
            <a:solidFill>
              <a:srgbClr val="FAE2E2"/>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أحمد مصطفى</a:t>
              </a:r>
            </a:p>
          </p:txBody>
        </p:sp>
        <p:sp>
          <p:nvSpPr>
            <p:cNvPr id="207" name="Google Shape;1626;p22">
              <a:extLst>
                <a:ext uri="{FF2B5EF4-FFF2-40B4-BE49-F238E27FC236}">
                  <a16:creationId xmlns:a16="http://schemas.microsoft.com/office/drawing/2014/main" id="{61F7E8B8-53D3-19CB-644C-14505D0E1FC5}"/>
                </a:ext>
              </a:extLst>
            </p:cNvPr>
            <p:cNvSpPr/>
            <p:nvPr/>
          </p:nvSpPr>
          <p:spPr>
            <a:xfrm>
              <a:off x="3963719"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08" name="Google Shape;1626;p22">
              <a:extLst>
                <a:ext uri="{FF2B5EF4-FFF2-40B4-BE49-F238E27FC236}">
                  <a16:creationId xmlns:a16="http://schemas.microsoft.com/office/drawing/2014/main" id="{FB67AA83-B81C-FBC2-A519-F9ACB02FECCD}"/>
                </a:ext>
              </a:extLst>
            </p:cNvPr>
            <p:cNvSpPr/>
            <p:nvPr/>
          </p:nvSpPr>
          <p:spPr>
            <a:xfrm>
              <a:off x="4404313"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09" name="Google Shape;1626;p22">
              <a:extLst>
                <a:ext uri="{FF2B5EF4-FFF2-40B4-BE49-F238E27FC236}">
                  <a16:creationId xmlns:a16="http://schemas.microsoft.com/office/drawing/2014/main" id="{A76E67E6-80DB-5FA6-09CF-5AC868E70D62}"/>
                </a:ext>
              </a:extLst>
            </p:cNvPr>
            <p:cNvSpPr/>
            <p:nvPr/>
          </p:nvSpPr>
          <p:spPr>
            <a:xfrm>
              <a:off x="4844907"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0" name="Google Shape;1626;p22">
              <a:extLst>
                <a:ext uri="{FF2B5EF4-FFF2-40B4-BE49-F238E27FC236}">
                  <a16:creationId xmlns:a16="http://schemas.microsoft.com/office/drawing/2014/main" id="{43D41C8E-6D52-AA3C-4192-B5CACC737A0D}"/>
                </a:ext>
              </a:extLst>
            </p:cNvPr>
            <p:cNvSpPr/>
            <p:nvPr/>
          </p:nvSpPr>
          <p:spPr>
            <a:xfrm>
              <a:off x="5285501"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11" name="Google Shape;1626;p22">
              <a:extLst>
                <a:ext uri="{FF2B5EF4-FFF2-40B4-BE49-F238E27FC236}">
                  <a16:creationId xmlns:a16="http://schemas.microsoft.com/office/drawing/2014/main" id="{ACF80F3C-6F06-428E-E7EF-7D8BFF0A9687}"/>
                </a:ext>
              </a:extLst>
            </p:cNvPr>
            <p:cNvSpPr/>
            <p:nvPr/>
          </p:nvSpPr>
          <p:spPr>
            <a:xfrm>
              <a:off x="5726095"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3" name="Google Shape;1626;p22">
              <a:extLst>
                <a:ext uri="{FF2B5EF4-FFF2-40B4-BE49-F238E27FC236}">
                  <a16:creationId xmlns:a16="http://schemas.microsoft.com/office/drawing/2014/main" id="{849350FE-809F-DEEE-5A4C-7571CE195099}"/>
                </a:ext>
              </a:extLst>
            </p:cNvPr>
            <p:cNvSpPr/>
            <p:nvPr/>
          </p:nvSpPr>
          <p:spPr>
            <a:xfrm>
              <a:off x="6166689"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4" name="Google Shape;1626;p22">
              <a:extLst>
                <a:ext uri="{FF2B5EF4-FFF2-40B4-BE49-F238E27FC236}">
                  <a16:creationId xmlns:a16="http://schemas.microsoft.com/office/drawing/2014/main" id="{D13D7282-EECE-5368-3867-B9111DBDDE2C}"/>
                </a:ext>
              </a:extLst>
            </p:cNvPr>
            <p:cNvSpPr/>
            <p:nvPr/>
          </p:nvSpPr>
          <p:spPr>
            <a:xfrm>
              <a:off x="7047877"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5" name="Google Shape;1626;p22">
              <a:extLst>
                <a:ext uri="{FF2B5EF4-FFF2-40B4-BE49-F238E27FC236}">
                  <a16:creationId xmlns:a16="http://schemas.microsoft.com/office/drawing/2014/main" id="{8C7A41BB-25B7-DB56-5865-80EE3750167F}"/>
                </a:ext>
              </a:extLst>
            </p:cNvPr>
            <p:cNvSpPr/>
            <p:nvPr/>
          </p:nvSpPr>
          <p:spPr>
            <a:xfrm>
              <a:off x="7929065"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6" name="Google Shape;1626;p22">
              <a:extLst>
                <a:ext uri="{FF2B5EF4-FFF2-40B4-BE49-F238E27FC236}">
                  <a16:creationId xmlns:a16="http://schemas.microsoft.com/office/drawing/2014/main" id="{1C863042-4753-0975-7ADE-84D9DE8A6EDC}"/>
                </a:ext>
              </a:extLst>
            </p:cNvPr>
            <p:cNvSpPr/>
            <p:nvPr/>
          </p:nvSpPr>
          <p:spPr>
            <a:xfrm>
              <a:off x="8810253"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27" name="Google Shape;1626;p22">
              <a:extLst>
                <a:ext uri="{FF2B5EF4-FFF2-40B4-BE49-F238E27FC236}">
                  <a16:creationId xmlns:a16="http://schemas.microsoft.com/office/drawing/2014/main" id="{8C0265BF-26D6-648F-AA67-C846DD630B6D}"/>
                </a:ext>
              </a:extLst>
            </p:cNvPr>
            <p:cNvSpPr/>
            <p:nvPr/>
          </p:nvSpPr>
          <p:spPr>
            <a:xfrm>
              <a:off x="9691441"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0" name="Google Shape;1626;p22">
              <a:extLst>
                <a:ext uri="{FF2B5EF4-FFF2-40B4-BE49-F238E27FC236}">
                  <a16:creationId xmlns:a16="http://schemas.microsoft.com/office/drawing/2014/main" id="{4E8A67C4-47D2-3BB6-8971-03B4965D4325}"/>
                </a:ext>
              </a:extLst>
            </p:cNvPr>
            <p:cNvSpPr/>
            <p:nvPr/>
          </p:nvSpPr>
          <p:spPr>
            <a:xfrm>
              <a:off x="10572629"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1" name="Google Shape;1626;p22">
              <a:extLst>
                <a:ext uri="{FF2B5EF4-FFF2-40B4-BE49-F238E27FC236}">
                  <a16:creationId xmlns:a16="http://schemas.microsoft.com/office/drawing/2014/main" id="{6ADA357B-9789-E477-A20E-7E15E167B1D7}"/>
                </a:ext>
              </a:extLst>
            </p:cNvPr>
            <p:cNvSpPr/>
            <p:nvPr/>
          </p:nvSpPr>
          <p:spPr>
            <a:xfrm>
              <a:off x="11013223"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85" name="Google Shape;1626;p22">
              <a:extLst>
                <a:ext uri="{FF2B5EF4-FFF2-40B4-BE49-F238E27FC236}">
                  <a16:creationId xmlns:a16="http://schemas.microsoft.com/office/drawing/2014/main" id="{C7961E05-D1D4-5404-7866-451F899438E3}"/>
                </a:ext>
              </a:extLst>
            </p:cNvPr>
            <p:cNvSpPr/>
            <p:nvPr/>
          </p:nvSpPr>
          <p:spPr>
            <a:xfrm>
              <a:off x="11453811"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01" name="Google Shape;1626;p22">
              <a:extLst>
                <a:ext uri="{FF2B5EF4-FFF2-40B4-BE49-F238E27FC236}">
                  <a16:creationId xmlns:a16="http://schemas.microsoft.com/office/drawing/2014/main" id="{E70FB2CC-C048-7721-AAE4-9F0BB790356F}"/>
                </a:ext>
              </a:extLst>
            </p:cNvPr>
            <p:cNvSpPr/>
            <p:nvPr/>
          </p:nvSpPr>
          <p:spPr>
            <a:xfrm>
              <a:off x="10132035"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51" name="Google Shape;1626;p22">
              <a:extLst>
                <a:ext uri="{FF2B5EF4-FFF2-40B4-BE49-F238E27FC236}">
                  <a16:creationId xmlns:a16="http://schemas.microsoft.com/office/drawing/2014/main" id="{A9F34A73-4016-5AEA-9BAB-9E804330EC5A}"/>
                </a:ext>
              </a:extLst>
            </p:cNvPr>
            <p:cNvSpPr/>
            <p:nvPr/>
          </p:nvSpPr>
          <p:spPr>
            <a:xfrm>
              <a:off x="9250847"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3" name="Google Shape;1626;p22">
              <a:extLst>
                <a:ext uri="{FF2B5EF4-FFF2-40B4-BE49-F238E27FC236}">
                  <a16:creationId xmlns:a16="http://schemas.microsoft.com/office/drawing/2014/main" id="{CC98C391-27C4-8644-233D-99A23E04F0EC}"/>
                </a:ext>
              </a:extLst>
            </p:cNvPr>
            <p:cNvSpPr/>
            <p:nvPr/>
          </p:nvSpPr>
          <p:spPr>
            <a:xfrm>
              <a:off x="8369659"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3" name="Google Shape;1626;p22">
              <a:extLst>
                <a:ext uri="{FF2B5EF4-FFF2-40B4-BE49-F238E27FC236}">
                  <a16:creationId xmlns:a16="http://schemas.microsoft.com/office/drawing/2014/main" id="{7006158D-7FAE-7A35-EA09-E988C42DE292}"/>
                </a:ext>
              </a:extLst>
            </p:cNvPr>
            <p:cNvSpPr/>
            <p:nvPr/>
          </p:nvSpPr>
          <p:spPr>
            <a:xfrm>
              <a:off x="7488471"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15" name="Google Shape;1626;p22">
              <a:extLst>
                <a:ext uri="{FF2B5EF4-FFF2-40B4-BE49-F238E27FC236}">
                  <a16:creationId xmlns:a16="http://schemas.microsoft.com/office/drawing/2014/main" id="{6C379634-D914-97D3-DBD5-BD4D7F533AF6}"/>
                </a:ext>
              </a:extLst>
            </p:cNvPr>
            <p:cNvSpPr/>
            <p:nvPr/>
          </p:nvSpPr>
          <p:spPr>
            <a:xfrm>
              <a:off x="6607283" y="5739874"/>
              <a:ext cx="438912" cy="312991"/>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400" b="0" i="0" u="none" strike="noStrike" kern="1200" cap="none" spc="0" normalizeH="0" baseline="0" noProof="0" dirty="0">
                <a:ln>
                  <a:noFill/>
                </a:ln>
                <a:solidFill>
                  <a:srgbClr val="000000"/>
                </a:solidFill>
                <a:effectLst/>
                <a:uLnTx/>
                <a:uFillTx/>
                <a:latin typeface="Arial"/>
                <a:cs typeface="Arial"/>
                <a:sym typeface="Arial"/>
              </a:endParaRPr>
            </a:p>
          </p:txBody>
        </p:sp>
      </p:grpSp>
      <p:grpSp>
        <p:nvGrpSpPr>
          <p:cNvPr id="632" name="Group 631">
            <a:extLst>
              <a:ext uri="{FF2B5EF4-FFF2-40B4-BE49-F238E27FC236}">
                <a16:creationId xmlns:a16="http://schemas.microsoft.com/office/drawing/2014/main" id="{9AF87CF4-D972-E9F5-14A7-3DF85BDE4239}"/>
              </a:ext>
            </a:extLst>
          </p:cNvPr>
          <p:cNvGrpSpPr/>
          <p:nvPr/>
        </p:nvGrpSpPr>
        <p:grpSpPr>
          <a:xfrm>
            <a:off x="811445" y="3013682"/>
            <a:ext cx="11081278" cy="312992"/>
            <a:chOff x="811445" y="3162275"/>
            <a:chExt cx="11081278" cy="312992"/>
          </a:xfrm>
        </p:grpSpPr>
        <p:grpSp>
          <p:nvGrpSpPr>
            <p:cNvPr id="317" name="Group 316">
              <a:extLst>
                <a:ext uri="{FF2B5EF4-FFF2-40B4-BE49-F238E27FC236}">
                  <a16:creationId xmlns:a16="http://schemas.microsoft.com/office/drawing/2014/main" id="{C1E4E7CA-B280-52F3-A390-D9CBB41E9552}"/>
                </a:ext>
              </a:extLst>
            </p:cNvPr>
            <p:cNvGrpSpPr/>
            <p:nvPr/>
          </p:nvGrpSpPr>
          <p:grpSpPr>
            <a:xfrm>
              <a:off x="811445" y="3162275"/>
              <a:ext cx="11081278" cy="312992"/>
              <a:chOff x="811445" y="3162275"/>
              <a:chExt cx="11081278" cy="312992"/>
            </a:xfrm>
          </p:grpSpPr>
          <p:sp>
            <p:nvSpPr>
              <p:cNvPr id="119" name="Google Shape;1622;p22">
                <a:extLst>
                  <a:ext uri="{FF2B5EF4-FFF2-40B4-BE49-F238E27FC236}">
                    <a16:creationId xmlns:a16="http://schemas.microsoft.com/office/drawing/2014/main" id="{A9C74975-09E8-4CFE-92EB-D073E94218EF}"/>
                  </a:ext>
                </a:extLst>
              </p:cNvPr>
              <p:cNvSpPr/>
              <p:nvPr/>
            </p:nvSpPr>
            <p:spPr>
              <a:xfrm>
                <a:off x="811445" y="3162275"/>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استشاري ثاني</a:t>
                </a:r>
              </a:p>
            </p:txBody>
          </p:sp>
          <p:sp>
            <p:nvSpPr>
              <p:cNvPr id="17" name="Google Shape;1622;p22">
                <a:extLst>
                  <a:ext uri="{FF2B5EF4-FFF2-40B4-BE49-F238E27FC236}">
                    <a16:creationId xmlns:a16="http://schemas.microsoft.com/office/drawing/2014/main" id="{6F023943-C73B-4379-80E7-2C4E57793FB1}"/>
                  </a:ext>
                </a:extLst>
              </p:cNvPr>
              <p:cNvSpPr/>
              <p:nvPr/>
            </p:nvSpPr>
            <p:spPr>
              <a:xfrm>
                <a:off x="396371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 name="Google Shape;1622;p22">
                <a:extLst>
                  <a:ext uri="{FF2B5EF4-FFF2-40B4-BE49-F238E27FC236}">
                    <a16:creationId xmlns:a16="http://schemas.microsoft.com/office/drawing/2014/main" id="{6683CD04-FBEE-47C4-9424-A3F390E0D23D}"/>
                  </a:ext>
                </a:extLst>
              </p:cNvPr>
              <p:cNvSpPr/>
              <p:nvPr/>
            </p:nvSpPr>
            <p:spPr>
              <a:xfrm>
                <a:off x="440431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9" name="Google Shape;1622;p22">
                <a:extLst>
                  <a:ext uri="{FF2B5EF4-FFF2-40B4-BE49-F238E27FC236}">
                    <a16:creationId xmlns:a16="http://schemas.microsoft.com/office/drawing/2014/main" id="{3B0351AD-DB09-4703-B78A-9A673C37B978}"/>
                  </a:ext>
                </a:extLst>
              </p:cNvPr>
              <p:cNvSpPr/>
              <p:nvPr/>
            </p:nvSpPr>
            <p:spPr>
              <a:xfrm>
                <a:off x="484490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5" name="Google Shape;1622;p22">
                <a:extLst>
                  <a:ext uri="{FF2B5EF4-FFF2-40B4-BE49-F238E27FC236}">
                    <a16:creationId xmlns:a16="http://schemas.microsoft.com/office/drawing/2014/main" id="{8BF3FA6E-DE67-4D99-B8CC-A004C9D2681A}"/>
                  </a:ext>
                </a:extLst>
              </p:cNvPr>
              <p:cNvSpPr/>
              <p:nvPr/>
            </p:nvSpPr>
            <p:spPr>
              <a:xfrm>
                <a:off x="528550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1" name="Google Shape;1622;p22">
                <a:extLst>
                  <a:ext uri="{FF2B5EF4-FFF2-40B4-BE49-F238E27FC236}">
                    <a16:creationId xmlns:a16="http://schemas.microsoft.com/office/drawing/2014/main" id="{9752B839-8F85-466A-ADDB-EA5D84CDC979}"/>
                  </a:ext>
                </a:extLst>
              </p:cNvPr>
              <p:cNvSpPr/>
              <p:nvPr/>
            </p:nvSpPr>
            <p:spPr>
              <a:xfrm>
                <a:off x="572609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47" name="Google Shape;1622;p22">
                <a:extLst>
                  <a:ext uri="{FF2B5EF4-FFF2-40B4-BE49-F238E27FC236}">
                    <a16:creationId xmlns:a16="http://schemas.microsoft.com/office/drawing/2014/main" id="{68124275-BECC-4069-8CD0-86088EB2FA53}"/>
                  </a:ext>
                </a:extLst>
              </p:cNvPr>
              <p:cNvSpPr/>
              <p:nvPr/>
            </p:nvSpPr>
            <p:spPr>
              <a:xfrm>
                <a:off x="616668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4" name="Google Shape;1621;p22">
                <a:extLst>
                  <a:ext uri="{FF2B5EF4-FFF2-40B4-BE49-F238E27FC236}">
                    <a16:creationId xmlns:a16="http://schemas.microsoft.com/office/drawing/2014/main" id="{E58B85CF-40B0-4B90-AF4E-8ED50CB42CBE}"/>
                  </a:ext>
                </a:extLst>
              </p:cNvPr>
              <p:cNvSpPr/>
              <p:nvPr/>
            </p:nvSpPr>
            <p:spPr>
              <a:xfrm>
                <a:off x="704787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5" name="Google Shape;1621;p22">
                <a:extLst>
                  <a:ext uri="{FF2B5EF4-FFF2-40B4-BE49-F238E27FC236}">
                    <a16:creationId xmlns:a16="http://schemas.microsoft.com/office/drawing/2014/main" id="{A87F7ECF-5AE1-4234-8458-4C1FF9AF3E39}"/>
                  </a:ext>
                </a:extLst>
              </p:cNvPr>
              <p:cNvSpPr/>
              <p:nvPr/>
            </p:nvSpPr>
            <p:spPr>
              <a:xfrm>
                <a:off x="792906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6" name="Google Shape;1621;p22">
                <a:extLst>
                  <a:ext uri="{FF2B5EF4-FFF2-40B4-BE49-F238E27FC236}">
                    <a16:creationId xmlns:a16="http://schemas.microsoft.com/office/drawing/2014/main" id="{6C96FDDC-0714-43BB-8A47-A90E04ABE07B}"/>
                  </a:ext>
                </a:extLst>
              </p:cNvPr>
              <p:cNvSpPr/>
              <p:nvPr/>
            </p:nvSpPr>
            <p:spPr>
              <a:xfrm>
                <a:off x="881025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67" name="Google Shape;1621;p22">
                <a:extLst>
                  <a:ext uri="{FF2B5EF4-FFF2-40B4-BE49-F238E27FC236}">
                    <a16:creationId xmlns:a16="http://schemas.microsoft.com/office/drawing/2014/main" id="{5D36EC46-D0D7-454D-8791-B5D0BF558C82}"/>
                  </a:ext>
                </a:extLst>
              </p:cNvPr>
              <p:cNvSpPr/>
              <p:nvPr/>
            </p:nvSpPr>
            <p:spPr>
              <a:xfrm>
                <a:off x="969144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1" name="Google Shape;1622;p22">
                <a:extLst>
                  <a:ext uri="{FF2B5EF4-FFF2-40B4-BE49-F238E27FC236}">
                    <a16:creationId xmlns:a16="http://schemas.microsoft.com/office/drawing/2014/main" id="{38D5D409-13E5-4B21-B391-B2899C1909AE}"/>
                  </a:ext>
                </a:extLst>
              </p:cNvPr>
              <p:cNvSpPr/>
              <p:nvPr/>
            </p:nvSpPr>
            <p:spPr>
              <a:xfrm>
                <a:off x="1057262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72" name="Google Shape;1622;p22">
                <a:extLst>
                  <a:ext uri="{FF2B5EF4-FFF2-40B4-BE49-F238E27FC236}">
                    <a16:creationId xmlns:a16="http://schemas.microsoft.com/office/drawing/2014/main" id="{303F4A7B-C79C-4553-9DC4-5F81103EFF3B}"/>
                  </a:ext>
                </a:extLst>
              </p:cNvPr>
              <p:cNvSpPr/>
              <p:nvPr/>
            </p:nvSpPr>
            <p:spPr>
              <a:xfrm>
                <a:off x="1101322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75" name="Google Shape;1622;p22">
                <a:extLst>
                  <a:ext uri="{FF2B5EF4-FFF2-40B4-BE49-F238E27FC236}">
                    <a16:creationId xmlns:a16="http://schemas.microsoft.com/office/drawing/2014/main" id="{064EEF7C-E0A8-BF67-BB45-D0F597F45E25}"/>
                  </a:ext>
                </a:extLst>
              </p:cNvPr>
              <p:cNvSpPr/>
              <p:nvPr/>
            </p:nvSpPr>
            <p:spPr>
              <a:xfrm>
                <a:off x="1145381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191" name="Google Shape;1622;p22">
                <a:extLst>
                  <a:ext uri="{FF2B5EF4-FFF2-40B4-BE49-F238E27FC236}">
                    <a16:creationId xmlns:a16="http://schemas.microsoft.com/office/drawing/2014/main" id="{41C1B277-90CF-F7C3-2ABE-A16ABEBAC2F4}"/>
                  </a:ext>
                </a:extLst>
              </p:cNvPr>
              <p:cNvSpPr/>
              <p:nvPr/>
            </p:nvSpPr>
            <p:spPr>
              <a:xfrm>
                <a:off x="1013203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36" name="Google Shape;1622;p22">
                <a:extLst>
                  <a:ext uri="{FF2B5EF4-FFF2-40B4-BE49-F238E27FC236}">
                    <a16:creationId xmlns:a16="http://schemas.microsoft.com/office/drawing/2014/main" id="{38EA417F-20F7-4719-3BFE-7C9A4427801E}"/>
                  </a:ext>
                </a:extLst>
              </p:cNvPr>
              <p:cNvSpPr/>
              <p:nvPr/>
            </p:nvSpPr>
            <p:spPr>
              <a:xfrm>
                <a:off x="925084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59" name="Google Shape;1622;p22">
                <a:extLst>
                  <a:ext uri="{FF2B5EF4-FFF2-40B4-BE49-F238E27FC236}">
                    <a16:creationId xmlns:a16="http://schemas.microsoft.com/office/drawing/2014/main" id="{15677D3B-EC03-0611-C9E8-80F4D76A585A}"/>
                  </a:ext>
                </a:extLst>
              </p:cNvPr>
              <p:cNvSpPr/>
              <p:nvPr/>
            </p:nvSpPr>
            <p:spPr>
              <a:xfrm>
                <a:off x="836965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281" name="Google Shape;1622;p22">
                <a:extLst>
                  <a:ext uri="{FF2B5EF4-FFF2-40B4-BE49-F238E27FC236}">
                    <a16:creationId xmlns:a16="http://schemas.microsoft.com/office/drawing/2014/main" id="{E69F289E-EA20-BF90-9952-79FB1BEE2124}"/>
                  </a:ext>
                </a:extLst>
              </p:cNvPr>
              <p:cNvSpPr/>
              <p:nvPr/>
            </p:nvSpPr>
            <p:spPr>
              <a:xfrm>
                <a:off x="748847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01" name="Google Shape;1622;p22">
                <a:extLst>
                  <a:ext uri="{FF2B5EF4-FFF2-40B4-BE49-F238E27FC236}">
                    <a16:creationId xmlns:a16="http://schemas.microsoft.com/office/drawing/2014/main" id="{63954099-4C12-1CFE-FD5B-9247FEA14C2D}"/>
                  </a:ext>
                </a:extLst>
              </p:cNvPr>
              <p:cNvSpPr/>
              <p:nvPr/>
            </p:nvSpPr>
            <p:spPr>
              <a:xfrm>
                <a:off x="660728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grpSp>
        <p:pic>
          <p:nvPicPr>
            <p:cNvPr id="3" name="Picture 24" descr="Saudi-Arabien">
              <a:extLst>
                <a:ext uri="{FF2B5EF4-FFF2-40B4-BE49-F238E27FC236}">
                  <a16:creationId xmlns:a16="http://schemas.microsoft.com/office/drawing/2014/main" id="{6AE46EE4-7B11-E3E8-ED56-31E88676BBA0}"/>
                </a:ext>
              </a:extLst>
            </p:cNvPr>
            <p:cNvPicPr>
              <a:picLocks noChangeAspect="1" noChangeArrowheads="1"/>
            </p:cNvPicPr>
            <p:nvPr>
              <p:custDataLst>
                <p:tags r:id="rId3"/>
              </p:custDataLst>
            </p:nvPr>
          </p:nvPicPr>
          <p:blipFill>
            <a:blip r:embed="rId7" cstate="screen">
              <a:extLst>
                <a:ext uri="{28A0092B-C50C-407E-A947-70E740481C1C}">
                  <a14:useLocalDpi xmlns:a14="http://schemas.microsoft.com/office/drawing/2010/main"/>
                </a:ext>
              </a:extLst>
            </a:blip>
            <a:srcRect/>
            <a:stretch>
              <a:fillRect/>
            </a:stretch>
          </p:blipFill>
          <p:spPr bwMode="auto">
            <a:xfrm>
              <a:off x="2095905" y="3231688"/>
              <a:ext cx="312210" cy="186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5F5F5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nvGrpSpPr>
          <p:cNvPr id="633" name="Group 632">
            <a:extLst>
              <a:ext uri="{FF2B5EF4-FFF2-40B4-BE49-F238E27FC236}">
                <a16:creationId xmlns:a16="http://schemas.microsoft.com/office/drawing/2014/main" id="{8C5284E1-C4E0-46C8-DABF-F5DD57D95D20}"/>
              </a:ext>
            </a:extLst>
          </p:cNvPr>
          <p:cNvGrpSpPr/>
          <p:nvPr/>
        </p:nvGrpSpPr>
        <p:grpSpPr>
          <a:xfrm>
            <a:off x="811445" y="3334536"/>
            <a:ext cx="11081278" cy="312992"/>
            <a:chOff x="811445" y="3489155"/>
            <a:chExt cx="11081278" cy="312992"/>
          </a:xfrm>
        </p:grpSpPr>
        <p:grpSp>
          <p:nvGrpSpPr>
            <p:cNvPr id="318" name="Group 317">
              <a:extLst>
                <a:ext uri="{FF2B5EF4-FFF2-40B4-BE49-F238E27FC236}">
                  <a16:creationId xmlns:a16="http://schemas.microsoft.com/office/drawing/2014/main" id="{B9542D1B-B29D-C2C1-B9FD-3132D1E3AB80}"/>
                </a:ext>
              </a:extLst>
            </p:cNvPr>
            <p:cNvGrpSpPr/>
            <p:nvPr/>
          </p:nvGrpSpPr>
          <p:grpSpPr>
            <a:xfrm>
              <a:off x="811445" y="3489155"/>
              <a:ext cx="11081278" cy="312992"/>
              <a:chOff x="811445" y="3162275"/>
              <a:chExt cx="11081278" cy="312992"/>
            </a:xfrm>
          </p:grpSpPr>
          <p:sp>
            <p:nvSpPr>
              <p:cNvPr id="321" name="Google Shape;1622;p22">
                <a:extLst>
                  <a:ext uri="{FF2B5EF4-FFF2-40B4-BE49-F238E27FC236}">
                    <a16:creationId xmlns:a16="http://schemas.microsoft.com/office/drawing/2014/main" id="{A41E01BA-A38D-23BD-3A17-1B026AC38710}"/>
                  </a:ext>
                </a:extLst>
              </p:cNvPr>
              <p:cNvSpPr/>
              <p:nvPr/>
            </p:nvSpPr>
            <p:spPr>
              <a:xfrm>
                <a:off x="811445" y="3162275"/>
                <a:ext cx="3152270" cy="312991"/>
              </a:xfrm>
              <a:prstGeom prst="rect">
                <a:avLst/>
              </a:prstGeom>
              <a:solidFill>
                <a:srgbClr val="F2F2F2"/>
              </a:solidFill>
              <a:ln w="9525" cap="flat" cmpd="sng">
                <a:solidFill>
                  <a:schemeClr val="lt1"/>
                </a:solidFill>
                <a:prstDash val="solid"/>
                <a:miter lim="800000"/>
                <a:headEnd type="none" w="sm" len="sm"/>
                <a:tailEnd type="none" w="sm" len="sm"/>
              </a:ln>
            </p:spPr>
            <p:txBody>
              <a:bodyPr spcFirstLastPara="1"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r" defTabSz="898525" rtl="1" eaLnBrk="0" fontAlgn="base" latinLnBrk="0" hangingPunct="0">
                  <a:lnSpc>
                    <a:spcPct val="100000"/>
                  </a:lnSpc>
                  <a:spcBef>
                    <a:spcPts val="0"/>
                  </a:spcBef>
                  <a:spcAft>
                    <a:spcPts val="0"/>
                  </a:spcAft>
                  <a:buClr>
                    <a:srgbClr val="000000"/>
                  </a:buClr>
                  <a:buSzTx/>
                  <a:buFont typeface="Arial"/>
                  <a:buNone/>
                  <a:tabLst/>
                  <a:defRPr/>
                </a:pPr>
                <a:r>
                  <a:rPr kumimoji="0" lang="ar-SA" sz="1400" b="1" strike="noStrike" kern="1200" cap="none" spc="0" normalizeH="0" noProof="0" dirty="0">
                    <a:ln>
                      <a:noFill/>
                    </a:ln>
                    <a:solidFill>
                      <a:srgbClr val="000000"/>
                    </a:solidFill>
                    <a:effectLst/>
                    <a:uLnTx/>
                    <a:uFillTx/>
                    <a:latin typeface="Arial"/>
                    <a:cs typeface="Arial"/>
                    <a:sym typeface="Arial"/>
                  </a:rPr>
                  <a:t>استشاري ثالث</a:t>
                </a:r>
              </a:p>
            </p:txBody>
          </p:sp>
          <p:sp>
            <p:nvSpPr>
              <p:cNvPr id="322" name="Google Shape;1622;p22">
                <a:extLst>
                  <a:ext uri="{FF2B5EF4-FFF2-40B4-BE49-F238E27FC236}">
                    <a16:creationId xmlns:a16="http://schemas.microsoft.com/office/drawing/2014/main" id="{381DE29C-3E34-E9D4-1F14-E6ADE60BCA53}"/>
                  </a:ext>
                </a:extLst>
              </p:cNvPr>
              <p:cNvSpPr/>
              <p:nvPr/>
            </p:nvSpPr>
            <p:spPr>
              <a:xfrm>
                <a:off x="396371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3" name="Google Shape;1622;p22">
                <a:extLst>
                  <a:ext uri="{FF2B5EF4-FFF2-40B4-BE49-F238E27FC236}">
                    <a16:creationId xmlns:a16="http://schemas.microsoft.com/office/drawing/2014/main" id="{76D69506-5776-B4CD-F7F8-47AB2A394F97}"/>
                  </a:ext>
                </a:extLst>
              </p:cNvPr>
              <p:cNvSpPr/>
              <p:nvPr/>
            </p:nvSpPr>
            <p:spPr>
              <a:xfrm>
                <a:off x="440431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4" name="Google Shape;1622;p22">
                <a:extLst>
                  <a:ext uri="{FF2B5EF4-FFF2-40B4-BE49-F238E27FC236}">
                    <a16:creationId xmlns:a16="http://schemas.microsoft.com/office/drawing/2014/main" id="{710138F1-387F-7498-53BD-654380C81AB7}"/>
                  </a:ext>
                </a:extLst>
              </p:cNvPr>
              <p:cNvSpPr/>
              <p:nvPr/>
            </p:nvSpPr>
            <p:spPr>
              <a:xfrm>
                <a:off x="484490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5" name="Google Shape;1622;p22">
                <a:extLst>
                  <a:ext uri="{FF2B5EF4-FFF2-40B4-BE49-F238E27FC236}">
                    <a16:creationId xmlns:a16="http://schemas.microsoft.com/office/drawing/2014/main" id="{E177B084-DDA2-C5A5-1D58-73E905DEE07A}"/>
                  </a:ext>
                </a:extLst>
              </p:cNvPr>
              <p:cNvSpPr/>
              <p:nvPr/>
            </p:nvSpPr>
            <p:spPr>
              <a:xfrm>
                <a:off x="528550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6" name="Google Shape;1622;p22">
                <a:extLst>
                  <a:ext uri="{FF2B5EF4-FFF2-40B4-BE49-F238E27FC236}">
                    <a16:creationId xmlns:a16="http://schemas.microsoft.com/office/drawing/2014/main" id="{6730866F-1C15-E6ED-95B5-4A7440A349BC}"/>
                  </a:ext>
                </a:extLst>
              </p:cNvPr>
              <p:cNvSpPr/>
              <p:nvPr/>
            </p:nvSpPr>
            <p:spPr>
              <a:xfrm>
                <a:off x="572609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29" name="Google Shape;1622;p22">
                <a:extLst>
                  <a:ext uri="{FF2B5EF4-FFF2-40B4-BE49-F238E27FC236}">
                    <a16:creationId xmlns:a16="http://schemas.microsoft.com/office/drawing/2014/main" id="{AA4E1747-BE98-628F-50E9-765213B4FF87}"/>
                  </a:ext>
                </a:extLst>
              </p:cNvPr>
              <p:cNvSpPr/>
              <p:nvPr/>
            </p:nvSpPr>
            <p:spPr>
              <a:xfrm>
                <a:off x="616668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0" name="Google Shape;1621;p22">
                <a:extLst>
                  <a:ext uri="{FF2B5EF4-FFF2-40B4-BE49-F238E27FC236}">
                    <a16:creationId xmlns:a16="http://schemas.microsoft.com/office/drawing/2014/main" id="{A02878FB-6CD5-AED5-41AE-E5DBD61A30C4}"/>
                  </a:ext>
                </a:extLst>
              </p:cNvPr>
              <p:cNvSpPr/>
              <p:nvPr/>
            </p:nvSpPr>
            <p:spPr>
              <a:xfrm>
                <a:off x="704787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1" name="Google Shape;1621;p22">
                <a:extLst>
                  <a:ext uri="{FF2B5EF4-FFF2-40B4-BE49-F238E27FC236}">
                    <a16:creationId xmlns:a16="http://schemas.microsoft.com/office/drawing/2014/main" id="{7E49109A-62BE-E59A-137A-20A16A1C196E}"/>
                  </a:ext>
                </a:extLst>
              </p:cNvPr>
              <p:cNvSpPr/>
              <p:nvPr/>
            </p:nvSpPr>
            <p:spPr>
              <a:xfrm>
                <a:off x="792906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2" name="Google Shape;1621;p22">
                <a:extLst>
                  <a:ext uri="{FF2B5EF4-FFF2-40B4-BE49-F238E27FC236}">
                    <a16:creationId xmlns:a16="http://schemas.microsoft.com/office/drawing/2014/main" id="{39EE7151-295C-2B54-FAAE-A285F03459BD}"/>
                  </a:ext>
                </a:extLst>
              </p:cNvPr>
              <p:cNvSpPr/>
              <p:nvPr/>
            </p:nvSpPr>
            <p:spPr>
              <a:xfrm>
                <a:off x="881025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3" name="Google Shape;1621;p22">
                <a:extLst>
                  <a:ext uri="{FF2B5EF4-FFF2-40B4-BE49-F238E27FC236}">
                    <a16:creationId xmlns:a16="http://schemas.microsoft.com/office/drawing/2014/main" id="{B6843404-6AE2-F9A2-FA83-2A97260EE709}"/>
                  </a:ext>
                </a:extLst>
              </p:cNvPr>
              <p:cNvSpPr/>
              <p:nvPr/>
            </p:nvSpPr>
            <p:spPr>
              <a:xfrm>
                <a:off x="969144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4" name="Google Shape;1622;p22">
                <a:extLst>
                  <a:ext uri="{FF2B5EF4-FFF2-40B4-BE49-F238E27FC236}">
                    <a16:creationId xmlns:a16="http://schemas.microsoft.com/office/drawing/2014/main" id="{AA81AF9F-85FD-15E5-0FE1-9D8BCA9BEF17}"/>
                  </a:ext>
                </a:extLst>
              </p:cNvPr>
              <p:cNvSpPr/>
              <p:nvPr/>
            </p:nvSpPr>
            <p:spPr>
              <a:xfrm>
                <a:off x="1057262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5" name="Google Shape;1622;p22">
                <a:extLst>
                  <a:ext uri="{FF2B5EF4-FFF2-40B4-BE49-F238E27FC236}">
                    <a16:creationId xmlns:a16="http://schemas.microsoft.com/office/drawing/2014/main" id="{7FB68299-90BC-0210-38D6-FB3F1CDD7F97}"/>
                  </a:ext>
                </a:extLst>
              </p:cNvPr>
              <p:cNvSpPr/>
              <p:nvPr/>
            </p:nvSpPr>
            <p:spPr>
              <a:xfrm>
                <a:off x="1101322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6" name="Google Shape;1622;p22">
                <a:extLst>
                  <a:ext uri="{FF2B5EF4-FFF2-40B4-BE49-F238E27FC236}">
                    <a16:creationId xmlns:a16="http://schemas.microsoft.com/office/drawing/2014/main" id="{7DE75714-083C-D7EF-592B-D95434A5FA49}"/>
                  </a:ext>
                </a:extLst>
              </p:cNvPr>
              <p:cNvSpPr/>
              <p:nvPr/>
            </p:nvSpPr>
            <p:spPr>
              <a:xfrm>
                <a:off x="1145381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7" name="Google Shape;1622;p22">
                <a:extLst>
                  <a:ext uri="{FF2B5EF4-FFF2-40B4-BE49-F238E27FC236}">
                    <a16:creationId xmlns:a16="http://schemas.microsoft.com/office/drawing/2014/main" id="{1A2F5D88-3DC5-A0B8-2858-FB2CE214465F}"/>
                  </a:ext>
                </a:extLst>
              </p:cNvPr>
              <p:cNvSpPr/>
              <p:nvPr/>
            </p:nvSpPr>
            <p:spPr>
              <a:xfrm>
                <a:off x="10132035"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8" name="Google Shape;1622;p22">
                <a:extLst>
                  <a:ext uri="{FF2B5EF4-FFF2-40B4-BE49-F238E27FC236}">
                    <a16:creationId xmlns:a16="http://schemas.microsoft.com/office/drawing/2014/main" id="{02A41200-4689-C6FD-866F-66CDA675CAFA}"/>
                  </a:ext>
                </a:extLst>
              </p:cNvPr>
              <p:cNvSpPr/>
              <p:nvPr/>
            </p:nvSpPr>
            <p:spPr>
              <a:xfrm>
                <a:off x="9250847"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39" name="Google Shape;1622;p22">
                <a:extLst>
                  <a:ext uri="{FF2B5EF4-FFF2-40B4-BE49-F238E27FC236}">
                    <a16:creationId xmlns:a16="http://schemas.microsoft.com/office/drawing/2014/main" id="{5AF92F78-E4DB-9679-D6DE-E34F13879627}"/>
                  </a:ext>
                </a:extLst>
              </p:cNvPr>
              <p:cNvSpPr/>
              <p:nvPr/>
            </p:nvSpPr>
            <p:spPr>
              <a:xfrm>
                <a:off x="8369659"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40" name="Google Shape;1622;p22">
                <a:extLst>
                  <a:ext uri="{FF2B5EF4-FFF2-40B4-BE49-F238E27FC236}">
                    <a16:creationId xmlns:a16="http://schemas.microsoft.com/office/drawing/2014/main" id="{7BC40151-D14B-0D7B-8E08-DF9134AE3F59}"/>
                  </a:ext>
                </a:extLst>
              </p:cNvPr>
              <p:cNvSpPr/>
              <p:nvPr/>
            </p:nvSpPr>
            <p:spPr>
              <a:xfrm>
                <a:off x="7488471"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sp>
            <p:nvSpPr>
              <p:cNvPr id="341" name="Google Shape;1622;p22">
                <a:extLst>
                  <a:ext uri="{FF2B5EF4-FFF2-40B4-BE49-F238E27FC236}">
                    <a16:creationId xmlns:a16="http://schemas.microsoft.com/office/drawing/2014/main" id="{FDF17D97-1BA7-DE9D-21FD-0423F0A3D658}"/>
                  </a:ext>
                </a:extLst>
              </p:cNvPr>
              <p:cNvSpPr/>
              <p:nvPr/>
            </p:nvSpPr>
            <p:spPr>
              <a:xfrm>
                <a:off x="6607283" y="3162276"/>
                <a:ext cx="438912" cy="312991"/>
              </a:xfrm>
              <a:prstGeom prst="rect">
                <a:avLst/>
              </a:prstGeom>
              <a:solidFill>
                <a:schemeClr val="tx1">
                  <a:lumMod val="50000"/>
                  <a:lumOff val="50000"/>
                </a:schemeClr>
              </a:solidFill>
              <a:ln w="9525" cap="flat" cmpd="sng">
                <a:solidFill>
                  <a:schemeClr val="lt1"/>
                </a:solidFill>
                <a:prstDash val="solid"/>
                <a:miter lim="800000"/>
                <a:headEnd type="none" w="sm" len="sm"/>
                <a:tailEnd type="none" w="sm" len="sm"/>
              </a:ln>
            </p:spPr>
            <p:txBody>
              <a:bodyPr spcFirstLastPara="1" vert="horz" wrap="square" lIns="91425" tIns="72000" rIns="0" bIns="720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898525" rtl="0" eaLnBrk="0" fontAlgn="base" latinLnBrk="0" hangingPunct="0">
                  <a:lnSpc>
                    <a:spcPct val="100000"/>
                  </a:lnSpc>
                  <a:spcBef>
                    <a:spcPts val="0"/>
                  </a:spcBef>
                  <a:spcAft>
                    <a:spcPts val="0"/>
                  </a:spcAft>
                  <a:buClr>
                    <a:srgbClr val="000000"/>
                  </a:buClr>
                  <a:buSzTx/>
                  <a:buFont typeface="Arial"/>
                  <a:buNone/>
                  <a:tabLst/>
                  <a:defRPr/>
                </a:pPr>
                <a:endParaRPr kumimoji="0" lang="en-GB" sz="1100" b="0" i="0" u="none" strike="noStrike" kern="1200" cap="none" spc="0" normalizeH="0" baseline="0" noProof="0" dirty="0">
                  <a:ln>
                    <a:noFill/>
                  </a:ln>
                  <a:solidFill>
                    <a:srgbClr val="000000"/>
                  </a:solidFill>
                  <a:effectLst/>
                  <a:uLnTx/>
                  <a:uFillTx/>
                  <a:latin typeface="Arial"/>
                  <a:cs typeface="Arial"/>
                  <a:sym typeface="Arial"/>
                </a:endParaRPr>
              </a:p>
            </p:txBody>
          </p:sp>
        </p:grpSp>
        <p:pic>
          <p:nvPicPr>
            <p:cNvPr id="342" name="Picture 24" descr="Saudi-Arabien">
              <a:extLst>
                <a:ext uri="{FF2B5EF4-FFF2-40B4-BE49-F238E27FC236}">
                  <a16:creationId xmlns:a16="http://schemas.microsoft.com/office/drawing/2014/main" id="{A63A6050-E005-CF6B-319A-0861BA55881E}"/>
                </a:ext>
              </a:extLst>
            </p:cNvPr>
            <p:cNvPicPr>
              <a:picLocks noChangeAspect="1" noChangeArrowheads="1"/>
            </p:cNvPicPr>
            <p:nvPr>
              <p:custDataLst>
                <p:tags r:id="rId2"/>
              </p:custDataLst>
            </p:nvPr>
          </p:nvPicPr>
          <p:blipFill>
            <a:blip r:embed="rId7" cstate="screen">
              <a:extLst>
                <a:ext uri="{28A0092B-C50C-407E-A947-70E740481C1C}">
                  <a14:useLocalDpi xmlns:a14="http://schemas.microsoft.com/office/drawing/2010/main"/>
                </a:ext>
              </a:extLst>
            </a:blip>
            <a:srcRect/>
            <a:stretch>
              <a:fillRect/>
            </a:stretch>
          </p:blipFill>
          <p:spPr bwMode="auto">
            <a:xfrm>
              <a:off x="2095905" y="3560363"/>
              <a:ext cx="312210" cy="186244"/>
            </a:xfrm>
            <a:prstGeom prst="rect">
              <a:avLst/>
            </a:prstGeom>
            <a:pattFill prst="dkUpDiag">
              <a:fgClr>
                <a:schemeClr val="accent1"/>
              </a:fgClr>
              <a:bgClr>
                <a:schemeClr val="bg1"/>
              </a:bgClr>
            </a:pattFill>
            <a:ln w="9525" cap="flat" cmpd="sng">
              <a:solidFill>
                <a:schemeClr val="lt1"/>
              </a:solidFill>
              <a:prstDash val="solid"/>
              <a:miter lim="800000"/>
              <a:headEnd type="none" w="sm" len="sm"/>
              <a:tailEnd type="none" w="sm" len="sm"/>
            </a:ln>
            <a:extLs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6" name="Rectangle 5">
            <a:extLst>
              <a:ext uri="{FF2B5EF4-FFF2-40B4-BE49-F238E27FC236}">
                <a16:creationId xmlns:a16="http://schemas.microsoft.com/office/drawing/2014/main" id="{91496C45-10BF-4300-2AE9-91251F762A50}"/>
              </a:ext>
            </a:extLst>
          </p:cNvPr>
          <p:cNvSpPr/>
          <p:nvPr/>
        </p:nvSpPr>
        <p:spPr>
          <a:xfrm>
            <a:off x="5114879" y="92400"/>
            <a:ext cx="1962243" cy="223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1400" dirty="0">
                <a:cs typeface="Arial" charset="0"/>
              </a:rPr>
              <a:t>To be translated</a:t>
            </a:r>
          </a:p>
        </p:txBody>
      </p:sp>
    </p:spTree>
    <p:extLst>
      <p:ext uri="{BB962C8B-B14F-4D97-AF65-F5344CB8AC3E}">
        <p14:creationId xmlns:p14="http://schemas.microsoft.com/office/powerpoint/2010/main" val="31024875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73054D-AD2D-401B-92AD-F34A528108DF}"/>
              </a:ext>
            </a:extLst>
          </p:cNvPr>
          <p:cNvSpPr/>
          <p:nvPr/>
        </p:nvSpPr>
        <p:spPr>
          <a:xfrm>
            <a:off x="357185" y="6555567"/>
            <a:ext cx="11601450" cy="307777"/>
          </a:xfrm>
          <a:prstGeom prst="rect">
            <a:avLst/>
          </a:prstGeom>
        </p:spPr>
        <p:txBody>
          <a:bodyPr wrap="square">
            <a:spAutoFit/>
          </a:bodyPr>
          <a:lstStyle/>
          <a:p>
            <a:pPr marL="0" marR="0" lvl="0" indent="0" algn="r" defTabSz="898798" rtl="1" eaLnBrk="1" fontAlgn="auto" latinLnBrk="0" hangingPunct="1">
              <a:lnSpc>
                <a:spcPct val="100000"/>
              </a:lnSpc>
              <a:spcBef>
                <a:spcPts val="0"/>
              </a:spcBef>
              <a:spcAft>
                <a:spcPts val="0"/>
              </a:spcAft>
              <a:buClrTx/>
              <a:buSzTx/>
              <a:buFontTx/>
              <a:buNone/>
              <a:tabLst/>
              <a:defRPr/>
            </a:pPr>
            <a:r>
              <a:rPr kumimoji="0" lang="ar-SA" sz="700" strike="noStrike" kern="1200" cap="none" spc="0" normalizeH="0" noProof="0" dirty="0">
                <a:ln>
                  <a:noFill/>
                </a:ln>
                <a:solidFill>
                  <a:srgbClr val="000000"/>
                </a:solidFill>
                <a:effectLst/>
                <a:uLnTx/>
                <a:uFillTx/>
                <a:latin typeface="Arial" panose="020B0604020202020204" pitchFamily="34" charset="0"/>
                <a:ea typeface="Arial" panose="020B0604020202020204" pitchFamily="34" charset="0"/>
                <a:cs typeface="+mn-cs"/>
              </a:rPr>
              <a:t>لم نستكمل بعد جميع عمليات الفحص الداخلي والتحقق من إجراءات إدارة المخاطر.</a:t>
            </a:r>
            <a:r>
              <a:rPr lang="ar-SA" dirty="0">
                <a:cs typeface="Arial" charset="0"/>
              </a:rPr>
              <a:t> </a:t>
            </a:r>
            <a:r>
              <a:rPr kumimoji="0" lang="ar-SA" sz="700" strike="noStrike" kern="1200" cap="none" spc="0" normalizeH="0" noProof="0" dirty="0">
                <a:ln>
                  <a:noFill/>
                </a:ln>
                <a:solidFill>
                  <a:srgbClr val="000000"/>
                </a:solidFill>
                <a:effectLst/>
                <a:uLnTx/>
                <a:uFillTx/>
                <a:latin typeface="Arial" panose="020B0604020202020204" pitchFamily="34" charset="0"/>
                <a:ea typeface="Arial" panose="020B0604020202020204" pitchFamily="34" charset="0"/>
                <a:cs typeface="+mn-cs"/>
              </a:rPr>
              <a:t>هذا العرض والاتفاق الذي يحكمه مشروطان بما يلي: 1) إتمام عمليات الفحص الداخلي والتحقق من إجراءات إدارة المخاطر بنجاح، و(2) استلام موافقة العميل كتابيًا.</a:t>
            </a:r>
            <a:r>
              <a:rPr lang="ar-SA" dirty="0">
                <a:cs typeface="Arial" charset="0"/>
              </a:rPr>
              <a:t> </a:t>
            </a:r>
            <a:r>
              <a:rPr kumimoji="0" lang="ar-SA" sz="700" strike="noStrike" kern="1200" cap="none" spc="0" normalizeH="0" noProof="0" dirty="0">
                <a:ln>
                  <a:noFill/>
                </a:ln>
                <a:solidFill>
                  <a:srgbClr val="000000"/>
                </a:solidFill>
                <a:effectLst/>
                <a:uLnTx/>
                <a:uFillTx/>
                <a:latin typeface="Arial" panose="020B0604020202020204" pitchFamily="34" charset="0"/>
                <a:ea typeface="Arial" panose="020B0604020202020204" pitchFamily="34" charset="0"/>
                <a:cs typeface="+mn-cs"/>
              </a:rPr>
              <a:t>قد نطلب من العميل بعض الأمور التي قد لا يُشار إليها بالضرورة في هذا العرض، وذلك حتى نتمكن من تنفيذ نطاق العمل المحدد في المشروع.</a:t>
            </a:r>
            <a:r>
              <a:rPr lang="ar-SA" dirty="0">
                <a:cs typeface="Arial" charset="0"/>
              </a:rPr>
              <a:t> </a:t>
            </a:r>
            <a:br>
              <a:rPr kumimoji="0" lang="en-US" sz="700" b="0" i="0" u="none" strike="noStrike" kern="1200" cap="none" spc="0" normalizeH="0" baseline="0" noProof="0" dirty="0">
                <a:ln>
                  <a:noFill/>
                </a:ln>
                <a:solidFill>
                  <a:srgbClr val="000000"/>
                </a:solidFill>
                <a:effectLst/>
                <a:uLnTx/>
                <a:uFillTx/>
                <a:latin typeface="Arial" panose="020B0604020202020204" pitchFamily="34" charset="0"/>
                <a:ea typeface="Arial" panose="020B0604020202020204" pitchFamily="34" charset="0"/>
                <a:cs typeface="+mn-cs"/>
              </a:rPr>
            </a:br>
            <a:r>
              <a:rPr lang="ar-SA" dirty="0">
                <a:cs typeface="Arial" charset="0"/>
              </a:rPr>
              <a:t> </a:t>
            </a:r>
            <a:r>
              <a:rPr kumimoji="0" lang="ar-SA" sz="700" strike="noStrike" kern="1200" cap="none" spc="0" normalizeH="0" noProof="0" dirty="0">
                <a:ln>
                  <a:noFill/>
                </a:ln>
                <a:solidFill>
                  <a:srgbClr val="000000"/>
                </a:solidFill>
                <a:effectLst/>
                <a:uLnTx/>
                <a:uFillTx/>
                <a:latin typeface="Arial" panose="020B0604020202020204" pitchFamily="34" charset="0"/>
                <a:ea typeface="Arial" panose="020B0604020202020204" pitchFamily="34" charset="0"/>
                <a:cs typeface="+mn-cs"/>
              </a:rPr>
              <a:t>وسيتم إخطاركم بذلك في حينه.</a:t>
            </a:r>
          </a:p>
        </p:txBody>
      </p:sp>
    </p:spTree>
    <p:custDataLst>
      <p:tags r:id="rId1"/>
    </p:custDataLst>
    <p:extLst>
      <p:ext uri="{BB962C8B-B14F-4D97-AF65-F5344CB8AC3E}">
        <p14:creationId xmlns:p14="http://schemas.microsoft.com/office/powerpoint/2010/main" val="14197677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494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m&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89999999999999991118E+00&quot;&gt;&lt;m_msothmcolidx val=&quot;0&quot;/&gt;&lt;m_rgb r=&quot;FE&quot; g=&quot;F8&quot; b=&quot;F8&quot;/&gt;&lt;/elem&gt;&lt;elem m_fUsage=&quot;1.53899999999999992362E+00&quot;&gt;&lt;m_msothmcolidx val=&quot;0&quot;/&gt;&lt;m_rgb r=&quot;FB&quot; g=&quot;EB&quot; b=&quot;EB&quot;/&gt;&lt;/elem&gt;&lt;/m_vecMRU&gt;&lt;/m_mruColor&gt;&lt;m_eweekdayFirstOfWeek val=&quot;1&quot;/&gt;&lt;m_eweekdayFirstOfWorkweek val=&quot;2&quot;/&gt;&lt;m_eweekdayFirstOfWeekend val=&quot;7&quot;/&gt;&lt;/CPresentation&gt;&lt;/root&gt;"/>
  <p:tag name="THINKCELLUNDODONOTDELETE" val="0"/>
  <p:tag name="LASTSLIDEVIEWED" val="2147474368,74,Slide214747411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uUx_gg7jMOGCXTSUL3Ogw"/>
</p:tagLst>
</file>

<file path=ppt/tags/tag6.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7.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8.xml><?xml version="1.0" encoding="utf-8"?>
<p:tagLst xmlns:a="http://schemas.openxmlformats.org/drawingml/2006/main" xmlns:r="http://schemas.openxmlformats.org/officeDocument/2006/relationships" xmlns:p="http://schemas.openxmlformats.org/presentationml/2006/main">
  <p:tag name="SMARTISVISIBLE" val="{@Show Date FilePath} = Yes"/>
  <p:tag name="SMARTWRITE" val="{!Today} {!FilePath}"/>
  <p:tag name="SMARTLOCKSHAPE" val="Yes"/>
</p:tagLst>
</file>

<file path=ppt/tags/tag9.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PuUx_gg7jMOGCXTSUL3Og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wJl2WuRak2BEtd.FN2l9I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K7msXOq47ESrrdcRaZS6t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7msXOq47ESrrdcRaZS6tA"/>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7msXOq47ESrrdcRaZS6t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7msXOq47ESrrdcRaZS6t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wYZ9uxqfGUWNxrWazh_T_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wYZ9uxqfGUWNxrWazh_T_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JYkOk0h_hc2VxLp1.lfdk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kXUEhhVeK7x.WUC_WiaN_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NuUb.y5qX6Vwmsa.rKjB6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bWIAHwqKjJ9whMz4O40yA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CMcuEZYW.z5AVtzEoSDOK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xIJlrg9BJvvbkyGC8yO7g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2CZfq6Z5UqovYjp_fUiJd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ZgUp7H6zi.z5nL9io7cV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07ffA1FiALD6oWqiy.D6u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riLIQWybAKbEXseu3N05A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r0WtO.70UjPSZ2buWZ4ag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cnAnQH0LfJLkmFg2bLnk2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ZuLN6Ez8jEV8.5OKhFEKf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fAfJiAtKGy4kZtHDTx5_K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72q9i1toQRhHGggjeEDdc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bw_3BDp.WOAWIhjcDDmCf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G_k227Cm8wmfrsmQuV2N8w"/>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PRb3c8BL2htOm.xWd87xQ"/>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DNEZtHHNDoHm_Kz6uPHcZw"/>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_bPzFvd9Mc8OE3gwsZ5Is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bqZuius.o7BX5xwjk5NTh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z9OTTzS0WXKDyl8KZar9NA"/>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BkqwFci.Ljm6w4zymNFkI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qEkhk8dOKaEn3VtOHMFgR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ZT8o7B4WpLF48Zf7XTqrP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4nf6Hg4P79TAaqU_2.IPqA"/>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8kHIG427fV5EB7n.ZIBzu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shrfGEwk9Kk7_O9QWLRIb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1eFTZq1ZavsHJpvxybhfGw"/>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sexlH0MJEiQCBSihmuDiYw"/>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txqh23zE8VVJ_DdbXGqrV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pYuFwA0cvqlPNCQrKO9cf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keJ0WtwNfDPSUT9095UL7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e5Rau9EKypjtpo35Lpsnz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SKdHkhaHOAqGaNfubqgKs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jUuqnzMJh9imsUhFr4zScA"/>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V3NU0NFsO3DexCvJUpa5J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6t8zt5_hoXs631wDPUGZQ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caw0ZP9RLC9_AM3m6a1FA"/>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3o3eQ2yJKof0Hu69bhce_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G1GqvzdxTAdBelWgkxuv1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19xGevkr_Zbimui02GWYm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6NPBzHrVF55RGeJ3ZuIo_g"/>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OWCHsuIDoVoBGEWc7YJn5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GGskA5tZK0xd4kM70rRr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ce8LupW23fBk2qw8FqXb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3M77QNTyb9tquZEYJuHm7A"/>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Q7kYcZ5z5fTpQf2U4BFEuw"/>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cfmYjbgPdrQ4NhomngHBa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gz3y.6ONENptYO54kNvlCw"/>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Tc4GgxTwjmt9vLUBI2Nr9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wSwY4GJJhYtXCn1uA0bRgg"/>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uBtptk.s59Mtq0cTcbdyE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9Zl_PhtCglpVS15VVr7fs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4xm_ZGI920giAgx3NT44Z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W0HQngcC5Y_39I3dbfG3t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KZPGs6s2oMNI7q5XVe6VBQ"/>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0.tOeTH22M58UejyV0FdL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7Ukv5Yu8fNrRj2BhM3wbNw"/>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4d441MloHuNpRgbHkxY4s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l58CCQVhrpAuADwwg3lHQ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DIwtXAlT8sjsQXTQgvbsp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Ei6puF3ZidFG8aFgMpC24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cBQsC1vGI1xyJZOdeY9_b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2OhD0qrqbuRAgmTQcxwcjg"/>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naHtxl8C5zAZ4xYU4k9y.w"/>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v5FhwDuYLBdrdQNQbujrug"/>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iJR0FRqhiFRsJGFQRCOcg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bqXzGQQoFMOLz.70inybHQ"/>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DqMmTDUFcvpUPpwK_kw7p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RAergsqszVomMN3ZWEVwg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Qx0diDbqPYtxB1qIpRcL_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vB4Eyv2dlQU.TgHwxC2OSw"/>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Xraw239LNbY.XpL4TewVbQ"/>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bR1k4Nn_xxf7KMwKDpAYcw"/>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YXBfIb6UF9kdzIZM3xuweg"/>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498Sw_ImURZ8X5.FqcsTQg"/>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txaS_5bV9_fYqAqRlHjBg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bdmSZM18cbEoXABiF3jxc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f2tmSS3_BtpvI_GzVydH0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CtkJc.E6MLc64FXNUfYb0g"/>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bUkAb.23hVdopzJIVhif9w"/>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Q1_IQZIr4r2qc2inKP4r_g"/>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un7v02OrEVHWdw8bOSWhtg"/>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JTLPxXGx_mB28dTDi.jDJA"/>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Rld.i_Qyo_K9pWJgoSGHv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9mr2sg6oZXPmJs63LgJNRg"/>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LTXURyB1AZ8FSawXibMw3w"/>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grt7crPucoRrlR8vm4K_Xg"/>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CE66Q4kVmxB5n3vRRtv90g"/>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5RnHS1rR_wISBKHmWk7GyQ"/>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Mu0fs4vbiDNGRHngsBQoc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jT37_OJadZ8o_e9RZ_2hhA"/>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mW8B4yUUTnZFtlCGqxefM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Qa1jW9rCl78IcquxMO9Yow"/>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fH6BrtFhN5lCo9aJ7RbKl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I6PxI27KHFyChWF6v2Zyq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EZsQNThluqNeckYIjV9Dyw"/>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cgSw24HMcoFqQ2iRLd6we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YjRYT4QITPJG3RLhKWshrw"/>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9qQnep07iAvHijt7L93N1g"/>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VU9p.RY8wmjEt4CBwJ49nw"/>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k_UWAfINFuFHpoR14SGMbA"/>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JbogCfBh7V7noyOrQ8HsA"/>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nMeDWs0ZF3quiTtxfNRxow"/>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F8ou7UdGmw2bR7XPOoeWxQ"/>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76UJX1mjelx945ivSm5ppw"/>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CAru0_jHE9Z67Q6s4TGadA"/>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t_7mfMzgF8KIK73guC4La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VRdT_f_7a3OAcqQcAErXRw"/>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So0IvoUxtLTat4_NKslHs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3cFxah60fdOtZRWt.q6bjA"/>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3UYe43e2zjPg1RAVINlpcA"/>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GaiWe1z0.MKV12_JMwAXVA"/>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SJpSWOrUHKPV4zeHUO.CBA"/>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58.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59.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0.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1.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2.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3.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4.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5.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69.xml><?xml version="1.0" encoding="utf-8"?>
<p:tagLst xmlns:a="http://schemas.openxmlformats.org/drawingml/2006/main" xmlns:r="http://schemas.openxmlformats.org/officeDocument/2006/relationships" xmlns:p="http://schemas.openxmlformats.org/presentationml/2006/main">
  <p:tag name="SMARTLIBRARYSHAPE" val="Yes"/>
</p:tagLst>
</file>

<file path=ppt/tags/tag170.xml><?xml version="1.0" encoding="utf-8"?>
<p:tagLst xmlns:a="http://schemas.openxmlformats.org/drawingml/2006/main" xmlns:r="http://schemas.openxmlformats.org/officeDocument/2006/relationships" xmlns:p="http://schemas.openxmlformats.org/presentationml/2006/main">
  <p:tag name="SMARTDIVIDERTYPE" val="Section"/>
  <p:tag name="SMARTDIVIDERLEVEL" val="0"/>
</p:tagLst>
</file>

<file path=ppt/theme/theme1.xml><?xml version="1.0" encoding="utf-8"?>
<a:theme xmlns:a="http://schemas.openxmlformats.org/drawingml/2006/main" name="2_Widescreen 16x9 Template">
  <a:themeElements>
    <a:clrScheme name="PwC">
      <a:dk1>
        <a:srgbClr val="000000"/>
      </a:dk1>
      <a:lt1>
        <a:srgbClr val="FFFFFF"/>
      </a:lt1>
      <a:dk2>
        <a:srgbClr val="A32020"/>
      </a:dk2>
      <a:lt2>
        <a:srgbClr val="DEDEDE"/>
      </a:lt2>
      <a:accent1>
        <a:srgbClr val="A32020"/>
      </a:accent1>
      <a:accent2>
        <a:srgbClr val="DB536A"/>
      </a:accent2>
      <a:accent3>
        <a:srgbClr val="000000"/>
      </a:accent3>
      <a:accent4>
        <a:srgbClr val="464646"/>
      </a:accent4>
      <a:accent5>
        <a:srgbClr val="7D7D7D"/>
      </a:accent5>
      <a:accent6>
        <a:srgbClr val="DEDEDE"/>
      </a:accent6>
      <a:hlink>
        <a:srgbClr val="A32020"/>
      </a:hlink>
      <a:folHlink>
        <a:srgbClr val="A320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278D321803314DB0D27B32B3B70795" ma:contentTypeVersion="14" ma:contentTypeDescription="Create a new document." ma:contentTypeScope="" ma:versionID="58657f3f272d86301ffc93e8c0374a6c">
  <xsd:schema xmlns:xsd="http://www.w3.org/2001/XMLSchema" xmlns:xs="http://www.w3.org/2001/XMLSchema" xmlns:p="http://schemas.microsoft.com/office/2006/metadata/properties" xmlns:ns3="6e670037-00b6-42d3-9067-53e6f79207a1" xmlns:ns4="2d57e6a0-8170-427a-a93f-258369a9e8f5" targetNamespace="http://schemas.microsoft.com/office/2006/metadata/properties" ma:root="true" ma:fieldsID="12489b40d944eb32ba8d7c2113d5da11" ns3:_="" ns4:_="">
    <xsd:import namespace="6e670037-00b6-42d3-9067-53e6f79207a1"/>
    <xsd:import namespace="2d57e6a0-8170-427a-a93f-258369a9e8f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MediaLengthInSeconds" minOccurs="0"/>
                <xsd:element ref="ns4:MediaServiceLocation" minOccurs="0"/>
                <xsd:element ref="ns4:_activity"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70037-00b6-42d3-9067-53e6f79207a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57e6a0-8170-427a-a93f-258369a9e8f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2d57e6a0-8170-427a-a93f-258369a9e8f5" xsi:nil="true"/>
  </documentManagement>
</p:properties>
</file>

<file path=customXml/itemProps1.xml><?xml version="1.0" encoding="utf-8"?>
<ds:datastoreItem xmlns:ds="http://schemas.openxmlformats.org/officeDocument/2006/customXml" ds:itemID="{1DAE0B0C-F92E-42DE-B268-007C2E6E2516}">
  <ds:schemaRefs>
    <ds:schemaRef ds:uri="2d57e6a0-8170-427a-a93f-258369a9e8f5"/>
    <ds:schemaRef ds:uri="6e670037-00b6-42d3-9067-53e6f79207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D08B8946-9FAB-4261-A974-216BA5C6A4E7}">
  <ds:schemaRefs>
    <ds:schemaRef ds:uri="http://schemas.microsoft.com/sharepoint/v3/contenttype/forms"/>
  </ds:schemaRefs>
</ds:datastoreItem>
</file>

<file path=customXml/itemProps3.xml><?xml version="1.0" encoding="utf-8"?>
<ds:datastoreItem xmlns:ds="http://schemas.openxmlformats.org/officeDocument/2006/customXml" ds:itemID="{AF46489F-5AF7-4954-9103-283F42D1A51C}">
  <ds:schemaRefs>
    <ds:schemaRef ds:uri="http://schemas.microsoft.com/office/2006/metadata/properties"/>
    <ds:schemaRef ds:uri="http://purl.org/dc/dcmitype/"/>
    <ds:schemaRef ds:uri="http://schemas.microsoft.com/office/2006/documentManagement/types"/>
    <ds:schemaRef ds:uri="http://purl.org/dc/terms/"/>
    <ds:schemaRef ds:uri="2d57e6a0-8170-427a-a93f-258369a9e8f5"/>
    <ds:schemaRef ds:uri="6e670037-00b6-42d3-9067-53e6f79207a1"/>
    <ds:schemaRef ds:uri="http://www.w3.org/XML/1998/namespace"/>
    <ds:schemaRef ds:uri="http://schemas.microsoft.com/office/infopath/2007/PartnerControls"/>
    <ds:schemaRef ds:uri="http://schemas.openxmlformats.org/package/2006/metadata/core-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80</TotalTime>
  <Words>5136</Words>
  <Application>Microsoft Office PowerPoint</Application>
  <PresentationFormat>Widescreen</PresentationFormat>
  <Paragraphs>810</Paragraphs>
  <Slides>26</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Arial</vt:lpstr>
      <vt:lpstr>Arial (Body)</vt:lpstr>
      <vt:lpstr>Arial Body</vt:lpstr>
      <vt:lpstr>Calibri</vt:lpstr>
      <vt:lpstr>Courier New</vt:lpstr>
      <vt:lpstr>Georgia</vt:lpstr>
      <vt:lpstr>Pangram</vt:lpstr>
      <vt:lpstr>Sakkal Majalla</vt:lpstr>
      <vt:lpstr>2_Widescreen 16x9 Template</vt:lpstr>
      <vt:lpstr>think-cell Slide</vt:lpstr>
      <vt:lpstr>PowerPoint Presentation</vt:lpstr>
      <vt:lpstr>PowerPoint Presentation</vt:lpstr>
      <vt:lpstr>لتحقيق المهام المنوطة به، قام المركز الوطني لإدارة النفايات بإعداد وتطوير الاستراتيجية الوطنية لإدارة النفايات في المملكة، واشتملت على تحديد الأولويات ووضع مؤشرات الأداء الرئيسية الوطنية</vt:lpstr>
      <vt:lpstr>بالإضافة إلى ذلك، يعكف المركز في الوقت الراهن على تنفيذ العديد من المشاريع التي تواجه تحديات في التنفيذ تتطلب تدخلًا عاجلًا</vt:lpstr>
      <vt:lpstr>يسعى المركز الوطني لإدارة النفايات إلى إنشاء وحدة متخصصة في دعم وإنجاز مبادرات المركز والمساهمة في تنسيق المشاريع والحد من مشاكل التنفيذ</vt:lpstr>
      <vt:lpstr>وعليه، يرغب المركز في الحصول على الدعم الفني والاستشاري اللازم لإنشاء وتشغيل وحدة الإنجاز ودعم المبادرات</vt:lpstr>
      <vt:lpstr>نتمتع بمكانة ومؤهلات فريدة تمكننا من دعم المركز وتقديم المساعدة في تأسيس وحدة دعم المبادرات الاستراتيجية لتعزيز قدرات التنفيذ الفعال في المركز</vt:lpstr>
      <vt:lpstr>نفذنا أكثر من 10 مشاريع لإدارة النفايات في المنطقة على مدى السنوات الثلاث الماضية</vt:lpstr>
      <vt:lpstr>وكذلك عملنا مع وزارة البيئة والمياه والزراعة ونفذنا العديد من المشاريع والمبادرات والبرامج بنظام البناء والتشغيل ونقل الملكية وبنظام مكتب إدارة المشاريع منذ عام 2016</vt:lpstr>
      <vt:lpstr>من خلال تعاوننا مع شركة بي دبليو سي، سنقدم خدمات شاملة للمركز بدءًا من وضع الاستراتيجية وحتى التنفيذ</vt:lpstr>
      <vt:lpstr>ولخدمة هذا المشروع سنستفيد من محفظة خدماتنا، بما في ذلك الخدمات الاستثمارية والمالية لدعم جهود التخصيص التي يسعى المركز لتحقيقها</vt:lpstr>
      <vt:lpstr>ومن جهة أخرى سنقوم بالاستعانة بأكاديمية بي دبليو سي الشرق الأوسط لضمان تطوير القدرات ونقل المعرفة بكفاءة للمركز</vt:lpstr>
      <vt:lpstr>تتولى أكاديمية بي دبليو سي تطوير برامج تدريبية مخصصة ودورات لتنمية القدرات تناسب الاحتياجات التدريبية لعملائها</vt:lpstr>
      <vt:lpstr>سنتبع نهجاً يتألف من 3 مراحل لتنفيذ نطاق عمل المشروع</vt:lpstr>
      <vt:lpstr>في المرحلة الأولى، سنجري دراسة تشخيصية لقدرات تنفيذ استراتيجية المركز واقتراح التحسينات بناء على أفضل الممارسات</vt:lpstr>
      <vt:lpstr>سنقوم بعد ذلك بمواءمة وتوحيد خارطة طريق تنفيذ المبادرات والبرامج المعتمدة</vt:lpstr>
      <vt:lpstr>في المرحلة الثانية، سنقوم بتصميم منظومة وإطار حوكمة واضحة لجميع عناصر الإستراتيجية الوطنية لإدارة النفايات والاستراتيجيات الأخرى ذات العلاقة</vt:lpstr>
      <vt:lpstr>كما سنقدم الدعم اللازم لدفع تنفيذ المبادرات والبرامج ومتابعة التنفيذ</vt:lpstr>
      <vt:lpstr>في المرحلة الثالثة، سنجري دراسات جدوى تمهيدية لخصخصة خدمات المركز</vt:lpstr>
      <vt:lpstr>سنقوم بعد ذلك بإعداد تقارير عن الأنشطة والأعمال التي تم البدء بها والانتهاء منها للخدمات المرشحة للتخصيص</vt:lpstr>
      <vt:lpstr>في المرحلة الرابعة، سنقدم الدورات التدريبية وننقل المعرفة إلى فرق العمل التي تقود تنفيذ الاستراتيجيات</vt:lpstr>
      <vt:lpstr>سننفذ المشروع خلال فترة زمنية مدتها 18 شهرًا اعتبارًا من إشعار التعاقد</vt:lpstr>
      <vt:lpstr>سنشكل فريقًا يتمتع أفراده بالقدرات الاستراتيجية والفنية اللازمة لتنفيذ هذا المشروع على أكمل وجه</vt:lpstr>
      <vt:lpstr>يمتلك أعضاء هذا الفريق كل القدرات اللازمة لضمان التميز في التنفيذ</vt:lpstr>
      <vt:lpstr>لمحة عامة عن خطة تشكيل الفريق ونشره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Riyadh’s industrial waste has grown steadily to ~4.2 Mn tons in 2022, mostly composed of organic, paper &amp; chemical waste</dc:title>
  <dc:creator>Yasma Haddad (MiddleEast)</dc:creator>
  <cp:lastModifiedBy>Omran Zrikat</cp:lastModifiedBy>
  <cp:revision>11</cp:revision>
  <dcterms:created xsi:type="dcterms:W3CDTF">2022-09-27T06:44:52Z</dcterms:created>
  <dcterms:modified xsi:type="dcterms:W3CDTF">2023-08-03T08:35:54Z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0x010100C2278D321803314DB0D27B32B3B70795</vt:lpwstr>
  </property>
</Properties>
</file>