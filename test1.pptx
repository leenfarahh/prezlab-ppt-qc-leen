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9CF9-C1B6-472E-C770-1F9A1F584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4F7DB-9862-B16B-8391-28E60AE7E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6C9D1-AABD-870D-A3EA-57CBAB2E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2E87-1BFE-926F-20C0-9DC17F53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BD74B-9AF6-A381-F256-CA32BC72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0750-595E-747A-9420-B7D68690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80FC2-355E-104B-328C-68CE0ADC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A59D3-3294-B50D-4F00-DB9ABED8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80215-6BDB-B22A-99FB-634615CB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ED69-57DF-703F-C22F-6F205C71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1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AE4F-F341-78B7-B722-AE48D6BF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631EA-22E1-682B-6B5D-E770D0246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79D5C-63BE-EDA9-29D9-74594C3B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A6CF-714A-0616-FEB0-D063DD62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6BAD1-FDEF-8434-C59A-79994552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48E05-49D9-BAA8-2CDB-B338B143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DEBF-A0A8-F73E-5271-BDF8D4355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DBDFE-5766-47CD-F8C6-3AD21C5D7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E59BD-20D4-720B-7BAC-FBDE420E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93F3-FFA0-F43C-3401-AEC915C5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13387-05B8-2C33-7E96-51521002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7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D485-C36B-E0E4-126C-911ED31B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68663-BEBA-B709-0DF1-3D5EF3B6A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440AF-E303-0325-9E2E-7509CA725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993DA-DCA8-E9FA-E3B3-E0350E0BC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28FB2-EFBF-DCB2-594F-208492628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54955-D1C0-7B97-78BE-2CB49955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FA774-1180-E09D-FA5A-B82BE449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04BD2-9516-26C3-EB52-8125DF0D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72AA-F5BC-25FB-13D1-6365E3B1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6E1F6-E21D-B1F2-D7EE-23FB5DBB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14062-69E9-D837-314B-5FF89C63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AEB00-4040-4CAF-BEAA-640A0020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1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E7F16-0267-264B-0B83-A9F33140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6F772-12C8-F7ED-8C53-5FCF29D5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7399E-35CA-76E0-34FE-4057D1C5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4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08B4-AD48-6B69-7974-A078E984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253D-6EFA-7FA5-2708-D1C00C11F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D9BCC-FEF8-ECF2-E4D7-7E3AF6F90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17AA4-A8E2-105F-2471-6BD5BE2E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F2346-C3BC-37E3-3BAA-A416EC22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CD925-2441-1D3F-04AC-FA1EACA8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0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6121-4289-8D1D-C528-DCF7210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0FD1C-8BBA-9D4A-A60D-AEF61D247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760AB-820B-03E7-2644-36D2DA8BB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981A9-E809-2A64-508C-EDED56C4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83B55-D864-44B1-1A62-BCDA38D0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32ACB-2BDC-E7D2-C7E4-2017700E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2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149F-2326-FF99-8598-CD4A5F5E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B6ED4-5D78-C1D5-F3F9-0D95939C2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DEF9-F239-51D0-466C-1EBECFE5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0E55E-E148-E7E3-D58C-DEC8040F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DB034-A531-D59D-EF16-1BE95200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E8DAF-5EB4-30DF-BBAD-010CE8AF7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81732-817C-888E-527C-46590560A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7715C-8F5F-59E4-4F7E-0279CA44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D822-DB86-3D74-CBFE-8A17D73A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D6761-E5B6-8DE7-6973-14CA8D62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2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60B22-CA54-1DDB-A21B-B4162598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051F3-315C-E1E7-DE12-5B14C00B7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C537-4174-9474-E969-149F8B03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203B0-87F9-4E7E-A8DE-528AD3887099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EDAE3-7729-3683-FE04-C17AD41BD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C184-7525-329C-D429-4E3968160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7804A-A435-4D8D-A164-07E0F12EC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9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F4F3-245A-6D35-B0B9-62A69D03D8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C0184-387F-5D45-E901-518A86D12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232" y="3629470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104204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3DCCA4-5082-B664-80DF-79E81679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Comparing Methods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2D884A-993C-07CE-95AE-8E9607B15610}"/>
              </a:ext>
            </a:extLst>
          </p:cNvPr>
          <p:cNvSpPr txBox="1">
            <a:spLocks/>
          </p:cNvSpPr>
          <p:nvPr/>
        </p:nvSpPr>
        <p:spPr>
          <a:xfrm>
            <a:off x="261719" y="1406908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Method 1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A2E772E-9600-6EB8-9601-E141E4518882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</a:t>
            </a:r>
          </a:p>
          <a:p>
            <a:r>
              <a:rPr lang="en-US"/>
              <a:t>2</a:t>
            </a:r>
          </a:p>
          <a:p>
            <a:r>
              <a:rPr lang="en-US"/>
              <a:t>3</a:t>
            </a:r>
          </a:p>
          <a:p>
            <a:r>
              <a:rPr lang="en-US"/>
              <a:t>4</a:t>
            </a:r>
          </a:p>
          <a:p>
            <a:r>
              <a:rPr lang="en-US"/>
              <a:t>5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E53A85A-A945-6249-83C0-3D9DC7245A5B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Method 2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3D387EA-5F53-F02C-C52C-FC4E1B16528E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  <a:p>
            <a:r>
              <a:rPr lang="en-US"/>
              <a:t>7</a:t>
            </a:r>
          </a:p>
          <a:p>
            <a:r>
              <a:rPr lang="en-US"/>
              <a:t>8</a:t>
            </a:r>
          </a:p>
          <a:p>
            <a:r>
              <a:rPr lang="en-US"/>
              <a:t>9</a:t>
            </a:r>
          </a:p>
          <a:p>
            <a:r>
              <a:rPr lang="en-US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64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109C-A992-C479-A1AA-5605095B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the Month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E65558-E9D5-D7DF-BB81-D9C463D32CAE}"/>
              </a:ext>
            </a:extLst>
          </p:cNvPr>
          <p:cNvSpPr/>
          <p:nvPr/>
        </p:nvSpPr>
        <p:spPr>
          <a:xfrm>
            <a:off x="838200" y="1844565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8769A4-0EDC-B069-BEBF-72BAD5C2EEEB}"/>
              </a:ext>
            </a:extLst>
          </p:cNvPr>
          <p:cNvSpPr/>
          <p:nvPr/>
        </p:nvSpPr>
        <p:spPr>
          <a:xfrm>
            <a:off x="5144813" y="1993790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589897-9C65-F7B4-40A7-74F575DD6D14}"/>
              </a:ext>
            </a:extLst>
          </p:cNvPr>
          <p:cNvSpPr/>
          <p:nvPr/>
        </p:nvSpPr>
        <p:spPr>
          <a:xfrm>
            <a:off x="9225455" y="1825625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BFA4E5-D5FA-E26B-B0D4-7A79531FA213}"/>
              </a:ext>
            </a:extLst>
          </p:cNvPr>
          <p:cNvSpPr/>
          <p:nvPr/>
        </p:nvSpPr>
        <p:spPr>
          <a:xfrm>
            <a:off x="7185134" y="1844564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7264D8-E977-7BBB-57BA-57955E4494E3}"/>
              </a:ext>
            </a:extLst>
          </p:cNvPr>
          <p:cNvSpPr/>
          <p:nvPr/>
        </p:nvSpPr>
        <p:spPr>
          <a:xfrm>
            <a:off x="2966545" y="1844564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160AB0-C6A9-A563-6A75-CA64CCE03CBF}"/>
              </a:ext>
            </a:extLst>
          </p:cNvPr>
          <p:cNvSpPr/>
          <p:nvPr/>
        </p:nvSpPr>
        <p:spPr>
          <a:xfrm>
            <a:off x="5144813" y="3982323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E8EE1F-7F57-404D-896B-E8D31297D64B}"/>
              </a:ext>
            </a:extLst>
          </p:cNvPr>
          <p:cNvSpPr/>
          <p:nvPr/>
        </p:nvSpPr>
        <p:spPr>
          <a:xfrm>
            <a:off x="2966545" y="3982323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C65CED-50F9-AFF8-50DE-3206DC3AC07D}"/>
              </a:ext>
            </a:extLst>
          </p:cNvPr>
          <p:cNvSpPr/>
          <p:nvPr/>
        </p:nvSpPr>
        <p:spPr>
          <a:xfrm>
            <a:off x="788277" y="3982323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1B17F0-0C16-2C9E-63D8-44DCD5009633}"/>
              </a:ext>
            </a:extLst>
          </p:cNvPr>
          <p:cNvSpPr/>
          <p:nvPr/>
        </p:nvSpPr>
        <p:spPr>
          <a:xfrm>
            <a:off x="9451428" y="3982322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10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6A2F94-1DAE-B832-F4A9-BC5AD59C8FB0}"/>
              </a:ext>
            </a:extLst>
          </p:cNvPr>
          <p:cNvSpPr/>
          <p:nvPr/>
        </p:nvSpPr>
        <p:spPr>
          <a:xfrm>
            <a:off x="7185134" y="3982323"/>
            <a:ext cx="1902372" cy="192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9</a:t>
            </a:r>
          </a:p>
        </p:txBody>
      </p:sp>
    </p:spTree>
    <p:extLst>
      <p:ext uri="{BB962C8B-B14F-4D97-AF65-F5344CB8AC3E}">
        <p14:creationId xmlns:p14="http://schemas.microsoft.com/office/powerpoint/2010/main" val="3423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61D9-69AA-2515-CB30-03F4A54A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797F03-7602-04FF-1962-1D2132F0431A}"/>
              </a:ext>
            </a:extLst>
          </p:cNvPr>
          <p:cNvSpPr/>
          <p:nvPr/>
        </p:nvSpPr>
        <p:spPr>
          <a:xfrm>
            <a:off x="-1" y="1690688"/>
            <a:ext cx="5257800" cy="3184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4F0EB6-7280-F8D3-583E-1883815FD332}"/>
              </a:ext>
            </a:extLst>
          </p:cNvPr>
          <p:cNvSpPr/>
          <p:nvPr/>
        </p:nvSpPr>
        <p:spPr>
          <a:xfrm>
            <a:off x="6934202" y="3657601"/>
            <a:ext cx="5257800" cy="3184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0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IZARDLYADDIN_ID" val="e65043fd164649b1946ef68b1d18c9a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Title</vt:lpstr>
      <vt:lpstr>Comparing Methods</vt:lpstr>
      <vt:lpstr>Goals for the Month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Leen Farah</dc:creator>
  <cp:lastModifiedBy>Leen Farah</cp:lastModifiedBy>
  <cp:revision>1</cp:revision>
  <dcterms:created xsi:type="dcterms:W3CDTF">2026-08-30T08:39:19Z</dcterms:created>
  <dcterms:modified xsi:type="dcterms:W3CDTF">2026-08-30T08:41:03Z</dcterms:modified>
</cp:coreProperties>
</file>