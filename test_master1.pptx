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 showGuides="1">
      <p:cViewPr>
        <p:scale>
          <a:sx n="73" d="100"/>
          <a:sy n="73" d="100"/>
        </p:scale>
        <p:origin x="408" y="307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777BF-2DBE-CFBF-B89E-932521672B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45FEBC-5026-F6DB-28D5-0CC248F486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31932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519D9-5378-804A-11CD-9C36D0183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84FB0-A4C2-CBDB-B991-989E13E9A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FB3FE-BC41-B237-4D49-30381F54F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B0D5-8B06-4AD4-9A70-4768046B4E4D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25D59-8A80-F50C-2F13-1FDBCD6F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9BDF5-C919-32C7-F728-BE661ECFA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ECBB-2A6F-4EA3-9AA2-BCF01A372AB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pres_space">
            <a:extLst>
              <a:ext uri="{FF2B5EF4-FFF2-40B4-BE49-F238E27FC236}">
                <a16:creationId xmlns:a16="http://schemas.microsoft.com/office/drawing/2014/main" id="{04A814F8-88F6-F025-29F0-1B134549812B}"/>
              </a:ext>
            </a:extLst>
          </p:cNvPr>
          <p:cNvSpPr/>
          <p:nvPr userDrawn="1"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 descr="pres_space">
            <a:extLst>
              <a:ext uri="{FF2B5EF4-FFF2-40B4-BE49-F238E27FC236}">
                <a16:creationId xmlns:a16="http://schemas.microsoft.com/office/drawing/2014/main" id="{3297C8BC-3132-EEAE-2781-5D3667FF46F5}"/>
              </a:ext>
            </a:extLst>
          </p:cNvPr>
          <p:cNvSpPr/>
          <p:nvPr userDrawn="1"/>
        </p:nvSpPr>
        <p:spPr>
          <a:xfrm>
            <a:off x="536028" y="1825625"/>
            <a:ext cx="11088413" cy="43513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34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7027A-8F4A-438E-0F1D-9BE34F77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CAB9B-9123-E44E-967E-FA4971669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715DF-5FD6-0F8F-2DF2-FBC077501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AA027A-B88A-8DD7-7307-8948DF88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B0D5-8B06-4AD4-9A70-4768046B4E4D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FC060-0335-00DA-E2E5-BC54705A2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636D5-0BE8-D496-8DC9-6C0B25C7B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ECBB-2A6F-4EA3-9AA2-BCF01A372AB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 descr="pres_space">
            <a:extLst>
              <a:ext uri="{FF2B5EF4-FFF2-40B4-BE49-F238E27FC236}">
                <a16:creationId xmlns:a16="http://schemas.microsoft.com/office/drawing/2014/main" id="{64267D88-F45A-4BB6-EEAA-176B92E33B9C}"/>
              </a:ext>
            </a:extLst>
          </p:cNvPr>
          <p:cNvSpPr/>
          <p:nvPr userDrawn="1"/>
        </p:nvSpPr>
        <p:spPr>
          <a:xfrm>
            <a:off x="536029" y="1825625"/>
            <a:ext cx="5483772" cy="43513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 descr="pres_space">
            <a:extLst>
              <a:ext uri="{FF2B5EF4-FFF2-40B4-BE49-F238E27FC236}">
                <a16:creationId xmlns:a16="http://schemas.microsoft.com/office/drawing/2014/main" id="{AAB3F28A-6BE8-924C-AF63-AA62B07763B0}"/>
              </a:ext>
            </a:extLst>
          </p:cNvPr>
          <p:cNvSpPr/>
          <p:nvPr userDrawn="1"/>
        </p:nvSpPr>
        <p:spPr>
          <a:xfrm>
            <a:off x="6172199" y="1825625"/>
            <a:ext cx="5483772" cy="43513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577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84E9D-13FB-8952-7D94-0735300D6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53A9D-C598-1CD5-CBCB-D1B21485A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52AD0F-4E14-10A4-C048-83094E84B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05D7E3-C5EC-4010-83D0-275E9C4CBE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FB0D2-441D-7724-C598-20AE657E35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C68780-8E32-69B4-B20A-F19755366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B0D5-8B06-4AD4-9A70-4768046B4E4D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A25684-C39F-2852-6414-C723D032B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C2A641-7D79-842A-FAEF-51F10F3A6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ECBB-2A6F-4EA3-9AA2-BCF01A372AB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 descr="pres_space">
            <a:extLst>
              <a:ext uri="{FF2B5EF4-FFF2-40B4-BE49-F238E27FC236}">
                <a16:creationId xmlns:a16="http://schemas.microsoft.com/office/drawing/2014/main" id="{918868A3-2EA7-6A9B-A2AE-CB2FCE9F2AF2}"/>
              </a:ext>
            </a:extLst>
          </p:cNvPr>
          <p:cNvSpPr/>
          <p:nvPr userDrawn="1"/>
        </p:nvSpPr>
        <p:spPr>
          <a:xfrm>
            <a:off x="536028" y="1690688"/>
            <a:ext cx="5461547" cy="4486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 descr="pres_space">
            <a:extLst>
              <a:ext uri="{FF2B5EF4-FFF2-40B4-BE49-F238E27FC236}">
                <a16:creationId xmlns:a16="http://schemas.microsoft.com/office/drawing/2014/main" id="{F8D2B33B-5B64-7A85-C844-2474B67E3263}"/>
              </a:ext>
            </a:extLst>
          </p:cNvPr>
          <p:cNvSpPr/>
          <p:nvPr userDrawn="1"/>
        </p:nvSpPr>
        <p:spPr>
          <a:xfrm>
            <a:off x="6172200" y="1681163"/>
            <a:ext cx="5461547" cy="4486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44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itle_content_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CB541-B751-35C5-AAB4-69E975364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B188E-B07F-034D-ACD1-CE97FC7CF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5A6E1-0BFD-5464-A85B-FCB7F2465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8C511-49E7-0178-B459-31EA5B00F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B0D5-8B06-4AD4-9A70-4768046B4E4D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87176-B833-7EAB-4097-8F2F1CC21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68527-BD7F-CD3E-1F4E-1EBF7BA06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ECBB-2A6F-4EA3-9AA2-BCF01A372AB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pres_space">
            <a:extLst>
              <a:ext uri="{FF2B5EF4-FFF2-40B4-BE49-F238E27FC236}">
                <a16:creationId xmlns:a16="http://schemas.microsoft.com/office/drawing/2014/main" id="{F8C37E53-359A-91B6-CC6A-A4A41F9EA759}"/>
              </a:ext>
            </a:extLst>
          </p:cNvPr>
          <p:cNvSpPr/>
          <p:nvPr userDrawn="1"/>
        </p:nvSpPr>
        <p:spPr>
          <a:xfrm>
            <a:off x="5183187" y="457201"/>
            <a:ext cx="6441253" cy="54117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60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B80BF7-B584-0071-C21A-60F166F39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0345A-25BA-3249-2D46-BBA8FAF64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47C91-6126-E63D-3BFC-164C25E41A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48B0D5-8B06-4AD4-9A70-4768046B4E4D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73395-9E4C-BF87-D0B8-E081B6D41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EB039-014B-0347-0CA3-051206C3A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06ECBB-2A6F-4EA3-9AA2-BCF01A372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370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29915-E6E0-F784-9589-34D14ACAEF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217232-47E7-67C4-D4EA-68BBB28FB4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230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IZARDLYADDIN_ID" val="3b0c39b892194b1e950398475d0dea4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Leen Farah</dc:creator>
  <cp:lastModifiedBy>Leen Farah</cp:lastModifiedBy>
  <cp:revision>2</cp:revision>
  <dcterms:created xsi:type="dcterms:W3CDTF">2026-08-30T08:37:43Z</dcterms:created>
  <dcterms:modified xsi:type="dcterms:W3CDTF">2026-08-30T08:39:40Z</dcterms:modified>
</cp:coreProperties>
</file>